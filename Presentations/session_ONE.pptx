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653" r:id="rId2"/>
    <p:sldId id="394" r:id="rId3"/>
    <p:sldId id="663" r:id="rId4"/>
    <p:sldId id="674" r:id="rId5"/>
    <p:sldId id="662" r:id="rId6"/>
    <p:sldId id="689" r:id="rId7"/>
    <p:sldId id="684" r:id="rId8"/>
    <p:sldId id="685" r:id="rId9"/>
    <p:sldId id="686" r:id="rId10"/>
    <p:sldId id="687" r:id="rId11"/>
    <p:sldId id="690" r:id="rId12"/>
    <p:sldId id="682" r:id="rId13"/>
    <p:sldId id="675" r:id="rId14"/>
    <p:sldId id="683" r:id="rId15"/>
    <p:sldId id="676" r:id="rId16"/>
    <p:sldId id="677" r:id="rId17"/>
    <p:sldId id="688" r:id="rId18"/>
    <p:sldId id="678" r:id="rId19"/>
    <p:sldId id="679" r:id="rId20"/>
    <p:sldId id="680" r:id="rId21"/>
    <p:sldId id="691" r:id="rId22"/>
    <p:sldId id="664" r:id="rId23"/>
    <p:sldId id="665" r:id="rId24"/>
    <p:sldId id="666" r:id="rId25"/>
    <p:sldId id="668" r:id="rId26"/>
    <p:sldId id="671" r:id="rId27"/>
    <p:sldId id="670" r:id="rId28"/>
    <p:sldId id="667" r:id="rId29"/>
    <p:sldId id="669" r:id="rId30"/>
    <p:sldId id="672" r:id="rId31"/>
    <p:sldId id="673" r:id="rId32"/>
    <p:sldId id="681" r:id="rId33"/>
    <p:sldId id="303" r:id="rId34"/>
  </p:sldIdLst>
  <p:sldSz cx="12192000" cy="6858000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A4E4"/>
    <a:srgbClr val="16A99A"/>
    <a:srgbClr val="FFFFFF"/>
    <a:srgbClr val="FFC000"/>
    <a:srgbClr val="002060"/>
    <a:srgbClr val="EEF4FB"/>
    <a:srgbClr val="2F5597"/>
    <a:srgbClr val="D9D9D9"/>
    <a:srgbClr val="FF7D7D"/>
    <a:srgbClr val="FFC1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9E3BFA-922C-4806-A54D-4EBF94CDB9BF}" v="25" dt="2023-12-05T14:25:30.0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55" autoAdjust="0"/>
    <p:restoredTop sz="94660"/>
  </p:normalViewPr>
  <p:slideViewPr>
    <p:cSldViewPr snapToGrid="0">
      <p:cViewPr varScale="1">
        <p:scale>
          <a:sx n="148" d="100"/>
          <a:sy n="148" d="100"/>
        </p:scale>
        <p:origin x="912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Farooq Siddique" userId="ae23c6e981ed47f3" providerId="LiveId" clId="{8C9E3BFA-922C-4806-A54D-4EBF94CDB9BF}"/>
    <pc:docChg chg="undo custSel addSld delSld modSld sldOrd">
      <pc:chgData name="Muhammad Farooq Siddique" userId="ae23c6e981ed47f3" providerId="LiveId" clId="{8C9E3BFA-922C-4806-A54D-4EBF94CDB9BF}" dt="2023-12-05T14:31:11.497" v="1329" actId="478"/>
      <pc:docMkLst>
        <pc:docMk/>
      </pc:docMkLst>
      <pc:sldChg chg="addSp delSp modSp mod">
        <pc:chgData name="Muhammad Farooq Siddique" userId="ae23c6e981ed47f3" providerId="LiveId" clId="{8C9E3BFA-922C-4806-A54D-4EBF94CDB9BF}" dt="2023-12-05T14:31:11.497" v="1329" actId="478"/>
        <pc:sldMkLst>
          <pc:docMk/>
          <pc:sldMk cId="1964829116" sldId="256"/>
        </pc:sldMkLst>
        <pc:spChg chg="mod">
          <ac:chgData name="Muhammad Farooq Siddique" userId="ae23c6e981ed47f3" providerId="LiveId" clId="{8C9E3BFA-922C-4806-A54D-4EBF94CDB9BF}" dt="2023-12-01T08:32:07.993" v="778" actId="1076"/>
          <ac:spMkLst>
            <pc:docMk/>
            <pc:sldMk cId="1964829116" sldId="256"/>
            <ac:spMk id="7" creationId="{7A7B2642-8443-B614-640A-CFD2AF3C2A66}"/>
          </ac:spMkLst>
        </pc:spChg>
        <pc:spChg chg="mod">
          <ac:chgData name="Muhammad Farooq Siddique" userId="ae23c6e981ed47f3" providerId="LiveId" clId="{8C9E3BFA-922C-4806-A54D-4EBF94CDB9BF}" dt="2023-12-05T14:30:21.665" v="1326" actId="1076"/>
          <ac:spMkLst>
            <pc:docMk/>
            <pc:sldMk cId="1964829116" sldId="256"/>
            <ac:spMk id="24" creationId="{C68C38E5-FCF1-4C73-A9E0-8FDFA99E2478}"/>
          </ac:spMkLst>
        </pc:spChg>
        <pc:picChg chg="del">
          <ac:chgData name="Muhammad Farooq Siddique" userId="ae23c6e981ed47f3" providerId="LiveId" clId="{8C9E3BFA-922C-4806-A54D-4EBF94CDB9BF}" dt="2023-12-01T08:16:06.813" v="763" actId="478"/>
          <ac:picMkLst>
            <pc:docMk/>
            <pc:sldMk cId="1964829116" sldId="256"/>
            <ac:picMk id="2" creationId="{EB92A3AE-0BAE-4139-85C0-14BE8B55B363}"/>
          </ac:picMkLst>
        </pc:picChg>
        <pc:picChg chg="add mod">
          <ac:chgData name="Muhammad Farooq Siddique" userId="ae23c6e981ed47f3" providerId="LiveId" clId="{8C9E3BFA-922C-4806-A54D-4EBF94CDB9BF}" dt="2023-12-05T14:30:39.084" v="1328" actId="14100"/>
          <ac:picMkLst>
            <pc:docMk/>
            <pc:sldMk cId="1964829116" sldId="256"/>
            <ac:picMk id="5" creationId="{9EFE8D6E-4A5F-A784-DC98-D9713CA1DE88}"/>
          </ac:picMkLst>
        </pc:picChg>
        <pc:picChg chg="del mod">
          <ac:chgData name="Muhammad Farooq Siddique" userId="ae23c6e981ed47f3" providerId="LiveId" clId="{8C9E3BFA-922C-4806-A54D-4EBF94CDB9BF}" dt="2023-12-05T14:31:11.497" v="1329" actId="478"/>
          <ac:picMkLst>
            <pc:docMk/>
            <pc:sldMk cId="1964829116" sldId="256"/>
            <ac:picMk id="20" creationId="{792B1717-C89E-4779-B863-560D68EE6DB1}"/>
          </ac:picMkLst>
        </pc:picChg>
      </pc:sldChg>
      <pc:sldChg chg="modSp mod">
        <pc:chgData name="Muhammad Farooq Siddique" userId="ae23c6e981ed47f3" providerId="LiveId" clId="{8C9E3BFA-922C-4806-A54D-4EBF94CDB9BF}" dt="2023-11-27T06:27:59.902" v="18" actId="20577"/>
        <pc:sldMkLst>
          <pc:docMk/>
          <pc:sldMk cId="902496706" sldId="303"/>
        </pc:sldMkLst>
        <pc:spChg chg="mod">
          <ac:chgData name="Muhammad Farooq Siddique" userId="ae23c6e981ed47f3" providerId="LiveId" clId="{8C9E3BFA-922C-4806-A54D-4EBF94CDB9BF}" dt="2023-11-27T06:27:59.902" v="18" actId="20577"/>
          <ac:spMkLst>
            <pc:docMk/>
            <pc:sldMk cId="902496706" sldId="303"/>
            <ac:spMk id="7" creationId="{DA1FBE1A-A977-480F-BE99-68E6D1108374}"/>
          </ac:spMkLst>
        </pc:spChg>
      </pc:sldChg>
      <pc:sldChg chg="del">
        <pc:chgData name="Muhammad Farooq Siddique" userId="ae23c6e981ed47f3" providerId="LiveId" clId="{8C9E3BFA-922C-4806-A54D-4EBF94CDB9BF}" dt="2023-12-01T07:55:54.840" v="762" actId="2696"/>
        <pc:sldMkLst>
          <pc:docMk/>
          <pc:sldMk cId="4268255464" sldId="330"/>
        </pc:sldMkLst>
      </pc:sldChg>
      <pc:sldChg chg="modSp add">
        <pc:chgData name="Muhammad Farooq Siddique" userId="ae23c6e981ed47f3" providerId="LiveId" clId="{8C9E3BFA-922C-4806-A54D-4EBF94CDB9BF}" dt="2023-12-01T07:24:39.535" v="757" actId="1076"/>
        <pc:sldMkLst>
          <pc:docMk/>
          <pc:sldMk cId="2581092597" sldId="331"/>
        </pc:sldMkLst>
        <pc:spChg chg="mod">
          <ac:chgData name="Muhammad Farooq Siddique" userId="ae23c6e981ed47f3" providerId="LiveId" clId="{8C9E3BFA-922C-4806-A54D-4EBF94CDB9BF}" dt="2023-12-01T07:24:39.535" v="757" actId="1076"/>
          <ac:spMkLst>
            <pc:docMk/>
            <pc:sldMk cId="2581092597" sldId="331"/>
            <ac:spMk id="2" creationId="{57C3FC28-A8D4-B163-FD0B-545C7D6F4155}"/>
          </ac:spMkLst>
        </pc:spChg>
        <pc:spChg chg="mod">
          <ac:chgData name="Muhammad Farooq Siddique" userId="ae23c6e981ed47f3" providerId="LiveId" clId="{8C9E3BFA-922C-4806-A54D-4EBF94CDB9BF}" dt="2023-12-01T07:24:39.535" v="757" actId="1076"/>
          <ac:spMkLst>
            <pc:docMk/>
            <pc:sldMk cId="2581092597" sldId="331"/>
            <ac:spMk id="3" creationId="{9E62C65E-7F88-F7A5-4848-A6EC3905B34F}"/>
          </ac:spMkLst>
        </pc:spChg>
        <pc:spChg chg="mod">
          <ac:chgData name="Muhammad Farooq Siddique" userId="ae23c6e981ed47f3" providerId="LiveId" clId="{8C9E3BFA-922C-4806-A54D-4EBF94CDB9BF}" dt="2023-12-01T07:24:39.535" v="757" actId="1076"/>
          <ac:spMkLst>
            <pc:docMk/>
            <pc:sldMk cId="2581092597" sldId="331"/>
            <ac:spMk id="12" creationId="{C5A6885D-0540-FF02-14D4-DCE6B4D59B01}"/>
          </ac:spMkLst>
        </pc:spChg>
        <pc:spChg chg="mod">
          <ac:chgData name="Muhammad Farooq Siddique" userId="ae23c6e981ed47f3" providerId="LiveId" clId="{8C9E3BFA-922C-4806-A54D-4EBF94CDB9BF}" dt="2023-12-01T07:24:39.535" v="757" actId="1076"/>
          <ac:spMkLst>
            <pc:docMk/>
            <pc:sldMk cId="2581092597" sldId="331"/>
            <ac:spMk id="13" creationId="{98664747-DAE5-027B-F947-5E89D4AAAF30}"/>
          </ac:spMkLst>
        </pc:spChg>
        <pc:spChg chg="mod">
          <ac:chgData name="Muhammad Farooq Siddique" userId="ae23c6e981ed47f3" providerId="LiveId" clId="{8C9E3BFA-922C-4806-A54D-4EBF94CDB9BF}" dt="2023-12-01T07:24:39.535" v="757" actId="1076"/>
          <ac:spMkLst>
            <pc:docMk/>
            <pc:sldMk cId="2581092597" sldId="331"/>
            <ac:spMk id="17" creationId="{0BFCD8D3-BD35-CC29-1008-6B7E7CE5B60D}"/>
          </ac:spMkLst>
        </pc:spChg>
        <pc:spChg chg="mod">
          <ac:chgData name="Muhammad Farooq Siddique" userId="ae23c6e981ed47f3" providerId="LiveId" clId="{8C9E3BFA-922C-4806-A54D-4EBF94CDB9BF}" dt="2023-12-01T07:24:39.535" v="757" actId="1076"/>
          <ac:spMkLst>
            <pc:docMk/>
            <pc:sldMk cId="2581092597" sldId="331"/>
            <ac:spMk id="18" creationId="{ECA01213-DAB6-9B58-F53F-B40F30FADC9C}"/>
          </ac:spMkLst>
        </pc:spChg>
        <pc:spChg chg="mod">
          <ac:chgData name="Muhammad Farooq Siddique" userId="ae23c6e981ed47f3" providerId="LiveId" clId="{8C9E3BFA-922C-4806-A54D-4EBF94CDB9BF}" dt="2023-12-01T07:24:39.535" v="757" actId="1076"/>
          <ac:spMkLst>
            <pc:docMk/>
            <pc:sldMk cId="2581092597" sldId="331"/>
            <ac:spMk id="19" creationId="{0E9BE1B7-A067-2BAF-9005-23EBA11E00F1}"/>
          </ac:spMkLst>
        </pc:spChg>
        <pc:spChg chg="mod">
          <ac:chgData name="Muhammad Farooq Siddique" userId="ae23c6e981ed47f3" providerId="LiveId" clId="{8C9E3BFA-922C-4806-A54D-4EBF94CDB9BF}" dt="2023-12-01T07:24:39.535" v="757" actId="1076"/>
          <ac:spMkLst>
            <pc:docMk/>
            <pc:sldMk cId="2581092597" sldId="331"/>
            <ac:spMk id="21" creationId="{AC90BF06-B323-4759-B38D-57647DA4D12D}"/>
          </ac:spMkLst>
        </pc:spChg>
        <pc:spChg chg="mod">
          <ac:chgData name="Muhammad Farooq Siddique" userId="ae23c6e981ed47f3" providerId="LiveId" clId="{8C9E3BFA-922C-4806-A54D-4EBF94CDB9BF}" dt="2023-12-01T07:24:39.535" v="757" actId="1076"/>
          <ac:spMkLst>
            <pc:docMk/>
            <pc:sldMk cId="2581092597" sldId="331"/>
            <ac:spMk id="22" creationId="{B96A3340-D567-4479-9234-68CC212112C3}"/>
          </ac:spMkLst>
        </pc:spChg>
        <pc:spChg chg="mod">
          <ac:chgData name="Muhammad Farooq Siddique" userId="ae23c6e981ed47f3" providerId="LiveId" clId="{8C9E3BFA-922C-4806-A54D-4EBF94CDB9BF}" dt="2023-12-01T07:24:39.535" v="757" actId="1076"/>
          <ac:spMkLst>
            <pc:docMk/>
            <pc:sldMk cId="2581092597" sldId="331"/>
            <ac:spMk id="23" creationId="{6597C85F-BB7F-7DBA-9CAC-F3349AA079F4}"/>
          </ac:spMkLst>
        </pc:spChg>
        <pc:spChg chg="mod">
          <ac:chgData name="Muhammad Farooq Siddique" userId="ae23c6e981ed47f3" providerId="LiveId" clId="{8C9E3BFA-922C-4806-A54D-4EBF94CDB9BF}" dt="2023-12-01T07:24:39.535" v="757" actId="1076"/>
          <ac:spMkLst>
            <pc:docMk/>
            <pc:sldMk cId="2581092597" sldId="331"/>
            <ac:spMk id="24" creationId="{5E5C54FE-89A7-EF55-312D-E78DCFA5FC87}"/>
          </ac:spMkLst>
        </pc:spChg>
        <pc:spChg chg="mod">
          <ac:chgData name="Muhammad Farooq Siddique" userId="ae23c6e981ed47f3" providerId="LiveId" clId="{8C9E3BFA-922C-4806-A54D-4EBF94CDB9BF}" dt="2023-12-01T07:24:39.535" v="757" actId="1076"/>
          <ac:spMkLst>
            <pc:docMk/>
            <pc:sldMk cId="2581092597" sldId="331"/>
            <ac:spMk id="26" creationId="{6806A1D0-42A5-DEFA-D5CD-7009DBAC3980}"/>
          </ac:spMkLst>
        </pc:spChg>
        <pc:spChg chg="mod">
          <ac:chgData name="Muhammad Farooq Siddique" userId="ae23c6e981ed47f3" providerId="LiveId" clId="{8C9E3BFA-922C-4806-A54D-4EBF94CDB9BF}" dt="2023-12-01T07:24:39.535" v="757" actId="1076"/>
          <ac:spMkLst>
            <pc:docMk/>
            <pc:sldMk cId="2581092597" sldId="331"/>
            <ac:spMk id="27" creationId="{77DA0952-FE59-08E4-690D-C9F9A6D395F7}"/>
          </ac:spMkLst>
        </pc:spChg>
        <pc:spChg chg="mod">
          <ac:chgData name="Muhammad Farooq Siddique" userId="ae23c6e981ed47f3" providerId="LiveId" clId="{8C9E3BFA-922C-4806-A54D-4EBF94CDB9BF}" dt="2023-12-01T07:24:39.535" v="757" actId="1076"/>
          <ac:spMkLst>
            <pc:docMk/>
            <pc:sldMk cId="2581092597" sldId="331"/>
            <ac:spMk id="47" creationId="{1DDF8921-4A48-70A8-0704-1F78C498EA27}"/>
          </ac:spMkLst>
        </pc:spChg>
        <pc:spChg chg="mod">
          <ac:chgData name="Muhammad Farooq Siddique" userId="ae23c6e981ed47f3" providerId="LiveId" clId="{8C9E3BFA-922C-4806-A54D-4EBF94CDB9BF}" dt="2023-12-01T07:24:39.535" v="757" actId="1076"/>
          <ac:spMkLst>
            <pc:docMk/>
            <pc:sldMk cId="2581092597" sldId="331"/>
            <ac:spMk id="64" creationId="{A2B758DE-AE26-4751-84E2-BF75C48424E8}"/>
          </ac:spMkLst>
        </pc:spChg>
        <pc:spChg chg="mod">
          <ac:chgData name="Muhammad Farooq Siddique" userId="ae23c6e981ed47f3" providerId="LiveId" clId="{8C9E3BFA-922C-4806-A54D-4EBF94CDB9BF}" dt="2023-12-01T07:24:39.535" v="757" actId="1076"/>
          <ac:spMkLst>
            <pc:docMk/>
            <pc:sldMk cId="2581092597" sldId="331"/>
            <ac:spMk id="66" creationId="{A8A2B210-ECF0-4D76-82EA-6C5DCA4644A7}"/>
          </ac:spMkLst>
        </pc:spChg>
        <pc:spChg chg="mod">
          <ac:chgData name="Muhammad Farooq Siddique" userId="ae23c6e981ed47f3" providerId="LiveId" clId="{8C9E3BFA-922C-4806-A54D-4EBF94CDB9BF}" dt="2023-12-01T07:24:39.535" v="757" actId="1076"/>
          <ac:spMkLst>
            <pc:docMk/>
            <pc:sldMk cId="2581092597" sldId="331"/>
            <ac:spMk id="67" creationId="{13CEE3F2-EC84-421B-BEEF-2CCC49295417}"/>
          </ac:spMkLst>
        </pc:spChg>
        <pc:spChg chg="mod">
          <ac:chgData name="Muhammad Farooq Siddique" userId="ae23c6e981ed47f3" providerId="LiveId" clId="{8C9E3BFA-922C-4806-A54D-4EBF94CDB9BF}" dt="2023-12-01T07:24:39.535" v="757" actId="1076"/>
          <ac:spMkLst>
            <pc:docMk/>
            <pc:sldMk cId="2581092597" sldId="331"/>
            <ac:spMk id="69" creationId="{4B7440EB-0DE6-46F3-9342-4D31C6BC2244}"/>
          </ac:spMkLst>
        </pc:spChg>
        <pc:picChg chg="mod">
          <ac:chgData name="Muhammad Farooq Siddique" userId="ae23c6e981ed47f3" providerId="LiveId" clId="{8C9E3BFA-922C-4806-A54D-4EBF94CDB9BF}" dt="2023-12-01T07:24:39.535" v="757" actId="1076"/>
          <ac:picMkLst>
            <pc:docMk/>
            <pc:sldMk cId="2581092597" sldId="331"/>
            <ac:picMk id="20" creationId="{3FFBFBDD-3917-45B4-AAD3-6154DBA53B40}"/>
          </ac:picMkLst>
        </pc:picChg>
        <pc:picChg chg="mod">
          <ac:chgData name="Muhammad Farooq Siddique" userId="ae23c6e981ed47f3" providerId="LiveId" clId="{8C9E3BFA-922C-4806-A54D-4EBF94CDB9BF}" dt="2023-12-01T07:24:39.535" v="757" actId="1076"/>
          <ac:picMkLst>
            <pc:docMk/>
            <pc:sldMk cId="2581092597" sldId="331"/>
            <ac:picMk id="25" creationId="{8997B157-83B7-4175-8E7B-F5D36E14C504}"/>
          </ac:picMkLst>
        </pc:picChg>
        <pc:picChg chg="mod">
          <ac:chgData name="Muhammad Farooq Siddique" userId="ae23c6e981ed47f3" providerId="LiveId" clId="{8C9E3BFA-922C-4806-A54D-4EBF94CDB9BF}" dt="2023-12-01T07:24:39.535" v="757" actId="1076"/>
          <ac:picMkLst>
            <pc:docMk/>
            <pc:sldMk cId="2581092597" sldId="331"/>
            <ac:picMk id="53" creationId="{51F62BA6-3815-4B38-8E33-D98EDCE84300}"/>
          </ac:picMkLst>
        </pc:picChg>
        <pc:picChg chg="mod">
          <ac:chgData name="Muhammad Farooq Siddique" userId="ae23c6e981ed47f3" providerId="LiveId" clId="{8C9E3BFA-922C-4806-A54D-4EBF94CDB9BF}" dt="2023-12-01T07:24:39.535" v="757" actId="1076"/>
          <ac:picMkLst>
            <pc:docMk/>
            <pc:sldMk cId="2581092597" sldId="331"/>
            <ac:picMk id="54" creationId="{BC44151A-4A7E-4869-ABEA-CDE363D2F390}"/>
          </ac:picMkLst>
        </pc:picChg>
        <pc:picChg chg="mod">
          <ac:chgData name="Muhammad Farooq Siddique" userId="ae23c6e981ed47f3" providerId="LiveId" clId="{8C9E3BFA-922C-4806-A54D-4EBF94CDB9BF}" dt="2023-12-01T07:24:39.535" v="757" actId="1076"/>
          <ac:picMkLst>
            <pc:docMk/>
            <pc:sldMk cId="2581092597" sldId="331"/>
            <ac:picMk id="121" creationId="{EB5E6CAE-72F2-4CDE-AD75-F9E81192C605}"/>
          </ac:picMkLst>
        </pc:picChg>
        <pc:picChg chg="mod">
          <ac:chgData name="Muhammad Farooq Siddique" userId="ae23c6e981ed47f3" providerId="LiveId" clId="{8C9E3BFA-922C-4806-A54D-4EBF94CDB9BF}" dt="2023-12-01T07:24:39.535" v="757" actId="1076"/>
          <ac:picMkLst>
            <pc:docMk/>
            <pc:sldMk cId="2581092597" sldId="331"/>
            <ac:picMk id="122" creationId="{F468AAE8-93D7-4909-9DE5-F6072B7AE7E5}"/>
          </ac:picMkLst>
        </pc:picChg>
        <pc:picChg chg="mod">
          <ac:chgData name="Muhammad Farooq Siddique" userId="ae23c6e981ed47f3" providerId="LiveId" clId="{8C9E3BFA-922C-4806-A54D-4EBF94CDB9BF}" dt="2023-12-01T07:24:39.535" v="757" actId="1076"/>
          <ac:picMkLst>
            <pc:docMk/>
            <pc:sldMk cId="2581092597" sldId="331"/>
            <ac:picMk id="123" creationId="{48C5ABD3-19DC-40C9-B263-F74772915BC4}"/>
          </ac:picMkLst>
        </pc:picChg>
        <pc:picChg chg="mod">
          <ac:chgData name="Muhammad Farooq Siddique" userId="ae23c6e981ed47f3" providerId="LiveId" clId="{8C9E3BFA-922C-4806-A54D-4EBF94CDB9BF}" dt="2023-12-01T07:24:39.535" v="757" actId="1076"/>
          <ac:picMkLst>
            <pc:docMk/>
            <pc:sldMk cId="2581092597" sldId="331"/>
            <ac:picMk id="124" creationId="{8CD497FC-A4B0-4785-910A-1D54D1077AD4}"/>
          </ac:picMkLst>
        </pc:picChg>
        <pc:picChg chg="mod">
          <ac:chgData name="Muhammad Farooq Siddique" userId="ae23c6e981ed47f3" providerId="LiveId" clId="{8C9E3BFA-922C-4806-A54D-4EBF94CDB9BF}" dt="2023-12-01T07:24:39.535" v="757" actId="1076"/>
          <ac:picMkLst>
            <pc:docMk/>
            <pc:sldMk cId="2581092597" sldId="331"/>
            <ac:picMk id="125" creationId="{37F00D94-114E-47CB-B91D-B03A417AE02F}"/>
          </ac:picMkLst>
        </pc:picChg>
        <pc:picChg chg="mod">
          <ac:chgData name="Muhammad Farooq Siddique" userId="ae23c6e981ed47f3" providerId="LiveId" clId="{8C9E3BFA-922C-4806-A54D-4EBF94CDB9BF}" dt="2023-12-01T07:24:39.535" v="757" actId="1076"/>
          <ac:picMkLst>
            <pc:docMk/>
            <pc:sldMk cId="2581092597" sldId="331"/>
            <ac:picMk id="126" creationId="{1B9A146D-9C63-4EF4-8FF7-12029F6D431A}"/>
          </ac:picMkLst>
        </pc:picChg>
        <pc:picChg chg="mod">
          <ac:chgData name="Muhammad Farooq Siddique" userId="ae23c6e981ed47f3" providerId="LiveId" clId="{8C9E3BFA-922C-4806-A54D-4EBF94CDB9BF}" dt="2023-12-01T07:24:39.535" v="757" actId="1076"/>
          <ac:picMkLst>
            <pc:docMk/>
            <pc:sldMk cId="2581092597" sldId="331"/>
            <ac:picMk id="127" creationId="{C6FC771C-911F-48A9-A6BA-DDD3824DF218}"/>
          </ac:picMkLst>
        </pc:picChg>
        <pc:picChg chg="mod">
          <ac:chgData name="Muhammad Farooq Siddique" userId="ae23c6e981ed47f3" providerId="LiveId" clId="{8C9E3BFA-922C-4806-A54D-4EBF94CDB9BF}" dt="2023-12-01T07:24:39.535" v="757" actId="1076"/>
          <ac:picMkLst>
            <pc:docMk/>
            <pc:sldMk cId="2581092597" sldId="331"/>
            <ac:picMk id="129" creationId="{25BB0045-2C62-45FE-9BB2-91F96FFBBF5F}"/>
          </ac:picMkLst>
        </pc:picChg>
        <pc:picChg chg="mod">
          <ac:chgData name="Muhammad Farooq Siddique" userId="ae23c6e981ed47f3" providerId="LiveId" clId="{8C9E3BFA-922C-4806-A54D-4EBF94CDB9BF}" dt="2023-12-01T07:24:39.535" v="757" actId="1076"/>
          <ac:picMkLst>
            <pc:docMk/>
            <pc:sldMk cId="2581092597" sldId="331"/>
            <ac:picMk id="130" creationId="{486964BE-A04C-4864-AED2-950ACA36C669}"/>
          </ac:picMkLst>
        </pc:picChg>
        <pc:picChg chg="mod">
          <ac:chgData name="Muhammad Farooq Siddique" userId="ae23c6e981ed47f3" providerId="LiveId" clId="{8C9E3BFA-922C-4806-A54D-4EBF94CDB9BF}" dt="2023-12-01T07:24:39.535" v="757" actId="1076"/>
          <ac:picMkLst>
            <pc:docMk/>
            <pc:sldMk cId="2581092597" sldId="331"/>
            <ac:picMk id="132" creationId="{23E3F703-94F1-4513-89A8-6294961CFEAA}"/>
          </ac:picMkLst>
        </pc:picChg>
        <pc:picChg chg="mod">
          <ac:chgData name="Muhammad Farooq Siddique" userId="ae23c6e981ed47f3" providerId="LiveId" clId="{8C9E3BFA-922C-4806-A54D-4EBF94CDB9BF}" dt="2023-12-01T07:24:39.535" v="757" actId="1076"/>
          <ac:picMkLst>
            <pc:docMk/>
            <pc:sldMk cId="2581092597" sldId="331"/>
            <ac:picMk id="133" creationId="{FAB36FE7-E30A-4EA5-816F-DCBC97A907A6}"/>
          </ac:picMkLst>
        </pc:picChg>
        <pc:picChg chg="mod">
          <ac:chgData name="Muhammad Farooq Siddique" userId="ae23c6e981ed47f3" providerId="LiveId" clId="{8C9E3BFA-922C-4806-A54D-4EBF94CDB9BF}" dt="2023-12-01T07:24:39.535" v="757" actId="1076"/>
          <ac:picMkLst>
            <pc:docMk/>
            <pc:sldMk cId="2581092597" sldId="331"/>
            <ac:picMk id="134" creationId="{FA23E37E-FD79-4725-ADDE-3DBF6F3F25E5}"/>
          </ac:picMkLst>
        </pc:picChg>
        <pc:picChg chg="mod">
          <ac:chgData name="Muhammad Farooq Siddique" userId="ae23c6e981ed47f3" providerId="LiveId" clId="{8C9E3BFA-922C-4806-A54D-4EBF94CDB9BF}" dt="2023-12-01T07:24:39.535" v="757" actId="1076"/>
          <ac:picMkLst>
            <pc:docMk/>
            <pc:sldMk cId="2581092597" sldId="331"/>
            <ac:picMk id="136" creationId="{3C89303C-5B3D-43CD-A0F3-0D582C95AEB5}"/>
          </ac:picMkLst>
        </pc:picChg>
        <pc:picChg chg="mod">
          <ac:chgData name="Muhammad Farooq Siddique" userId="ae23c6e981ed47f3" providerId="LiveId" clId="{8C9E3BFA-922C-4806-A54D-4EBF94CDB9BF}" dt="2023-12-01T07:24:39.535" v="757" actId="1076"/>
          <ac:picMkLst>
            <pc:docMk/>
            <pc:sldMk cId="2581092597" sldId="331"/>
            <ac:picMk id="1048" creationId="{FAA4EA0E-E683-4829-A80A-1604B2A1187D}"/>
          </ac:picMkLst>
        </pc:picChg>
        <pc:picChg chg="mod">
          <ac:chgData name="Muhammad Farooq Siddique" userId="ae23c6e981ed47f3" providerId="LiveId" clId="{8C9E3BFA-922C-4806-A54D-4EBF94CDB9BF}" dt="2023-12-01T07:24:39.535" v="757" actId="1076"/>
          <ac:picMkLst>
            <pc:docMk/>
            <pc:sldMk cId="2581092597" sldId="331"/>
            <ac:picMk id="1056" creationId="{9CAE7695-CA93-4062-8E09-679D6E143BB4}"/>
          </ac:picMkLst>
        </pc:picChg>
        <pc:cxnChg chg="mod">
          <ac:chgData name="Muhammad Farooq Siddique" userId="ae23c6e981ed47f3" providerId="LiveId" clId="{8C9E3BFA-922C-4806-A54D-4EBF94CDB9BF}" dt="2023-12-01T07:24:39.535" v="757" actId="1076"/>
          <ac:cxnSpMkLst>
            <pc:docMk/>
            <pc:sldMk cId="2581092597" sldId="331"/>
            <ac:cxnSpMk id="4" creationId="{539DBE22-3873-EDBD-45B0-CF6E919426FF}"/>
          </ac:cxnSpMkLst>
        </pc:cxnChg>
        <pc:cxnChg chg="mod">
          <ac:chgData name="Muhammad Farooq Siddique" userId="ae23c6e981ed47f3" providerId="LiveId" clId="{8C9E3BFA-922C-4806-A54D-4EBF94CDB9BF}" dt="2023-12-01T07:24:39.535" v="757" actId="1076"/>
          <ac:cxnSpMkLst>
            <pc:docMk/>
            <pc:sldMk cId="2581092597" sldId="331"/>
            <ac:cxnSpMk id="9" creationId="{2271C70E-8E77-E48A-F04C-B7EABB1DFDE7}"/>
          </ac:cxnSpMkLst>
        </pc:cxnChg>
        <pc:cxnChg chg="mod">
          <ac:chgData name="Muhammad Farooq Siddique" userId="ae23c6e981ed47f3" providerId="LiveId" clId="{8C9E3BFA-922C-4806-A54D-4EBF94CDB9BF}" dt="2023-12-01T07:24:39.535" v="757" actId="1076"/>
          <ac:cxnSpMkLst>
            <pc:docMk/>
            <pc:sldMk cId="2581092597" sldId="331"/>
            <ac:cxnSpMk id="28" creationId="{470AB047-DBB1-EE80-9D34-6BB26C815EDD}"/>
          </ac:cxnSpMkLst>
        </pc:cxnChg>
        <pc:cxnChg chg="mod">
          <ac:chgData name="Muhammad Farooq Siddique" userId="ae23c6e981ed47f3" providerId="LiveId" clId="{8C9E3BFA-922C-4806-A54D-4EBF94CDB9BF}" dt="2023-12-01T07:24:39.535" v="757" actId="1076"/>
          <ac:cxnSpMkLst>
            <pc:docMk/>
            <pc:sldMk cId="2581092597" sldId="331"/>
            <ac:cxnSpMk id="33" creationId="{7137EE88-8FD8-5C8E-04A9-C5526623D428}"/>
          </ac:cxnSpMkLst>
        </pc:cxnChg>
        <pc:cxnChg chg="mod">
          <ac:chgData name="Muhammad Farooq Siddique" userId="ae23c6e981ed47f3" providerId="LiveId" clId="{8C9E3BFA-922C-4806-A54D-4EBF94CDB9BF}" dt="2023-12-01T07:24:39.535" v="757" actId="1076"/>
          <ac:cxnSpMkLst>
            <pc:docMk/>
            <pc:sldMk cId="2581092597" sldId="331"/>
            <ac:cxnSpMk id="37" creationId="{435D28E9-4893-5D09-CDA7-7E4E6A54D20F}"/>
          </ac:cxnSpMkLst>
        </pc:cxnChg>
        <pc:cxnChg chg="mod">
          <ac:chgData name="Muhammad Farooq Siddique" userId="ae23c6e981ed47f3" providerId="LiveId" clId="{8C9E3BFA-922C-4806-A54D-4EBF94CDB9BF}" dt="2023-12-01T07:24:39.535" v="757" actId="1076"/>
          <ac:cxnSpMkLst>
            <pc:docMk/>
            <pc:sldMk cId="2581092597" sldId="331"/>
            <ac:cxnSpMk id="41" creationId="{23406480-2858-7029-F946-7A17D2046770}"/>
          </ac:cxnSpMkLst>
        </pc:cxnChg>
        <pc:cxnChg chg="mod">
          <ac:chgData name="Muhammad Farooq Siddique" userId="ae23c6e981ed47f3" providerId="LiveId" clId="{8C9E3BFA-922C-4806-A54D-4EBF94CDB9BF}" dt="2023-12-01T07:24:39.535" v="757" actId="1076"/>
          <ac:cxnSpMkLst>
            <pc:docMk/>
            <pc:sldMk cId="2581092597" sldId="331"/>
            <ac:cxnSpMk id="44" creationId="{6C4F2236-562D-B0DF-B042-ED95EF317ACC}"/>
          </ac:cxnSpMkLst>
        </pc:cxnChg>
      </pc:sldChg>
      <pc:sldChg chg="addSp delSp modSp mod ord">
        <pc:chgData name="Muhammad Farooq Siddique" userId="ae23c6e981ed47f3" providerId="LiveId" clId="{8C9E3BFA-922C-4806-A54D-4EBF94CDB9BF}" dt="2023-12-01T08:32:38.091" v="781"/>
        <pc:sldMkLst>
          <pc:docMk/>
          <pc:sldMk cId="2718668019" sldId="334"/>
        </pc:sldMkLst>
        <pc:picChg chg="add mod">
          <ac:chgData name="Muhammad Farooq Siddique" userId="ae23c6e981ed47f3" providerId="LiveId" clId="{8C9E3BFA-922C-4806-A54D-4EBF94CDB9BF}" dt="2023-12-01T06:50:41.659" v="613" actId="1076"/>
          <ac:picMkLst>
            <pc:docMk/>
            <pc:sldMk cId="2718668019" sldId="334"/>
            <ac:picMk id="2" creationId="{BDBE276E-2724-1E98-0231-B0C19D9FC4D5}"/>
          </ac:picMkLst>
        </pc:picChg>
        <pc:picChg chg="del">
          <ac:chgData name="Muhammad Farooq Siddique" userId="ae23c6e981ed47f3" providerId="LiveId" clId="{8C9E3BFA-922C-4806-A54D-4EBF94CDB9BF}" dt="2023-12-01T06:50:29.314" v="607" actId="478"/>
          <ac:picMkLst>
            <pc:docMk/>
            <pc:sldMk cId="2718668019" sldId="334"/>
            <ac:picMk id="1094" creationId="{486B97AB-B9D4-FAD5-872B-8B2B909C5387}"/>
          </ac:picMkLst>
        </pc:picChg>
      </pc:sldChg>
      <pc:sldChg chg="del">
        <pc:chgData name="Muhammad Farooq Siddique" userId="ae23c6e981ed47f3" providerId="LiveId" clId="{8C9E3BFA-922C-4806-A54D-4EBF94CDB9BF}" dt="2023-12-01T08:33:16.235" v="804" actId="2696"/>
        <pc:sldMkLst>
          <pc:docMk/>
          <pc:sldMk cId="3990381940" sldId="335"/>
        </pc:sldMkLst>
      </pc:sldChg>
      <pc:sldChg chg="addSp delSp modSp mod ord">
        <pc:chgData name="Muhammad Farooq Siddique" userId="ae23c6e981ed47f3" providerId="LiveId" clId="{8C9E3BFA-922C-4806-A54D-4EBF94CDB9BF}" dt="2023-12-01T06:52:35.061" v="615"/>
        <pc:sldMkLst>
          <pc:docMk/>
          <pc:sldMk cId="1065537800" sldId="336"/>
        </pc:sldMkLst>
        <pc:spChg chg="del mod">
          <ac:chgData name="Muhammad Farooq Siddique" userId="ae23c6e981ed47f3" providerId="LiveId" clId="{8C9E3BFA-922C-4806-A54D-4EBF94CDB9BF}" dt="2023-11-27T06:59:02.775" v="156" actId="478"/>
          <ac:spMkLst>
            <pc:docMk/>
            <pc:sldMk cId="1065537800" sldId="336"/>
            <ac:spMk id="7" creationId="{50611A0E-0A77-457D-AD73-2A898A2B6812}"/>
          </ac:spMkLst>
        </pc:spChg>
        <pc:spChg chg="del">
          <ac:chgData name="Muhammad Farooq Siddique" userId="ae23c6e981ed47f3" providerId="LiveId" clId="{8C9E3BFA-922C-4806-A54D-4EBF94CDB9BF}" dt="2023-11-27T06:58:58.297" v="153" actId="478"/>
          <ac:spMkLst>
            <pc:docMk/>
            <pc:sldMk cId="1065537800" sldId="336"/>
            <ac:spMk id="12" creationId="{D2FE8B9B-1516-4296-891D-157F03CFD8C1}"/>
          </ac:spMkLst>
        </pc:spChg>
        <pc:spChg chg="del">
          <ac:chgData name="Muhammad Farooq Siddique" userId="ae23c6e981ed47f3" providerId="LiveId" clId="{8C9E3BFA-922C-4806-A54D-4EBF94CDB9BF}" dt="2023-11-27T06:58:58.297" v="153" actId="478"/>
          <ac:spMkLst>
            <pc:docMk/>
            <pc:sldMk cId="1065537800" sldId="336"/>
            <ac:spMk id="13" creationId="{28BDB66E-097A-4DD8-A385-2C3E93EA837B}"/>
          </ac:spMkLst>
        </pc:spChg>
        <pc:spChg chg="del">
          <ac:chgData name="Muhammad Farooq Siddique" userId="ae23c6e981ed47f3" providerId="LiveId" clId="{8C9E3BFA-922C-4806-A54D-4EBF94CDB9BF}" dt="2023-11-27T06:58:58.297" v="153" actId="478"/>
          <ac:spMkLst>
            <pc:docMk/>
            <pc:sldMk cId="1065537800" sldId="336"/>
            <ac:spMk id="14" creationId="{D6999E5B-9214-4675-B9E1-204A4050449C}"/>
          </ac:spMkLst>
        </pc:spChg>
        <pc:spChg chg="del">
          <ac:chgData name="Muhammad Farooq Siddique" userId="ae23c6e981ed47f3" providerId="LiveId" clId="{8C9E3BFA-922C-4806-A54D-4EBF94CDB9BF}" dt="2023-11-27T06:58:58.297" v="153" actId="478"/>
          <ac:spMkLst>
            <pc:docMk/>
            <pc:sldMk cId="1065537800" sldId="336"/>
            <ac:spMk id="16" creationId="{54FD1DCA-7BED-4713-9E90-826B8CE2A425}"/>
          </ac:spMkLst>
        </pc:spChg>
        <pc:spChg chg="mod">
          <ac:chgData name="Muhammad Farooq Siddique" userId="ae23c6e981ed47f3" providerId="LiveId" clId="{8C9E3BFA-922C-4806-A54D-4EBF94CDB9BF}" dt="2023-11-27T06:59:23.502" v="162" actId="14100"/>
          <ac:spMkLst>
            <pc:docMk/>
            <pc:sldMk cId="1065537800" sldId="336"/>
            <ac:spMk id="19" creationId="{6F5FD925-BC9E-4E25-A54F-5C892EC15A32}"/>
          </ac:spMkLst>
        </pc:spChg>
        <pc:picChg chg="del">
          <ac:chgData name="Muhammad Farooq Siddique" userId="ae23c6e981ed47f3" providerId="LiveId" clId="{8C9E3BFA-922C-4806-A54D-4EBF94CDB9BF}" dt="2023-11-27T06:58:08.175" v="141" actId="478"/>
          <ac:picMkLst>
            <pc:docMk/>
            <pc:sldMk cId="1065537800" sldId="336"/>
            <ac:picMk id="3" creationId="{F9570607-A4B9-4A8F-98D3-41F94FA2DDFE}"/>
          </ac:picMkLst>
        </pc:picChg>
        <pc:picChg chg="del">
          <ac:chgData name="Muhammad Farooq Siddique" userId="ae23c6e981ed47f3" providerId="LiveId" clId="{8C9E3BFA-922C-4806-A54D-4EBF94CDB9BF}" dt="2023-11-27T06:56:10.506" v="117" actId="478"/>
          <ac:picMkLst>
            <pc:docMk/>
            <pc:sldMk cId="1065537800" sldId="336"/>
            <ac:picMk id="5" creationId="{370C9626-9AF5-42FB-808D-8C7B6C79F6EF}"/>
          </ac:picMkLst>
        </pc:picChg>
        <pc:picChg chg="del">
          <ac:chgData name="Muhammad Farooq Siddique" userId="ae23c6e981ed47f3" providerId="LiveId" clId="{8C9E3BFA-922C-4806-A54D-4EBF94CDB9BF}" dt="2023-11-27T06:58:59.558" v="154" actId="478"/>
          <ac:picMkLst>
            <pc:docMk/>
            <pc:sldMk cId="1065537800" sldId="336"/>
            <ac:picMk id="9" creationId="{4B306ED9-D74F-40B7-9706-7CCA1A1357D3}"/>
          </ac:picMkLst>
        </pc:picChg>
        <pc:picChg chg="add mod">
          <ac:chgData name="Muhammad Farooq Siddique" userId="ae23c6e981ed47f3" providerId="LiveId" clId="{8C9E3BFA-922C-4806-A54D-4EBF94CDB9BF}" dt="2023-12-01T06:40:59.407" v="484" actId="14100"/>
          <ac:picMkLst>
            <pc:docMk/>
            <pc:sldMk cId="1065537800" sldId="336"/>
            <ac:picMk id="10" creationId="{AF3F6D4C-20BB-13A0-BD35-3DD8BBA28E9A}"/>
          </ac:picMkLst>
        </pc:picChg>
        <pc:picChg chg="add mod">
          <ac:chgData name="Muhammad Farooq Siddique" userId="ae23c6e981ed47f3" providerId="LiveId" clId="{8C9E3BFA-922C-4806-A54D-4EBF94CDB9BF}" dt="2023-11-27T06:59:19.111" v="160" actId="14100"/>
          <ac:picMkLst>
            <pc:docMk/>
            <pc:sldMk cId="1065537800" sldId="336"/>
            <ac:picMk id="11" creationId="{382EB288-1B28-70BB-7754-E68F136EFFFC}"/>
          </ac:picMkLst>
        </pc:picChg>
        <pc:picChg chg="add mod">
          <ac:chgData name="Muhammad Farooq Siddique" userId="ae23c6e981ed47f3" providerId="LiveId" clId="{8C9E3BFA-922C-4806-A54D-4EBF94CDB9BF}" dt="2023-11-27T06:59:14.653" v="159" actId="14100"/>
          <ac:picMkLst>
            <pc:docMk/>
            <pc:sldMk cId="1065537800" sldId="336"/>
            <ac:picMk id="17" creationId="{DD04983F-E790-4876-A95F-AB7E0A40785E}"/>
          </ac:picMkLst>
        </pc:picChg>
      </pc:sldChg>
      <pc:sldChg chg="addSp delSp modSp mod">
        <pc:chgData name="Muhammad Farooq Siddique" userId="ae23c6e981ed47f3" providerId="LiveId" clId="{8C9E3BFA-922C-4806-A54D-4EBF94CDB9BF}" dt="2023-12-05T14:28:46.854" v="1322" actId="20577"/>
        <pc:sldMkLst>
          <pc:docMk/>
          <pc:sldMk cId="1107216266" sldId="342"/>
        </pc:sldMkLst>
        <pc:spChg chg="mod">
          <ac:chgData name="Muhammad Farooq Siddique" userId="ae23c6e981ed47f3" providerId="LiveId" clId="{8C9E3BFA-922C-4806-A54D-4EBF94CDB9BF}" dt="2023-11-27T06:33:46.174" v="42" actId="1076"/>
          <ac:spMkLst>
            <pc:docMk/>
            <pc:sldMk cId="1107216266" sldId="342"/>
            <ac:spMk id="7" creationId="{DD9EF215-83D3-47ED-C9C5-EBEDD4AA861F}"/>
          </ac:spMkLst>
        </pc:spChg>
        <pc:spChg chg="mod">
          <ac:chgData name="Muhammad Farooq Siddique" userId="ae23c6e981ed47f3" providerId="LiveId" clId="{8C9E3BFA-922C-4806-A54D-4EBF94CDB9BF}" dt="2023-11-27T06:49:48.120" v="98" actId="20577"/>
          <ac:spMkLst>
            <pc:docMk/>
            <pc:sldMk cId="1107216266" sldId="342"/>
            <ac:spMk id="15" creationId="{A7FB2B7A-57AF-4A1D-B003-BB273977C7B3}"/>
          </ac:spMkLst>
        </pc:spChg>
        <pc:spChg chg="mod">
          <ac:chgData name="Muhammad Farooq Siddique" userId="ae23c6e981ed47f3" providerId="LiveId" clId="{8C9E3BFA-922C-4806-A54D-4EBF94CDB9BF}" dt="2023-12-01T06:46:05.229" v="523" actId="20577"/>
          <ac:spMkLst>
            <pc:docMk/>
            <pc:sldMk cId="1107216266" sldId="342"/>
            <ac:spMk id="16" creationId="{17478E91-1790-4778-BCE5-19B314151A17}"/>
          </ac:spMkLst>
        </pc:spChg>
        <pc:spChg chg="mod">
          <ac:chgData name="Muhammad Farooq Siddique" userId="ae23c6e981ed47f3" providerId="LiveId" clId="{8C9E3BFA-922C-4806-A54D-4EBF94CDB9BF}" dt="2023-12-05T14:28:46.854" v="1322" actId="20577"/>
          <ac:spMkLst>
            <pc:docMk/>
            <pc:sldMk cId="1107216266" sldId="342"/>
            <ac:spMk id="25" creationId="{936CC8A4-0A95-4FF5-B45B-C5488376FCA8}"/>
          </ac:spMkLst>
        </pc:spChg>
        <pc:picChg chg="del">
          <ac:chgData name="Muhammad Farooq Siddique" userId="ae23c6e981ed47f3" providerId="LiveId" clId="{8C9E3BFA-922C-4806-A54D-4EBF94CDB9BF}" dt="2023-11-27T06:30:41.703" v="19" actId="478"/>
          <ac:picMkLst>
            <pc:docMk/>
            <pc:sldMk cId="1107216266" sldId="342"/>
            <ac:picMk id="3" creationId="{7F535886-C8D9-F97E-5F78-2256C5BC57C2}"/>
          </ac:picMkLst>
        </pc:picChg>
        <pc:picChg chg="del">
          <ac:chgData name="Muhammad Farooq Siddique" userId="ae23c6e981ed47f3" providerId="LiveId" clId="{8C9E3BFA-922C-4806-A54D-4EBF94CDB9BF}" dt="2023-11-27T06:31:03.022" v="28" actId="478"/>
          <ac:picMkLst>
            <pc:docMk/>
            <pc:sldMk cId="1107216266" sldId="342"/>
            <ac:picMk id="4" creationId="{C9617A08-F081-1F15-AC1B-899BEDF11B01}"/>
          </ac:picMkLst>
        </pc:picChg>
        <pc:picChg chg="add mod">
          <ac:chgData name="Muhammad Farooq Siddique" userId="ae23c6e981ed47f3" providerId="LiveId" clId="{8C9E3BFA-922C-4806-A54D-4EBF94CDB9BF}" dt="2023-11-27T06:31:22.845" v="35" actId="1076"/>
          <ac:picMkLst>
            <pc:docMk/>
            <pc:sldMk cId="1107216266" sldId="342"/>
            <ac:picMk id="5" creationId="{BC8BE1F0-BC3F-D27B-336E-D0B707002B17}"/>
          </ac:picMkLst>
        </pc:picChg>
        <pc:picChg chg="add mod">
          <ac:chgData name="Muhammad Farooq Siddique" userId="ae23c6e981ed47f3" providerId="LiveId" clId="{8C9E3BFA-922C-4806-A54D-4EBF94CDB9BF}" dt="2023-11-27T06:31:18.974" v="34" actId="1076"/>
          <ac:picMkLst>
            <pc:docMk/>
            <pc:sldMk cId="1107216266" sldId="342"/>
            <ac:picMk id="9" creationId="{F2C7FAEE-D0D5-975E-0A07-29AC7A2199FB}"/>
          </ac:picMkLst>
        </pc:picChg>
      </pc:sldChg>
      <pc:sldChg chg="addSp delSp modSp mod">
        <pc:chgData name="Muhammad Farooq Siddique" userId="ae23c6e981ed47f3" providerId="LiveId" clId="{8C9E3BFA-922C-4806-A54D-4EBF94CDB9BF}" dt="2023-12-04T04:44:27.423" v="1267" actId="14100"/>
        <pc:sldMkLst>
          <pc:docMk/>
          <pc:sldMk cId="1119758024" sldId="343"/>
        </pc:sldMkLst>
        <pc:spChg chg="mod">
          <ac:chgData name="Muhammad Farooq Siddique" userId="ae23c6e981ed47f3" providerId="LiveId" clId="{8C9E3BFA-922C-4806-A54D-4EBF94CDB9BF}" dt="2023-12-04T04:44:21.644" v="1265" actId="1076"/>
          <ac:spMkLst>
            <pc:docMk/>
            <pc:sldMk cId="1119758024" sldId="343"/>
            <ac:spMk id="5" creationId="{572853A7-1B7A-CFC2-3D69-764C32EEA235}"/>
          </ac:spMkLst>
        </pc:spChg>
        <pc:spChg chg="mod">
          <ac:chgData name="Muhammad Farooq Siddique" userId="ae23c6e981ed47f3" providerId="LiveId" clId="{8C9E3BFA-922C-4806-A54D-4EBF94CDB9BF}" dt="2023-11-28T06:10:02.454" v="273" actId="1076"/>
          <ac:spMkLst>
            <pc:docMk/>
            <pc:sldMk cId="1119758024" sldId="343"/>
            <ac:spMk id="15" creationId="{A7FB2B7A-57AF-4A1D-B003-BB273977C7B3}"/>
          </ac:spMkLst>
        </pc:spChg>
        <pc:spChg chg="mod">
          <ac:chgData name="Muhammad Farooq Siddique" userId="ae23c6e981ed47f3" providerId="LiveId" clId="{8C9E3BFA-922C-4806-A54D-4EBF94CDB9BF}" dt="2023-12-01T06:45:50.840" v="511" actId="20577"/>
          <ac:spMkLst>
            <pc:docMk/>
            <pc:sldMk cId="1119758024" sldId="343"/>
            <ac:spMk id="16" creationId="{17478E91-1790-4778-BCE5-19B314151A17}"/>
          </ac:spMkLst>
        </pc:spChg>
        <pc:graphicFrameChg chg="add mod modGraphic">
          <ac:chgData name="Muhammad Farooq Siddique" userId="ae23c6e981ed47f3" providerId="LiveId" clId="{8C9E3BFA-922C-4806-A54D-4EBF94CDB9BF}" dt="2023-12-04T04:44:27.423" v="1267" actId="14100"/>
          <ac:graphicFrameMkLst>
            <pc:docMk/>
            <pc:sldMk cId="1119758024" sldId="343"/>
            <ac:graphicFrameMk id="3" creationId="{6A9C0B86-AF29-2700-2854-5ABF4634FE7C}"/>
          </ac:graphicFrameMkLst>
        </pc:graphicFrameChg>
        <pc:picChg chg="del">
          <ac:chgData name="Muhammad Farooq Siddique" userId="ae23c6e981ed47f3" providerId="LiveId" clId="{8C9E3BFA-922C-4806-A54D-4EBF94CDB9BF}" dt="2023-12-01T06:41:17.724" v="486" actId="478"/>
          <ac:picMkLst>
            <pc:docMk/>
            <pc:sldMk cId="1119758024" sldId="343"/>
            <ac:picMk id="4" creationId="{828B16A8-9338-3397-6012-6339F243A880}"/>
          </ac:picMkLst>
        </pc:picChg>
      </pc:sldChg>
      <pc:sldChg chg="modSp mod">
        <pc:chgData name="Muhammad Farooq Siddique" userId="ae23c6e981ed47f3" providerId="LiveId" clId="{8C9E3BFA-922C-4806-A54D-4EBF94CDB9BF}" dt="2023-12-05T14:29:27.855" v="1325" actId="1076"/>
        <pc:sldMkLst>
          <pc:docMk/>
          <pc:sldMk cId="177652997" sldId="344"/>
        </pc:sldMkLst>
        <pc:spChg chg="mod">
          <ac:chgData name="Muhammad Farooq Siddique" userId="ae23c6e981ed47f3" providerId="LiveId" clId="{8C9E3BFA-922C-4806-A54D-4EBF94CDB9BF}" dt="2023-12-05T14:29:27.855" v="1325" actId="1076"/>
          <ac:spMkLst>
            <pc:docMk/>
            <pc:sldMk cId="177652997" sldId="344"/>
            <ac:spMk id="13" creationId="{704EE408-A161-41F3-A881-FE62B6D4A380}"/>
          </ac:spMkLst>
        </pc:spChg>
        <pc:spChg chg="mod">
          <ac:chgData name="Muhammad Farooq Siddique" userId="ae23c6e981ed47f3" providerId="LiveId" clId="{8C9E3BFA-922C-4806-A54D-4EBF94CDB9BF}" dt="2023-12-01T08:35:22.891" v="825" actId="14100"/>
          <ac:spMkLst>
            <pc:docMk/>
            <pc:sldMk cId="177652997" sldId="344"/>
            <ac:spMk id="28" creationId="{40AB2F05-2712-497E-BA80-CB5D5CBE9E6F}"/>
          </ac:spMkLst>
        </pc:spChg>
      </pc:sldChg>
      <pc:sldChg chg="addSp modSp mod">
        <pc:chgData name="Muhammad Farooq Siddique" userId="ae23c6e981ed47f3" providerId="LiveId" clId="{8C9E3BFA-922C-4806-A54D-4EBF94CDB9BF}" dt="2023-12-04T04:37:15.441" v="1263" actId="113"/>
        <pc:sldMkLst>
          <pc:docMk/>
          <pc:sldMk cId="3958582302" sldId="345"/>
        </pc:sldMkLst>
        <pc:spChg chg="add mod">
          <ac:chgData name="Muhammad Farooq Siddique" userId="ae23c6e981ed47f3" providerId="LiveId" clId="{8C9E3BFA-922C-4806-A54D-4EBF94CDB9BF}" dt="2023-12-04T04:37:11.925" v="1262" actId="113"/>
          <ac:spMkLst>
            <pc:docMk/>
            <pc:sldMk cId="3958582302" sldId="345"/>
            <ac:spMk id="3" creationId="{0AE7C804-C7EA-0B9B-6C46-D1F7FBE8F41E}"/>
          </ac:spMkLst>
        </pc:spChg>
        <pc:spChg chg="add mod">
          <ac:chgData name="Muhammad Farooq Siddique" userId="ae23c6e981ed47f3" providerId="LiveId" clId="{8C9E3BFA-922C-4806-A54D-4EBF94CDB9BF}" dt="2023-12-04T04:37:15.441" v="1263" actId="113"/>
          <ac:spMkLst>
            <pc:docMk/>
            <pc:sldMk cId="3958582302" sldId="345"/>
            <ac:spMk id="4" creationId="{D0B0472E-2BC0-637A-DF84-BD68ED1B1BAC}"/>
          </ac:spMkLst>
        </pc:spChg>
        <pc:spChg chg="mod">
          <ac:chgData name="Muhammad Farooq Siddique" userId="ae23c6e981ed47f3" providerId="LiveId" clId="{8C9E3BFA-922C-4806-A54D-4EBF94CDB9BF}" dt="2023-12-04T04:37:07.780" v="1261" actId="113"/>
          <ac:spMkLst>
            <pc:docMk/>
            <pc:sldMk cId="3958582302" sldId="345"/>
            <ac:spMk id="11" creationId="{ABC56EE3-1685-4ED0-9339-7AC836E90484}"/>
          </ac:spMkLst>
        </pc:spChg>
        <pc:spChg chg="mod">
          <ac:chgData name="Muhammad Farooq Siddique" userId="ae23c6e981ed47f3" providerId="LiveId" clId="{8C9E3BFA-922C-4806-A54D-4EBF94CDB9BF}" dt="2023-12-04T04:36:59.142" v="1259" actId="113"/>
          <ac:spMkLst>
            <pc:docMk/>
            <pc:sldMk cId="3958582302" sldId="345"/>
            <ac:spMk id="44" creationId="{70B1970D-D893-47A1-8437-FC8C4EF3A9B4}"/>
          </ac:spMkLst>
        </pc:spChg>
        <pc:spChg chg="mod">
          <ac:chgData name="Muhammad Farooq Siddique" userId="ae23c6e981ed47f3" providerId="LiveId" clId="{8C9E3BFA-922C-4806-A54D-4EBF94CDB9BF}" dt="2023-12-04T04:37:05.084" v="1260" actId="113"/>
          <ac:spMkLst>
            <pc:docMk/>
            <pc:sldMk cId="3958582302" sldId="345"/>
            <ac:spMk id="46" creationId="{E6D19242-4824-4B95-B9C9-2C463CE3C233}"/>
          </ac:spMkLst>
        </pc:spChg>
      </pc:sldChg>
      <pc:sldChg chg="delSp modSp mod">
        <pc:chgData name="Muhammad Farooq Siddique" userId="ae23c6e981ed47f3" providerId="LiveId" clId="{8C9E3BFA-922C-4806-A54D-4EBF94CDB9BF}" dt="2023-12-01T06:30:41.484" v="405" actId="1076"/>
        <pc:sldMkLst>
          <pc:docMk/>
          <pc:sldMk cId="571732984" sldId="347"/>
        </pc:sldMkLst>
        <pc:spChg chg="mod">
          <ac:chgData name="Muhammad Farooq Siddique" userId="ae23c6e981ed47f3" providerId="LiveId" clId="{8C9E3BFA-922C-4806-A54D-4EBF94CDB9BF}" dt="2023-12-01T06:30:38.100" v="404" actId="1076"/>
          <ac:spMkLst>
            <pc:docMk/>
            <pc:sldMk cId="571732984" sldId="347"/>
            <ac:spMk id="43" creationId="{A89F21FD-CA0E-3075-114F-BA85D49412A3}"/>
          </ac:spMkLst>
        </pc:spChg>
        <pc:spChg chg="mod">
          <ac:chgData name="Muhammad Farooq Siddique" userId="ae23c6e981ed47f3" providerId="LiveId" clId="{8C9E3BFA-922C-4806-A54D-4EBF94CDB9BF}" dt="2023-12-01T06:30:33.863" v="403" actId="5793"/>
          <ac:spMkLst>
            <pc:docMk/>
            <pc:sldMk cId="571732984" sldId="347"/>
            <ac:spMk id="48" creationId="{3318EE2B-A5B4-00CF-559D-AA35D8D764C0}"/>
          </ac:spMkLst>
        </pc:spChg>
        <pc:spChg chg="del">
          <ac:chgData name="Muhammad Farooq Siddique" userId="ae23c6e981ed47f3" providerId="LiveId" clId="{8C9E3BFA-922C-4806-A54D-4EBF94CDB9BF}" dt="2023-12-01T06:28:04.556" v="385" actId="478"/>
          <ac:spMkLst>
            <pc:docMk/>
            <pc:sldMk cId="571732984" sldId="347"/>
            <ac:spMk id="49" creationId="{7C61276F-1B10-9A3C-CA67-61280459099C}"/>
          </ac:spMkLst>
        </pc:spChg>
        <pc:spChg chg="mod">
          <ac:chgData name="Muhammad Farooq Siddique" userId="ae23c6e981ed47f3" providerId="LiveId" clId="{8C9E3BFA-922C-4806-A54D-4EBF94CDB9BF}" dt="2023-12-01T06:30:41.484" v="405" actId="1076"/>
          <ac:spMkLst>
            <pc:docMk/>
            <pc:sldMk cId="571732984" sldId="347"/>
            <ac:spMk id="52" creationId="{7860B60F-6D77-8781-F894-522803DE1ACD}"/>
          </ac:spMkLst>
        </pc:spChg>
        <pc:spChg chg="del">
          <ac:chgData name="Muhammad Farooq Siddique" userId="ae23c6e981ed47f3" providerId="LiveId" clId="{8C9E3BFA-922C-4806-A54D-4EBF94CDB9BF}" dt="2023-12-01T06:28:05.892" v="386" actId="478"/>
          <ac:spMkLst>
            <pc:docMk/>
            <pc:sldMk cId="571732984" sldId="347"/>
            <ac:spMk id="53" creationId="{0B26205D-4547-263E-B39B-8CF50A4736CD}"/>
          </ac:spMkLst>
        </pc:spChg>
      </pc:sldChg>
      <pc:sldChg chg="addSp delSp modSp del mod">
        <pc:chgData name="Muhammad Farooq Siddique" userId="ae23c6e981ed47f3" providerId="LiveId" clId="{8C9E3BFA-922C-4806-A54D-4EBF94CDB9BF}" dt="2023-12-05T14:26:37.032" v="1290" actId="2696"/>
        <pc:sldMkLst>
          <pc:docMk/>
          <pc:sldMk cId="597693723" sldId="348"/>
        </pc:sldMkLst>
        <pc:spChg chg="mod">
          <ac:chgData name="Muhammad Farooq Siddique" userId="ae23c6e981ed47f3" providerId="LiveId" clId="{8C9E3BFA-922C-4806-A54D-4EBF94CDB9BF}" dt="2023-12-05T14:25:46.808" v="1288" actId="1076"/>
          <ac:spMkLst>
            <pc:docMk/>
            <pc:sldMk cId="597693723" sldId="348"/>
            <ac:spMk id="1062" creationId="{CE63EEE8-5FD8-272E-330C-09D137230482}"/>
          </ac:spMkLst>
        </pc:spChg>
        <pc:picChg chg="add mod">
          <ac:chgData name="Muhammad Farooq Siddique" userId="ae23c6e981ed47f3" providerId="LiveId" clId="{8C9E3BFA-922C-4806-A54D-4EBF94CDB9BF}" dt="2023-12-05T14:25:23.672" v="1283" actId="1076"/>
          <ac:picMkLst>
            <pc:docMk/>
            <pc:sldMk cId="597693723" sldId="348"/>
            <ac:picMk id="4" creationId="{D52C92AA-54F6-52E1-B3BD-1E95A933D600}"/>
          </ac:picMkLst>
        </pc:picChg>
        <pc:picChg chg="add mod">
          <ac:chgData name="Muhammad Farooq Siddique" userId="ae23c6e981ed47f3" providerId="LiveId" clId="{8C9E3BFA-922C-4806-A54D-4EBF94CDB9BF}" dt="2023-12-05T14:25:39.469" v="1287" actId="1076"/>
          <ac:picMkLst>
            <pc:docMk/>
            <pc:sldMk cId="597693723" sldId="348"/>
            <ac:picMk id="5" creationId="{5C1EBE9E-444E-85BF-AFD0-C7FDEAD767F3}"/>
          </ac:picMkLst>
        </pc:picChg>
        <pc:picChg chg="del">
          <ac:chgData name="Muhammad Farooq Siddique" userId="ae23c6e981ed47f3" providerId="LiveId" clId="{8C9E3BFA-922C-4806-A54D-4EBF94CDB9BF}" dt="2023-12-04T05:12:18.197" v="1274" actId="21"/>
          <ac:picMkLst>
            <pc:docMk/>
            <pc:sldMk cId="597693723" sldId="348"/>
            <ac:picMk id="17" creationId="{54D81A86-1D24-2A28-59A7-5AB52BCCD89B}"/>
          </ac:picMkLst>
        </pc:picChg>
        <pc:picChg chg="del">
          <ac:chgData name="Muhammad Farooq Siddique" userId="ae23c6e981ed47f3" providerId="LiveId" clId="{8C9E3BFA-922C-4806-A54D-4EBF94CDB9BF}" dt="2023-12-05T14:25:19.984" v="1282" actId="478"/>
          <ac:picMkLst>
            <pc:docMk/>
            <pc:sldMk cId="597693723" sldId="348"/>
            <ac:picMk id="1048" creationId="{2D504B39-09F9-2B15-2FFB-F7B593F031D4}"/>
          </ac:picMkLst>
        </pc:picChg>
        <pc:picChg chg="mod">
          <ac:chgData name="Muhammad Farooq Siddique" userId="ae23c6e981ed47f3" providerId="LiveId" clId="{8C9E3BFA-922C-4806-A54D-4EBF94CDB9BF}" dt="2023-12-05T14:25:53.111" v="1289" actId="1076"/>
          <ac:picMkLst>
            <pc:docMk/>
            <pc:sldMk cId="597693723" sldId="348"/>
            <ac:picMk id="1060" creationId="{FB426845-D5A8-255E-963D-6BFB4CF3DEA4}"/>
          </ac:picMkLst>
        </pc:picChg>
      </pc:sldChg>
      <pc:sldChg chg="addSp delSp modSp mod ord">
        <pc:chgData name="Muhammad Farooq Siddique" userId="ae23c6e981ed47f3" providerId="LiveId" clId="{8C9E3BFA-922C-4806-A54D-4EBF94CDB9BF}" dt="2023-12-04T05:01:33.056" v="1273" actId="20577"/>
        <pc:sldMkLst>
          <pc:docMk/>
          <pc:sldMk cId="664060664" sldId="349"/>
        </pc:sldMkLst>
        <pc:spChg chg="mod">
          <ac:chgData name="Muhammad Farooq Siddique" userId="ae23c6e981ed47f3" providerId="LiveId" clId="{8C9E3BFA-922C-4806-A54D-4EBF94CDB9BF}" dt="2023-12-01T06:48:59.787" v="587" actId="14100"/>
          <ac:spMkLst>
            <pc:docMk/>
            <pc:sldMk cId="664060664" sldId="349"/>
            <ac:spMk id="1029" creationId="{1435AAFB-0997-D487-3511-92B0F870D28D}"/>
          </ac:spMkLst>
        </pc:spChg>
        <pc:spChg chg="mod">
          <ac:chgData name="Muhammad Farooq Siddique" userId="ae23c6e981ed47f3" providerId="LiveId" clId="{8C9E3BFA-922C-4806-A54D-4EBF94CDB9BF}" dt="2023-12-04T05:01:33.056" v="1273" actId="20577"/>
          <ac:spMkLst>
            <pc:docMk/>
            <pc:sldMk cId="664060664" sldId="349"/>
            <ac:spMk id="1030" creationId="{70323E02-8FAD-9A71-B0FC-62C646578603}"/>
          </ac:spMkLst>
        </pc:spChg>
        <pc:spChg chg="mod">
          <ac:chgData name="Muhammad Farooq Siddique" userId="ae23c6e981ed47f3" providerId="LiveId" clId="{8C9E3BFA-922C-4806-A54D-4EBF94CDB9BF}" dt="2023-12-01T06:49:48.724" v="605" actId="1076"/>
          <ac:spMkLst>
            <pc:docMk/>
            <pc:sldMk cId="664060664" sldId="349"/>
            <ac:spMk id="1031" creationId="{85CDF266-41EC-900C-C972-6F514B9681C0}"/>
          </ac:spMkLst>
        </pc:spChg>
        <pc:spChg chg="del mod">
          <ac:chgData name="Muhammad Farooq Siddique" userId="ae23c6e981ed47f3" providerId="LiveId" clId="{8C9E3BFA-922C-4806-A54D-4EBF94CDB9BF}" dt="2023-12-01T06:48:53.500" v="585" actId="478"/>
          <ac:spMkLst>
            <pc:docMk/>
            <pc:sldMk cId="664060664" sldId="349"/>
            <ac:spMk id="1033" creationId="{43656A08-6047-14DB-BEED-2E35282B793E}"/>
          </ac:spMkLst>
        </pc:spChg>
        <pc:spChg chg="del">
          <ac:chgData name="Muhammad Farooq Siddique" userId="ae23c6e981ed47f3" providerId="LiveId" clId="{8C9E3BFA-922C-4806-A54D-4EBF94CDB9BF}" dt="2023-11-27T07:00:14.322" v="188" actId="478"/>
          <ac:spMkLst>
            <pc:docMk/>
            <pc:sldMk cId="664060664" sldId="349"/>
            <ac:spMk id="1036" creationId="{980193AD-9F5C-92CD-651B-DF0B32531DA9}"/>
          </ac:spMkLst>
        </pc:spChg>
        <pc:spChg chg="del">
          <ac:chgData name="Muhammad Farooq Siddique" userId="ae23c6e981ed47f3" providerId="LiveId" clId="{8C9E3BFA-922C-4806-A54D-4EBF94CDB9BF}" dt="2023-11-27T07:00:14.322" v="188" actId="478"/>
          <ac:spMkLst>
            <pc:docMk/>
            <pc:sldMk cId="664060664" sldId="349"/>
            <ac:spMk id="1038" creationId="{B8B79A7B-C5F9-B39F-8BDC-075A5CC489F3}"/>
          </ac:spMkLst>
        </pc:spChg>
        <pc:spChg chg="del">
          <ac:chgData name="Muhammad Farooq Siddique" userId="ae23c6e981ed47f3" providerId="LiveId" clId="{8C9E3BFA-922C-4806-A54D-4EBF94CDB9BF}" dt="2023-11-27T07:01:19.900" v="208" actId="478"/>
          <ac:spMkLst>
            <pc:docMk/>
            <pc:sldMk cId="664060664" sldId="349"/>
            <ac:spMk id="1040" creationId="{4E6CF628-7465-BF10-C6F5-ACB6B170684A}"/>
          </ac:spMkLst>
        </pc:spChg>
        <pc:spChg chg="del">
          <ac:chgData name="Muhammad Farooq Siddique" userId="ae23c6e981ed47f3" providerId="LiveId" clId="{8C9E3BFA-922C-4806-A54D-4EBF94CDB9BF}" dt="2023-11-27T07:01:24.904" v="210" actId="478"/>
          <ac:spMkLst>
            <pc:docMk/>
            <pc:sldMk cId="664060664" sldId="349"/>
            <ac:spMk id="1041" creationId="{590BDA73-D427-73A7-A7AD-FA33CF53CF05}"/>
          </ac:spMkLst>
        </pc:spChg>
        <pc:spChg chg="del">
          <ac:chgData name="Muhammad Farooq Siddique" userId="ae23c6e981ed47f3" providerId="LiveId" clId="{8C9E3BFA-922C-4806-A54D-4EBF94CDB9BF}" dt="2023-11-27T07:00:14.322" v="188" actId="478"/>
          <ac:spMkLst>
            <pc:docMk/>
            <pc:sldMk cId="664060664" sldId="349"/>
            <ac:spMk id="1042" creationId="{E0FB0F56-3700-79ED-0E70-6AAD8B69B73C}"/>
          </ac:spMkLst>
        </pc:spChg>
        <pc:spChg chg="del">
          <ac:chgData name="Muhammad Farooq Siddique" userId="ae23c6e981ed47f3" providerId="LiveId" clId="{8C9E3BFA-922C-4806-A54D-4EBF94CDB9BF}" dt="2023-11-27T07:00:14.322" v="188" actId="478"/>
          <ac:spMkLst>
            <pc:docMk/>
            <pc:sldMk cId="664060664" sldId="349"/>
            <ac:spMk id="1043" creationId="{821D9A7C-BCA9-80D9-DFC5-FCDD109DFCA6}"/>
          </ac:spMkLst>
        </pc:spChg>
        <pc:spChg chg="del">
          <ac:chgData name="Muhammad Farooq Siddique" userId="ae23c6e981ed47f3" providerId="LiveId" clId="{8C9E3BFA-922C-4806-A54D-4EBF94CDB9BF}" dt="2023-11-27T07:00:14.322" v="188" actId="478"/>
          <ac:spMkLst>
            <pc:docMk/>
            <pc:sldMk cId="664060664" sldId="349"/>
            <ac:spMk id="1044" creationId="{CDDF30B3-6C53-9491-78A7-7AC346F34BF9}"/>
          </ac:spMkLst>
        </pc:spChg>
        <pc:spChg chg="del">
          <ac:chgData name="Muhammad Farooq Siddique" userId="ae23c6e981ed47f3" providerId="LiveId" clId="{8C9E3BFA-922C-4806-A54D-4EBF94CDB9BF}" dt="2023-11-27T07:00:14.322" v="188" actId="478"/>
          <ac:spMkLst>
            <pc:docMk/>
            <pc:sldMk cId="664060664" sldId="349"/>
            <ac:spMk id="1045" creationId="{EA068AE9-F74E-F84F-571F-B3A485165305}"/>
          </ac:spMkLst>
        </pc:spChg>
        <pc:spChg chg="del mod">
          <ac:chgData name="Muhammad Farooq Siddique" userId="ae23c6e981ed47f3" providerId="LiveId" clId="{8C9E3BFA-922C-4806-A54D-4EBF94CDB9BF}" dt="2023-12-04T05:01:27.012" v="1269" actId="478"/>
          <ac:spMkLst>
            <pc:docMk/>
            <pc:sldMk cId="664060664" sldId="349"/>
            <ac:spMk id="1047" creationId="{29A2F2AA-7BDC-D524-F9B8-E7393699F05A}"/>
          </ac:spMkLst>
        </pc:spChg>
        <pc:spChg chg="del mod">
          <ac:chgData name="Muhammad Farooq Siddique" userId="ae23c6e981ed47f3" providerId="LiveId" clId="{8C9E3BFA-922C-4806-A54D-4EBF94CDB9BF}" dt="2023-12-01T06:48:55.403" v="586" actId="478"/>
          <ac:spMkLst>
            <pc:docMk/>
            <pc:sldMk cId="664060664" sldId="349"/>
            <ac:spMk id="1050" creationId="{3A7E7ADF-0F37-6E18-025E-D6FC023DB3BD}"/>
          </ac:spMkLst>
        </pc:spChg>
        <pc:spChg chg="del">
          <ac:chgData name="Muhammad Farooq Siddique" userId="ae23c6e981ed47f3" providerId="LiveId" clId="{8C9E3BFA-922C-4806-A54D-4EBF94CDB9BF}" dt="2023-11-27T07:00:14.322" v="188" actId="478"/>
          <ac:spMkLst>
            <pc:docMk/>
            <pc:sldMk cId="664060664" sldId="349"/>
            <ac:spMk id="1052" creationId="{29C9912B-65A3-AD64-E224-AEA46A3F382C}"/>
          </ac:spMkLst>
        </pc:spChg>
        <pc:spChg chg="del">
          <ac:chgData name="Muhammad Farooq Siddique" userId="ae23c6e981ed47f3" providerId="LiveId" clId="{8C9E3BFA-922C-4806-A54D-4EBF94CDB9BF}" dt="2023-11-27T07:00:14.322" v="188" actId="478"/>
          <ac:spMkLst>
            <pc:docMk/>
            <pc:sldMk cId="664060664" sldId="349"/>
            <ac:spMk id="1055" creationId="{9C1B0DEC-F807-5144-A801-3C6F1B41743F}"/>
          </ac:spMkLst>
        </pc:spChg>
        <pc:picChg chg="add mod">
          <ac:chgData name="Muhammad Farooq Siddique" userId="ae23c6e981ed47f3" providerId="LiveId" clId="{8C9E3BFA-922C-4806-A54D-4EBF94CDB9BF}" dt="2023-12-01T06:49:45.084" v="604" actId="14100"/>
          <ac:picMkLst>
            <pc:docMk/>
            <pc:sldMk cId="664060664" sldId="349"/>
            <ac:picMk id="2" creationId="{0839679C-6706-E1F7-4E62-8E348E170A90}"/>
          </ac:picMkLst>
        </pc:picChg>
        <pc:picChg chg="add mod">
          <ac:chgData name="Muhammad Farooq Siddique" userId="ae23c6e981ed47f3" providerId="LiveId" clId="{8C9E3BFA-922C-4806-A54D-4EBF94CDB9BF}" dt="2023-12-01T06:49:38.266" v="602" actId="1076"/>
          <ac:picMkLst>
            <pc:docMk/>
            <pc:sldMk cId="664060664" sldId="349"/>
            <ac:picMk id="3" creationId="{B9708C8B-E26F-F4F9-2E85-92B6ACB5BA3A}"/>
          </ac:picMkLst>
        </pc:picChg>
        <pc:picChg chg="del">
          <ac:chgData name="Muhammad Farooq Siddique" userId="ae23c6e981ed47f3" providerId="LiveId" clId="{8C9E3BFA-922C-4806-A54D-4EBF94CDB9BF}" dt="2023-11-27T06:54:48.818" v="110" actId="478"/>
          <ac:picMkLst>
            <pc:docMk/>
            <pc:sldMk cId="664060664" sldId="349"/>
            <ac:picMk id="4" creationId="{2060EBDF-6813-244D-B81F-C6B0149894ED}"/>
          </ac:picMkLst>
        </pc:picChg>
        <pc:picChg chg="del">
          <ac:chgData name="Muhammad Farooq Siddique" userId="ae23c6e981ed47f3" providerId="LiveId" clId="{8C9E3BFA-922C-4806-A54D-4EBF94CDB9BF}" dt="2023-11-27T06:54:28.255" v="103" actId="478"/>
          <ac:picMkLst>
            <pc:docMk/>
            <pc:sldMk cId="664060664" sldId="349"/>
            <ac:picMk id="14" creationId="{23737B14-3ABB-7080-33A5-9581094DE677}"/>
          </ac:picMkLst>
        </pc:picChg>
        <pc:picChg chg="del mod">
          <ac:chgData name="Muhammad Farooq Siddique" userId="ae23c6e981ed47f3" providerId="LiveId" clId="{8C9E3BFA-922C-4806-A54D-4EBF94CDB9BF}" dt="2023-11-27T07:02:12.374" v="215" actId="478"/>
          <ac:picMkLst>
            <pc:docMk/>
            <pc:sldMk cId="664060664" sldId="349"/>
            <ac:picMk id="22" creationId="{65A02B0F-E5BA-0F3B-8466-A43BDE9817C6}"/>
          </ac:picMkLst>
        </pc:picChg>
        <pc:picChg chg="del mod">
          <ac:chgData name="Muhammad Farooq Siddique" userId="ae23c6e981ed47f3" providerId="LiveId" clId="{8C9E3BFA-922C-4806-A54D-4EBF94CDB9BF}" dt="2023-11-27T07:02:11.491" v="214" actId="478"/>
          <ac:picMkLst>
            <pc:docMk/>
            <pc:sldMk cId="664060664" sldId="349"/>
            <ac:picMk id="55" creationId="{9357F1C5-31B5-4545-7738-342A41FF6D89}"/>
          </ac:picMkLst>
        </pc:picChg>
        <pc:picChg chg="del">
          <ac:chgData name="Muhammad Farooq Siddique" userId="ae23c6e981ed47f3" providerId="LiveId" clId="{8C9E3BFA-922C-4806-A54D-4EBF94CDB9BF}" dt="2023-11-27T07:00:14.322" v="188" actId="478"/>
          <ac:picMkLst>
            <pc:docMk/>
            <pc:sldMk cId="664060664" sldId="349"/>
            <ac:picMk id="57" creationId="{C9FD61C5-C6D7-9016-2E3A-084243E916A4}"/>
          </ac:picMkLst>
        </pc:picChg>
        <pc:picChg chg="del">
          <ac:chgData name="Muhammad Farooq Siddique" userId="ae23c6e981ed47f3" providerId="LiveId" clId="{8C9E3BFA-922C-4806-A54D-4EBF94CDB9BF}" dt="2023-11-27T07:00:14.322" v="188" actId="478"/>
          <ac:picMkLst>
            <pc:docMk/>
            <pc:sldMk cId="664060664" sldId="349"/>
            <ac:picMk id="61" creationId="{EDFCAF56-79CE-3C78-ADFF-B1CAB1C961A6}"/>
          </ac:picMkLst>
        </pc:picChg>
        <pc:picChg chg="del">
          <ac:chgData name="Muhammad Farooq Siddique" userId="ae23c6e981ed47f3" providerId="LiveId" clId="{8C9E3BFA-922C-4806-A54D-4EBF94CDB9BF}" dt="2023-11-27T07:00:14.322" v="188" actId="478"/>
          <ac:picMkLst>
            <pc:docMk/>
            <pc:sldMk cId="664060664" sldId="349"/>
            <ac:picMk id="62" creationId="{6027118C-B50C-07A5-0E04-05BFF5099A9C}"/>
          </ac:picMkLst>
        </pc:picChg>
        <pc:picChg chg="del">
          <ac:chgData name="Muhammad Farooq Siddique" userId="ae23c6e981ed47f3" providerId="LiveId" clId="{8C9E3BFA-922C-4806-A54D-4EBF94CDB9BF}" dt="2023-11-27T07:00:14.322" v="188" actId="478"/>
          <ac:picMkLst>
            <pc:docMk/>
            <pc:sldMk cId="664060664" sldId="349"/>
            <ac:picMk id="1027" creationId="{EDF40F2D-5C48-9A3A-22E9-7901B78EC2DF}"/>
          </ac:picMkLst>
        </pc:picChg>
      </pc:sldChg>
      <pc:sldChg chg="addSp delSp modSp add mod ord">
        <pc:chgData name="Muhammad Farooq Siddique" userId="ae23c6e981ed47f3" providerId="LiveId" clId="{8C9E3BFA-922C-4806-A54D-4EBF94CDB9BF}" dt="2023-12-01T07:24:18.746" v="756" actId="1076"/>
        <pc:sldMkLst>
          <pc:docMk/>
          <pc:sldMk cId="4264258939" sldId="350"/>
        </pc:sldMkLst>
        <pc:spChg chg="mod">
          <ac:chgData name="Muhammad Farooq Siddique" userId="ae23c6e981ed47f3" providerId="LiveId" clId="{8C9E3BFA-922C-4806-A54D-4EBF94CDB9BF}" dt="2023-12-01T06:48:12.260" v="584" actId="20577"/>
          <ac:spMkLst>
            <pc:docMk/>
            <pc:sldMk cId="4264258939" sldId="350"/>
            <ac:spMk id="28" creationId="{40AB2F05-2712-497E-BA80-CB5D5CBE9E6F}"/>
          </ac:spMkLst>
        </pc:spChg>
        <pc:spChg chg="mod">
          <ac:chgData name="Muhammad Farooq Siddique" userId="ae23c6e981ed47f3" providerId="LiveId" clId="{8C9E3BFA-922C-4806-A54D-4EBF94CDB9BF}" dt="2023-11-28T05:58:03.419" v="252" actId="1076"/>
          <ac:spMkLst>
            <pc:docMk/>
            <pc:sldMk cId="4264258939" sldId="350"/>
            <ac:spMk id="1029" creationId="{1435AAFB-0997-D487-3511-92B0F870D28D}"/>
          </ac:spMkLst>
        </pc:spChg>
        <pc:spChg chg="mod">
          <ac:chgData name="Muhammad Farooq Siddique" userId="ae23c6e981ed47f3" providerId="LiveId" clId="{8C9E3BFA-922C-4806-A54D-4EBF94CDB9BF}" dt="2023-12-01T07:23:35.216" v="699" actId="20577"/>
          <ac:spMkLst>
            <pc:docMk/>
            <pc:sldMk cId="4264258939" sldId="350"/>
            <ac:spMk id="1030" creationId="{70323E02-8FAD-9A71-B0FC-62C646578603}"/>
          </ac:spMkLst>
        </pc:spChg>
        <pc:spChg chg="mod">
          <ac:chgData name="Muhammad Farooq Siddique" userId="ae23c6e981ed47f3" providerId="LiveId" clId="{8C9E3BFA-922C-4806-A54D-4EBF94CDB9BF}" dt="2023-12-01T07:23:52.499" v="719" actId="1076"/>
          <ac:spMkLst>
            <pc:docMk/>
            <pc:sldMk cId="4264258939" sldId="350"/>
            <ac:spMk id="1031" creationId="{85CDF266-41EC-900C-C972-6F514B9681C0}"/>
          </ac:spMkLst>
        </pc:spChg>
        <pc:spChg chg="mod">
          <ac:chgData name="Muhammad Farooq Siddique" userId="ae23c6e981ed47f3" providerId="LiveId" clId="{8C9E3BFA-922C-4806-A54D-4EBF94CDB9BF}" dt="2023-11-28T05:58:13.050" v="253" actId="1076"/>
          <ac:spMkLst>
            <pc:docMk/>
            <pc:sldMk cId="4264258939" sldId="350"/>
            <ac:spMk id="1033" creationId="{43656A08-6047-14DB-BEED-2E35282B793E}"/>
          </ac:spMkLst>
        </pc:spChg>
        <pc:spChg chg="del mod">
          <ac:chgData name="Muhammad Farooq Siddique" userId="ae23c6e981ed47f3" providerId="LiveId" clId="{8C9E3BFA-922C-4806-A54D-4EBF94CDB9BF}" dt="2023-11-28T05:56:16.886" v="218" actId="478"/>
          <ac:spMkLst>
            <pc:docMk/>
            <pc:sldMk cId="4264258939" sldId="350"/>
            <ac:spMk id="1036" creationId="{980193AD-9F5C-92CD-651B-DF0B32531DA9}"/>
          </ac:spMkLst>
        </pc:spChg>
        <pc:spChg chg="del">
          <ac:chgData name="Muhammad Farooq Siddique" userId="ae23c6e981ed47f3" providerId="LiveId" clId="{8C9E3BFA-922C-4806-A54D-4EBF94CDB9BF}" dt="2023-11-28T05:56:30.106" v="226" actId="478"/>
          <ac:spMkLst>
            <pc:docMk/>
            <pc:sldMk cId="4264258939" sldId="350"/>
            <ac:spMk id="1038" creationId="{B8B79A7B-C5F9-B39F-8BDC-075A5CC489F3}"/>
          </ac:spMkLst>
        </pc:spChg>
        <pc:spChg chg="mod">
          <ac:chgData name="Muhammad Farooq Siddique" userId="ae23c6e981ed47f3" providerId="LiveId" clId="{8C9E3BFA-922C-4806-A54D-4EBF94CDB9BF}" dt="2023-12-01T07:24:02.601" v="739" actId="20577"/>
          <ac:spMkLst>
            <pc:docMk/>
            <pc:sldMk cId="4264258939" sldId="350"/>
            <ac:spMk id="1040" creationId="{4E6CF628-7465-BF10-C6F5-ACB6B170684A}"/>
          </ac:spMkLst>
        </pc:spChg>
        <pc:spChg chg="mod">
          <ac:chgData name="Muhammad Farooq Siddique" userId="ae23c6e981ed47f3" providerId="LiveId" clId="{8C9E3BFA-922C-4806-A54D-4EBF94CDB9BF}" dt="2023-12-01T07:24:18.746" v="756" actId="1076"/>
          <ac:spMkLst>
            <pc:docMk/>
            <pc:sldMk cId="4264258939" sldId="350"/>
            <ac:spMk id="1041" creationId="{590BDA73-D427-73A7-A7AD-FA33CF53CF05}"/>
          </ac:spMkLst>
        </pc:spChg>
        <pc:spChg chg="del">
          <ac:chgData name="Muhammad Farooq Siddique" userId="ae23c6e981ed47f3" providerId="LiveId" clId="{8C9E3BFA-922C-4806-A54D-4EBF94CDB9BF}" dt="2023-11-28T05:56:23.146" v="223" actId="478"/>
          <ac:spMkLst>
            <pc:docMk/>
            <pc:sldMk cId="4264258939" sldId="350"/>
            <ac:spMk id="1042" creationId="{E0FB0F56-3700-79ED-0E70-6AAD8B69B73C}"/>
          </ac:spMkLst>
        </pc:spChg>
        <pc:spChg chg="del mod">
          <ac:chgData name="Muhammad Farooq Siddique" userId="ae23c6e981ed47f3" providerId="LiveId" clId="{8C9E3BFA-922C-4806-A54D-4EBF94CDB9BF}" dt="2023-11-28T05:56:21.354" v="222" actId="478"/>
          <ac:spMkLst>
            <pc:docMk/>
            <pc:sldMk cId="4264258939" sldId="350"/>
            <ac:spMk id="1043" creationId="{821D9A7C-BCA9-80D9-DFC5-FCDD109DFCA6}"/>
          </ac:spMkLst>
        </pc:spChg>
        <pc:spChg chg="del">
          <ac:chgData name="Muhammad Farooq Siddique" userId="ae23c6e981ed47f3" providerId="LiveId" clId="{8C9E3BFA-922C-4806-A54D-4EBF94CDB9BF}" dt="2023-11-28T05:56:34.226" v="228" actId="478"/>
          <ac:spMkLst>
            <pc:docMk/>
            <pc:sldMk cId="4264258939" sldId="350"/>
            <ac:spMk id="1044" creationId="{CDDF30B3-6C53-9491-78A7-7AC346F34BF9}"/>
          </ac:spMkLst>
        </pc:spChg>
        <pc:spChg chg="del">
          <ac:chgData name="Muhammad Farooq Siddique" userId="ae23c6e981ed47f3" providerId="LiveId" clId="{8C9E3BFA-922C-4806-A54D-4EBF94CDB9BF}" dt="2023-11-28T05:56:36.858" v="230" actId="478"/>
          <ac:spMkLst>
            <pc:docMk/>
            <pc:sldMk cId="4264258939" sldId="350"/>
            <ac:spMk id="1045" creationId="{EA068AE9-F74E-F84F-571F-B3A485165305}"/>
          </ac:spMkLst>
        </pc:spChg>
        <pc:spChg chg="mod">
          <ac:chgData name="Muhammad Farooq Siddique" userId="ae23c6e981ed47f3" providerId="LiveId" clId="{8C9E3BFA-922C-4806-A54D-4EBF94CDB9BF}" dt="2023-12-01T07:23:07.828" v="665" actId="20577"/>
          <ac:spMkLst>
            <pc:docMk/>
            <pc:sldMk cId="4264258939" sldId="350"/>
            <ac:spMk id="1047" creationId="{29A2F2AA-7BDC-D524-F9B8-E7393699F05A}"/>
          </ac:spMkLst>
        </pc:spChg>
        <pc:spChg chg="mod">
          <ac:chgData name="Muhammad Farooq Siddique" userId="ae23c6e981ed47f3" providerId="LiveId" clId="{8C9E3BFA-922C-4806-A54D-4EBF94CDB9BF}" dt="2023-12-01T07:23:21.467" v="681" actId="20577"/>
          <ac:spMkLst>
            <pc:docMk/>
            <pc:sldMk cId="4264258939" sldId="350"/>
            <ac:spMk id="1050" creationId="{3A7E7ADF-0F37-6E18-025E-D6FC023DB3BD}"/>
          </ac:spMkLst>
        </pc:spChg>
        <pc:spChg chg="del">
          <ac:chgData name="Muhammad Farooq Siddique" userId="ae23c6e981ed47f3" providerId="LiveId" clId="{8C9E3BFA-922C-4806-A54D-4EBF94CDB9BF}" dt="2023-11-28T05:56:26.803" v="224" actId="478"/>
          <ac:spMkLst>
            <pc:docMk/>
            <pc:sldMk cId="4264258939" sldId="350"/>
            <ac:spMk id="1052" creationId="{29C9912B-65A3-AD64-E224-AEA46A3F382C}"/>
          </ac:spMkLst>
        </pc:spChg>
        <pc:spChg chg="del">
          <ac:chgData name="Muhammad Farooq Siddique" userId="ae23c6e981ed47f3" providerId="LiveId" clId="{8C9E3BFA-922C-4806-A54D-4EBF94CDB9BF}" dt="2023-11-28T05:56:29.162" v="225" actId="478"/>
          <ac:spMkLst>
            <pc:docMk/>
            <pc:sldMk cId="4264258939" sldId="350"/>
            <ac:spMk id="1055" creationId="{9C1B0DEC-F807-5144-A801-3C6F1B41743F}"/>
          </ac:spMkLst>
        </pc:spChg>
        <pc:picChg chg="del">
          <ac:chgData name="Muhammad Farooq Siddique" userId="ae23c6e981ed47f3" providerId="LiveId" clId="{8C9E3BFA-922C-4806-A54D-4EBF94CDB9BF}" dt="2023-11-27T06:56:53.294" v="127" actId="478"/>
          <ac:picMkLst>
            <pc:docMk/>
            <pc:sldMk cId="4264258939" sldId="350"/>
            <ac:picMk id="2" creationId="{0839679C-6706-E1F7-4E62-8E348E170A90}"/>
          </ac:picMkLst>
        </pc:picChg>
        <pc:picChg chg="del">
          <ac:chgData name="Muhammad Farooq Siddique" userId="ae23c6e981ed47f3" providerId="LiveId" clId="{8C9E3BFA-922C-4806-A54D-4EBF94CDB9BF}" dt="2023-11-27T06:56:58.718" v="130" actId="478"/>
          <ac:picMkLst>
            <pc:docMk/>
            <pc:sldMk cId="4264258939" sldId="350"/>
            <ac:picMk id="3" creationId="{B9708C8B-E26F-F4F9-2E85-92B6ACB5BA3A}"/>
          </ac:picMkLst>
        </pc:picChg>
        <pc:picChg chg="add mod">
          <ac:chgData name="Muhammad Farooq Siddique" userId="ae23c6e981ed47f3" providerId="LiveId" clId="{8C9E3BFA-922C-4806-A54D-4EBF94CDB9BF}" dt="2023-12-01T06:47:43.693" v="544" actId="14100"/>
          <ac:picMkLst>
            <pc:docMk/>
            <pc:sldMk cId="4264258939" sldId="350"/>
            <ac:picMk id="4" creationId="{29EF429D-0B43-F9E5-B8E4-6F7476C9E5AA}"/>
          </ac:picMkLst>
        </pc:picChg>
        <pc:picChg chg="add mod">
          <ac:chgData name="Muhammad Farooq Siddique" userId="ae23c6e981ed47f3" providerId="LiveId" clId="{8C9E3BFA-922C-4806-A54D-4EBF94CDB9BF}" dt="2023-11-28T05:59:36.744" v="270" actId="14100"/>
          <ac:picMkLst>
            <pc:docMk/>
            <pc:sldMk cId="4264258939" sldId="350"/>
            <ac:picMk id="5" creationId="{EB6D4901-5391-E814-F8E9-5D539E85CFDF}"/>
          </ac:picMkLst>
        </pc:picChg>
        <pc:picChg chg="add mod">
          <ac:chgData name="Muhammad Farooq Siddique" userId="ae23c6e981ed47f3" providerId="LiveId" clId="{8C9E3BFA-922C-4806-A54D-4EBF94CDB9BF}" dt="2023-11-28T05:58:34.323" v="258" actId="1076"/>
          <ac:picMkLst>
            <pc:docMk/>
            <pc:sldMk cId="4264258939" sldId="350"/>
            <ac:picMk id="7" creationId="{E9B0EDB9-7CF7-60FF-3E44-5ECB0F6C9F1F}"/>
          </ac:picMkLst>
        </pc:picChg>
        <pc:picChg chg="add mod">
          <ac:chgData name="Muhammad Farooq Siddique" userId="ae23c6e981ed47f3" providerId="LiveId" clId="{8C9E3BFA-922C-4806-A54D-4EBF94CDB9BF}" dt="2023-11-28T05:58:51.402" v="263" actId="1076"/>
          <ac:picMkLst>
            <pc:docMk/>
            <pc:sldMk cId="4264258939" sldId="350"/>
            <ac:picMk id="9" creationId="{00A602AB-0163-7159-A684-D1BC8459CB84}"/>
          </ac:picMkLst>
        </pc:picChg>
        <pc:picChg chg="del">
          <ac:chgData name="Muhammad Farooq Siddique" userId="ae23c6e981ed47f3" providerId="LiveId" clId="{8C9E3BFA-922C-4806-A54D-4EBF94CDB9BF}" dt="2023-11-27T06:57:22.471" v="137" actId="478"/>
          <ac:picMkLst>
            <pc:docMk/>
            <pc:sldMk cId="4264258939" sldId="350"/>
            <ac:picMk id="22" creationId="{65A02B0F-E5BA-0F3B-8466-A43BDE9817C6}"/>
          </ac:picMkLst>
        </pc:picChg>
        <pc:picChg chg="del">
          <ac:chgData name="Muhammad Farooq Siddique" userId="ae23c6e981ed47f3" providerId="LiveId" clId="{8C9E3BFA-922C-4806-A54D-4EBF94CDB9BF}" dt="2023-11-27T06:57:13.102" v="133" actId="478"/>
          <ac:picMkLst>
            <pc:docMk/>
            <pc:sldMk cId="4264258939" sldId="350"/>
            <ac:picMk id="55" creationId="{9357F1C5-31B5-4545-7738-342A41FF6D89}"/>
          </ac:picMkLst>
        </pc:picChg>
        <pc:picChg chg="del">
          <ac:chgData name="Muhammad Farooq Siddique" userId="ae23c6e981ed47f3" providerId="LiveId" clId="{8C9E3BFA-922C-4806-A54D-4EBF94CDB9BF}" dt="2023-11-28T05:56:17.940" v="219" actId="478"/>
          <ac:picMkLst>
            <pc:docMk/>
            <pc:sldMk cId="4264258939" sldId="350"/>
            <ac:picMk id="57" creationId="{C9FD61C5-C6D7-9016-2E3A-084243E916A4}"/>
          </ac:picMkLst>
        </pc:picChg>
        <pc:picChg chg="del">
          <ac:chgData name="Muhammad Farooq Siddique" userId="ae23c6e981ed47f3" providerId="LiveId" clId="{8C9E3BFA-922C-4806-A54D-4EBF94CDB9BF}" dt="2023-11-28T05:56:18.707" v="220" actId="478"/>
          <ac:picMkLst>
            <pc:docMk/>
            <pc:sldMk cId="4264258939" sldId="350"/>
            <ac:picMk id="61" creationId="{EDFCAF56-79CE-3C78-ADFF-B1CAB1C961A6}"/>
          </ac:picMkLst>
        </pc:picChg>
        <pc:picChg chg="del">
          <ac:chgData name="Muhammad Farooq Siddique" userId="ae23c6e981ed47f3" providerId="LiveId" clId="{8C9E3BFA-922C-4806-A54D-4EBF94CDB9BF}" dt="2023-11-28T05:56:35.218" v="229" actId="478"/>
          <ac:picMkLst>
            <pc:docMk/>
            <pc:sldMk cId="4264258939" sldId="350"/>
            <ac:picMk id="62" creationId="{6027118C-B50C-07A5-0E04-05BFF5099A9C}"/>
          </ac:picMkLst>
        </pc:picChg>
        <pc:picChg chg="del">
          <ac:chgData name="Muhammad Farooq Siddique" userId="ae23c6e981ed47f3" providerId="LiveId" clId="{8C9E3BFA-922C-4806-A54D-4EBF94CDB9BF}" dt="2023-11-28T05:56:30.970" v="227" actId="478"/>
          <ac:picMkLst>
            <pc:docMk/>
            <pc:sldMk cId="4264258939" sldId="350"/>
            <ac:picMk id="1027" creationId="{EDF40F2D-5C48-9A3A-22E9-7901B78EC2DF}"/>
          </ac:picMkLst>
        </pc:picChg>
      </pc:sldChg>
      <pc:sldChg chg="delSp modSp add mod">
        <pc:chgData name="Muhammad Farooq Siddique" userId="ae23c6e981ed47f3" providerId="LiveId" clId="{8C9E3BFA-922C-4806-A54D-4EBF94CDB9BF}" dt="2023-12-04T04:31:20.700" v="1216" actId="20577"/>
        <pc:sldMkLst>
          <pc:docMk/>
          <pc:sldMk cId="3105051210" sldId="351"/>
        </pc:sldMkLst>
        <pc:spChg chg="mod">
          <ac:chgData name="Muhammad Farooq Siddique" userId="ae23c6e981ed47f3" providerId="LiveId" clId="{8C9E3BFA-922C-4806-A54D-4EBF94CDB9BF}" dt="2023-12-01T08:40:33.474" v="1162" actId="20577"/>
          <ac:spMkLst>
            <pc:docMk/>
            <pc:sldMk cId="3105051210" sldId="351"/>
            <ac:spMk id="28" creationId="{40AB2F05-2712-497E-BA80-CB5D5CBE9E6F}"/>
          </ac:spMkLst>
        </pc:spChg>
        <pc:spChg chg="del">
          <ac:chgData name="Muhammad Farooq Siddique" userId="ae23c6e981ed47f3" providerId="LiveId" clId="{8C9E3BFA-922C-4806-A54D-4EBF94CDB9BF}" dt="2023-12-01T06:26:29.852" v="279" actId="478"/>
          <ac:spMkLst>
            <pc:docMk/>
            <pc:sldMk cId="3105051210" sldId="351"/>
            <ac:spMk id="43" creationId="{A89F21FD-CA0E-3075-114F-BA85D49412A3}"/>
          </ac:spMkLst>
        </pc:spChg>
        <pc:spChg chg="mod">
          <ac:chgData name="Muhammad Farooq Siddique" userId="ae23c6e981ed47f3" providerId="LiveId" clId="{8C9E3BFA-922C-4806-A54D-4EBF94CDB9BF}" dt="2023-12-04T04:19:37.685" v="1168"/>
          <ac:spMkLst>
            <pc:docMk/>
            <pc:sldMk cId="3105051210" sldId="351"/>
            <ac:spMk id="48" creationId="{3318EE2B-A5B4-00CF-559D-AA35D8D764C0}"/>
          </ac:spMkLst>
        </pc:spChg>
        <pc:spChg chg="del mod">
          <ac:chgData name="Muhammad Farooq Siddique" userId="ae23c6e981ed47f3" providerId="LiveId" clId="{8C9E3BFA-922C-4806-A54D-4EBF94CDB9BF}" dt="2023-12-01T06:26:26.255" v="278" actId="478"/>
          <ac:spMkLst>
            <pc:docMk/>
            <pc:sldMk cId="3105051210" sldId="351"/>
            <ac:spMk id="49" creationId="{7C61276F-1B10-9A3C-CA67-61280459099C}"/>
          </ac:spMkLst>
        </pc:spChg>
        <pc:spChg chg="del">
          <ac:chgData name="Muhammad Farooq Siddique" userId="ae23c6e981ed47f3" providerId="LiveId" clId="{8C9E3BFA-922C-4806-A54D-4EBF94CDB9BF}" dt="2023-12-01T06:27:09.604" v="290" actId="478"/>
          <ac:spMkLst>
            <pc:docMk/>
            <pc:sldMk cId="3105051210" sldId="351"/>
            <ac:spMk id="51" creationId="{6A24E25F-9BCE-6598-F906-1A7D4D5BD441}"/>
          </ac:spMkLst>
        </pc:spChg>
        <pc:spChg chg="del">
          <ac:chgData name="Muhammad Farooq Siddique" userId="ae23c6e981ed47f3" providerId="LiveId" clId="{8C9E3BFA-922C-4806-A54D-4EBF94CDB9BF}" dt="2023-12-01T06:26:31.092" v="280" actId="478"/>
          <ac:spMkLst>
            <pc:docMk/>
            <pc:sldMk cId="3105051210" sldId="351"/>
            <ac:spMk id="52" creationId="{7860B60F-6D77-8781-F894-522803DE1ACD}"/>
          </ac:spMkLst>
        </pc:spChg>
        <pc:spChg chg="mod">
          <ac:chgData name="Muhammad Farooq Siddique" userId="ae23c6e981ed47f3" providerId="LiveId" clId="{8C9E3BFA-922C-4806-A54D-4EBF94CDB9BF}" dt="2023-12-04T04:31:20.700" v="1216" actId="20577"/>
          <ac:spMkLst>
            <pc:docMk/>
            <pc:sldMk cId="3105051210" sldId="351"/>
            <ac:spMk id="53" creationId="{0B26205D-4547-263E-B39B-8CF50A4736CD}"/>
          </ac:spMkLst>
        </pc:spChg>
      </pc:sldChg>
      <pc:sldChg chg="modSp add del mod ord">
        <pc:chgData name="Muhammad Farooq Siddique" userId="ae23c6e981ed47f3" providerId="LiveId" clId="{8C9E3BFA-922C-4806-A54D-4EBF94CDB9BF}" dt="2023-12-01T06:41:13.695" v="485" actId="47"/>
        <pc:sldMkLst>
          <pc:docMk/>
          <pc:sldMk cId="3280228156" sldId="352"/>
        </pc:sldMkLst>
        <pc:spChg chg="mod">
          <ac:chgData name="Muhammad Farooq Siddique" userId="ae23c6e981ed47f3" providerId="LiveId" clId="{8C9E3BFA-922C-4806-A54D-4EBF94CDB9BF}" dt="2023-12-01T06:31:42.762" v="416" actId="20577"/>
          <ac:spMkLst>
            <pc:docMk/>
            <pc:sldMk cId="3280228156" sldId="352"/>
            <ac:spMk id="28" creationId="{40AB2F05-2712-497E-BA80-CB5D5CBE9E6F}"/>
          </ac:spMkLst>
        </pc:spChg>
      </pc:sldChg>
      <pc:sldChg chg="addSp delSp modSp add mod ord">
        <pc:chgData name="Muhammad Farooq Siddique" userId="ae23c6e981ed47f3" providerId="LiveId" clId="{8C9E3BFA-922C-4806-A54D-4EBF94CDB9BF}" dt="2023-12-05T14:28:58.088" v="1324" actId="1076"/>
        <pc:sldMkLst>
          <pc:docMk/>
          <pc:sldMk cId="3346800934" sldId="353"/>
        </pc:sldMkLst>
        <pc:spChg chg="mod">
          <ac:chgData name="Muhammad Farooq Siddique" userId="ae23c6e981ed47f3" providerId="LiveId" clId="{8C9E3BFA-922C-4806-A54D-4EBF94CDB9BF}" dt="2023-12-01T06:46:19.573" v="535" actId="20577"/>
          <ac:spMkLst>
            <pc:docMk/>
            <pc:sldMk cId="3346800934" sldId="353"/>
            <ac:spMk id="16" creationId="{17478E91-1790-4778-BCE5-19B314151A17}"/>
          </ac:spMkLst>
        </pc:spChg>
        <pc:spChg chg="mod">
          <ac:chgData name="Muhammad Farooq Siddique" userId="ae23c6e981ed47f3" providerId="LiveId" clId="{8C9E3BFA-922C-4806-A54D-4EBF94CDB9BF}" dt="2023-12-05T14:28:58.088" v="1324" actId="1076"/>
          <ac:spMkLst>
            <pc:docMk/>
            <pc:sldMk cId="3346800934" sldId="353"/>
            <ac:spMk id="25" creationId="{936CC8A4-0A95-4FF5-B45B-C5488376FCA8}"/>
          </ac:spMkLst>
        </pc:spChg>
        <pc:picChg chg="add mod">
          <ac:chgData name="Muhammad Farooq Siddique" userId="ae23c6e981ed47f3" providerId="LiveId" clId="{8C9E3BFA-922C-4806-A54D-4EBF94CDB9BF}" dt="2023-12-01T06:39:14.804" v="472" actId="1076"/>
          <ac:picMkLst>
            <pc:docMk/>
            <pc:sldMk cId="3346800934" sldId="353"/>
            <ac:picMk id="3" creationId="{BEA4C5C1-6BDE-C265-B9FA-C299B9B60DDD}"/>
          </ac:picMkLst>
        </pc:picChg>
        <pc:picChg chg="add mod">
          <ac:chgData name="Muhammad Farooq Siddique" userId="ae23c6e981ed47f3" providerId="LiveId" clId="{8C9E3BFA-922C-4806-A54D-4EBF94CDB9BF}" dt="2023-12-01T06:39:37.087" v="481" actId="1076"/>
          <ac:picMkLst>
            <pc:docMk/>
            <pc:sldMk cId="3346800934" sldId="353"/>
            <ac:picMk id="4" creationId="{77E870C3-1A09-9793-0A51-DA45AC118388}"/>
          </ac:picMkLst>
        </pc:picChg>
        <pc:picChg chg="del">
          <ac:chgData name="Muhammad Farooq Siddique" userId="ae23c6e981ed47f3" providerId="LiveId" clId="{8C9E3BFA-922C-4806-A54D-4EBF94CDB9BF}" dt="2023-12-01T06:39:01.205" v="465" actId="478"/>
          <ac:picMkLst>
            <pc:docMk/>
            <pc:sldMk cId="3346800934" sldId="353"/>
            <ac:picMk id="5" creationId="{BC8BE1F0-BC3F-D27B-336E-D0B707002B17}"/>
          </ac:picMkLst>
        </pc:picChg>
        <pc:picChg chg="del">
          <ac:chgData name="Muhammad Farooq Siddique" userId="ae23c6e981ed47f3" providerId="LiveId" clId="{8C9E3BFA-922C-4806-A54D-4EBF94CDB9BF}" dt="2023-12-01T06:39:16.909" v="473" actId="478"/>
          <ac:picMkLst>
            <pc:docMk/>
            <pc:sldMk cId="3346800934" sldId="353"/>
            <ac:picMk id="9" creationId="{F2C7FAEE-D0D5-975E-0A07-29AC7A2199FB}"/>
          </ac:picMkLst>
        </pc:picChg>
      </pc:sldChg>
      <pc:sldChg chg="new del">
        <pc:chgData name="Muhammad Farooq Siddique" userId="ae23c6e981ed47f3" providerId="LiveId" clId="{8C9E3BFA-922C-4806-A54D-4EBF94CDB9BF}" dt="2023-12-01T07:21:39.597" v="631" actId="47"/>
        <pc:sldMkLst>
          <pc:docMk/>
          <pc:sldMk cId="717684269" sldId="354"/>
        </pc:sldMkLst>
      </pc:sldChg>
      <pc:sldChg chg="addSp delSp modSp add del mod">
        <pc:chgData name="Muhammad Farooq Siddique" userId="ae23c6e981ed47f3" providerId="LiveId" clId="{8C9E3BFA-922C-4806-A54D-4EBF94CDB9BF}" dt="2023-12-01T07:20:56.628" v="628" actId="47"/>
        <pc:sldMkLst>
          <pc:docMk/>
          <pc:sldMk cId="1236038916" sldId="354"/>
        </pc:sldMkLst>
        <pc:spChg chg="add mod">
          <ac:chgData name="Muhammad Farooq Siddique" userId="ae23c6e981ed47f3" providerId="LiveId" clId="{8C9E3BFA-922C-4806-A54D-4EBF94CDB9BF}" dt="2023-12-01T07:20:25.365" v="627" actId="120"/>
          <ac:spMkLst>
            <pc:docMk/>
            <pc:sldMk cId="1236038916" sldId="354"/>
            <ac:spMk id="4" creationId="{2482897E-C7E6-37D6-B3EE-3E99D7D9586C}"/>
          </ac:spMkLst>
        </pc:spChg>
        <pc:spChg chg="add mod">
          <ac:chgData name="Muhammad Farooq Siddique" userId="ae23c6e981ed47f3" providerId="LiveId" clId="{8C9E3BFA-922C-4806-A54D-4EBF94CDB9BF}" dt="2023-12-01T07:20:06.219" v="624"/>
          <ac:spMkLst>
            <pc:docMk/>
            <pc:sldMk cId="1236038916" sldId="354"/>
            <ac:spMk id="5" creationId="{6C0EFDA2-64CF-C2EB-1052-3F35BF6B31DE}"/>
          </ac:spMkLst>
        </pc:spChg>
        <pc:spChg chg="add mod">
          <ac:chgData name="Muhammad Farooq Siddique" userId="ae23c6e981ed47f3" providerId="LiveId" clId="{8C9E3BFA-922C-4806-A54D-4EBF94CDB9BF}" dt="2023-12-01T07:20:25.365" v="627" actId="120"/>
          <ac:spMkLst>
            <pc:docMk/>
            <pc:sldMk cId="1236038916" sldId="354"/>
            <ac:spMk id="7" creationId="{427077D0-BF35-43D1-39B6-8E8C47EBF4C7}"/>
          </ac:spMkLst>
        </pc:spChg>
        <pc:spChg chg="add mod">
          <ac:chgData name="Muhammad Farooq Siddique" userId="ae23c6e981ed47f3" providerId="LiveId" clId="{8C9E3BFA-922C-4806-A54D-4EBF94CDB9BF}" dt="2023-12-01T07:20:25.365" v="627" actId="120"/>
          <ac:spMkLst>
            <pc:docMk/>
            <pc:sldMk cId="1236038916" sldId="354"/>
            <ac:spMk id="9" creationId="{F0204609-7F9A-208D-F9E9-22E01FE152DC}"/>
          </ac:spMkLst>
        </pc:spChg>
        <pc:spChg chg="add mod">
          <ac:chgData name="Muhammad Farooq Siddique" userId="ae23c6e981ed47f3" providerId="LiveId" clId="{8C9E3BFA-922C-4806-A54D-4EBF94CDB9BF}" dt="2023-12-01T07:20:06.219" v="624"/>
          <ac:spMkLst>
            <pc:docMk/>
            <pc:sldMk cId="1236038916" sldId="354"/>
            <ac:spMk id="10" creationId="{86246208-1CFE-5A78-B9BA-4095818F4036}"/>
          </ac:spMkLst>
        </pc:spChg>
        <pc:spChg chg="add mod">
          <ac:chgData name="Muhammad Farooq Siddique" userId="ae23c6e981ed47f3" providerId="LiveId" clId="{8C9E3BFA-922C-4806-A54D-4EBF94CDB9BF}" dt="2023-12-01T07:20:25.365" v="627" actId="120"/>
          <ac:spMkLst>
            <pc:docMk/>
            <pc:sldMk cId="1236038916" sldId="354"/>
            <ac:spMk id="12" creationId="{10B1C5E4-DC72-8FF3-1966-F8788A751783}"/>
          </ac:spMkLst>
        </pc:spChg>
        <pc:spChg chg="add mod">
          <ac:chgData name="Muhammad Farooq Siddique" userId="ae23c6e981ed47f3" providerId="LiveId" clId="{8C9E3BFA-922C-4806-A54D-4EBF94CDB9BF}" dt="2023-12-01T07:20:25.365" v="627" actId="120"/>
          <ac:spMkLst>
            <pc:docMk/>
            <pc:sldMk cId="1236038916" sldId="354"/>
            <ac:spMk id="14" creationId="{92B18380-097F-B283-4D0A-112C0F1D4FFB}"/>
          </ac:spMkLst>
        </pc:spChg>
        <pc:spChg chg="add mod">
          <ac:chgData name="Muhammad Farooq Siddique" userId="ae23c6e981ed47f3" providerId="LiveId" clId="{8C9E3BFA-922C-4806-A54D-4EBF94CDB9BF}" dt="2023-12-01T07:20:25.365" v="627" actId="120"/>
          <ac:spMkLst>
            <pc:docMk/>
            <pc:sldMk cId="1236038916" sldId="354"/>
            <ac:spMk id="16" creationId="{54471D37-9893-8DDA-3BFF-79088683DE19}"/>
          </ac:spMkLst>
        </pc:spChg>
        <pc:spChg chg="add mod">
          <ac:chgData name="Muhammad Farooq Siddique" userId="ae23c6e981ed47f3" providerId="LiveId" clId="{8C9E3BFA-922C-4806-A54D-4EBF94CDB9BF}" dt="2023-12-01T07:20:25.365" v="627" actId="120"/>
          <ac:spMkLst>
            <pc:docMk/>
            <pc:sldMk cId="1236038916" sldId="354"/>
            <ac:spMk id="17" creationId="{C35AD3E9-510B-67C0-6B70-11C25B3F3BCE}"/>
          </ac:spMkLst>
        </pc:spChg>
        <pc:spChg chg="add mod">
          <ac:chgData name="Muhammad Farooq Siddique" userId="ae23c6e981ed47f3" providerId="LiveId" clId="{8C9E3BFA-922C-4806-A54D-4EBF94CDB9BF}" dt="2023-12-01T07:20:25.365" v="627" actId="120"/>
          <ac:spMkLst>
            <pc:docMk/>
            <pc:sldMk cId="1236038916" sldId="354"/>
            <ac:spMk id="18" creationId="{092E5DA6-E2C9-D759-6A2D-88E64BCEACE8}"/>
          </ac:spMkLst>
        </pc:spChg>
        <pc:spChg chg="add mod">
          <ac:chgData name="Muhammad Farooq Siddique" userId="ae23c6e981ed47f3" providerId="LiveId" clId="{8C9E3BFA-922C-4806-A54D-4EBF94CDB9BF}" dt="2023-12-01T07:20:25.365" v="627" actId="120"/>
          <ac:spMkLst>
            <pc:docMk/>
            <pc:sldMk cId="1236038916" sldId="354"/>
            <ac:spMk id="21" creationId="{A05DFF6F-4190-DBCD-3EB1-C76CA32530A5}"/>
          </ac:spMkLst>
        </pc:spChg>
        <pc:spChg chg="add mod">
          <ac:chgData name="Muhammad Farooq Siddique" userId="ae23c6e981ed47f3" providerId="LiveId" clId="{8C9E3BFA-922C-4806-A54D-4EBF94CDB9BF}" dt="2023-12-01T07:20:25.365" v="627" actId="120"/>
          <ac:spMkLst>
            <pc:docMk/>
            <pc:sldMk cId="1236038916" sldId="354"/>
            <ac:spMk id="22" creationId="{A19AA229-778D-D699-4298-0BFAB87BBB1D}"/>
          </ac:spMkLst>
        </pc:spChg>
        <pc:spChg chg="add mod">
          <ac:chgData name="Muhammad Farooq Siddique" userId="ae23c6e981ed47f3" providerId="LiveId" clId="{8C9E3BFA-922C-4806-A54D-4EBF94CDB9BF}" dt="2023-12-01T07:20:25.365" v="627" actId="120"/>
          <ac:spMkLst>
            <pc:docMk/>
            <pc:sldMk cId="1236038916" sldId="354"/>
            <ac:spMk id="24" creationId="{5164D6A6-BECC-2F27-947B-C5FF5ED19CE5}"/>
          </ac:spMkLst>
        </pc:spChg>
        <pc:spChg chg="add mod">
          <ac:chgData name="Muhammad Farooq Siddique" userId="ae23c6e981ed47f3" providerId="LiveId" clId="{8C9E3BFA-922C-4806-A54D-4EBF94CDB9BF}" dt="2023-12-01T07:20:25.365" v="627" actId="120"/>
          <ac:spMkLst>
            <pc:docMk/>
            <pc:sldMk cId="1236038916" sldId="354"/>
            <ac:spMk id="25" creationId="{2934E812-F71C-B4C1-4BA6-1427F8492267}"/>
          </ac:spMkLst>
        </pc:spChg>
        <pc:spChg chg="mod">
          <ac:chgData name="Muhammad Farooq Siddique" userId="ae23c6e981ed47f3" providerId="LiveId" clId="{8C9E3BFA-922C-4806-A54D-4EBF94CDB9BF}" dt="2023-12-01T07:20:25.365" v="627" actId="120"/>
          <ac:spMkLst>
            <pc:docMk/>
            <pc:sldMk cId="1236038916" sldId="354"/>
            <ac:spMk id="32" creationId="{B1486532-DAA3-A197-9816-6FFC8216AE3F}"/>
          </ac:spMkLst>
        </pc:spChg>
        <pc:spChg chg="mod">
          <ac:chgData name="Muhammad Farooq Siddique" userId="ae23c6e981ed47f3" providerId="LiveId" clId="{8C9E3BFA-922C-4806-A54D-4EBF94CDB9BF}" dt="2023-12-01T07:20:25.365" v="627" actId="120"/>
          <ac:spMkLst>
            <pc:docMk/>
            <pc:sldMk cId="1236038916" sldId="354"/>
            <ac:spMk id="33" creationId="{6A55A206-457B-C9CD-8A9D-4876AC60FFDB}"/>
          </ac:spMkLst>
        </pc:spChg>
        <pc:spChg chg="mod">
          <ac:chgData name="Muhammad Farooq Siddique" userId="ae23c6e981ed47f3" providerId="LiveId" clId="{8C9E3BFA-922C-4806-A54D-4EBF94CDB9BF}" dt="2023-12-01T07:20:25.365" v="627" actId="120"/>
          <ac:spMkLst>
            <pc:docMk/>
            <pc:sldMk cId="1236038916" sldId="354"/>
            <ac:spMk id="34" creationId="{CA6A2C6A-52C3-9BE9-335B-E55CE365C4EA}"/>
          </ac:spMkLst>
        </pc:spChg>
        <pc:spChg chg="mod">
          <ac:chgData name="Muhammad Farooq Siddique" userId="ae23c6e981ed47f3" providerId="LiveId" clId="{8C9E3BFA-922C-4806-A54D-4EBF94CDB9BF}" dt="2023-12-01T07:20:25.365" v="627" actId="120"/>
          <ac:spMkLst>
            <pc:docMk/>
            <pc:sldMk cId="1236038916" sldId="354"/>
            <ac:spMk id="36" creationId="{5B90FC8C-DEA8-D212-CD43-342CFE14472F}"/>
          </ac:spMkLst>
        </pc:spChg>
        <pc:spChg chg="mod">
          <ac:chgData name="Muhammad Farooq Siddique" userId="ae23c6e981ed47f3" providerId="LiveId" clId="{8C9E3BFA-922C-4806-A54D-4EBF94CDB9BF}" dt="2023-12-01T07:20:25.365" v="627" actId="120"/>
          <ac:spMkLst>
            <pc:docMk/>
            <pc:sldMk cId="1236038916" sldId="354"/>
            <ac:spMk id="37" creationId="{AC7FAACC-F87C-8F99-47A4-D95150D8D80A}"/>
          </ac:spMkLst>
        </pc:spChg>
        <pc:spChg chg="mod">
          <ac:chgData name="Muhammad Farooq Siddique" userId="ae23c6e981ed47f3" providerId="LiveId" clId="{8C9E3BFA-922C-4806-A54D-4EBF94CDB9BF}" dt="2023-12-01T07:20:25.365" v="627" actId="120"/>
          <ac:spMkLst>
            <pc:docMk/>
            <pc:sldMk cId="1236038916" sldId="354"/>
            <ac:spMk id="38" creationId="{0CCC61C0-D712-5420-73F4-1A68C5A0B766}"/>
          </ac:spMkLst>
        </pc:spChg>
        <pc:spChg chg="mod">
          <ac:chgData name="Muhammad Farooq Siddique" userId="ae23c6e981ed47f3" providerId="LiveId" clId="{8C9E3BFA-922C-4806-A54D-4EBF94CDB9BF}" dt="2023-12-01T07:20:25.365" v="627" actId="120"/>
          <ac:spMkLst>
            <pc:docMk/>
            <pc:sldMk cId="1236038916" sldId="354"/>
            <ac:spMk id="40" creationId="{9A76A93A-5FAD-C218-CCD8-31D596C11A49}"/>
          </ac:spMkLst>
        </pc:spChg>
        <pc:spChg chg="mod">
          <ac:chgData name="Muhammad Farooq Siddique" userId="ae23c6e981ed47f3" providerId="LiveId" clId="{8C9E3BFA-922C-4806-A54D-4EBF94CDB9BF}" dt="2023-12-01T07:20:25.365" v="627" actId="120"/>
          <ac:spMkLst>
            <pc:docMk/>
            <pc:sldMk cId="1236038916" sldId="354"/>
            <ac:spMk id="41" creationId="{161C9327-724D-53A7-C88E-EC08B76A3E9E}"/>
          </ac:spMkLst>
        </pc:spChg>
        <pc:spChg chg="mod">
          <ac:chgData name="Muhammad Farooq Siddique" userId="ae23c6e981ed47f3" providerId="LiveId" clId="{8C9E3BFA-922C-4806-A54D-4EBF94CDB9BF}" dt="2023-12-01T07:20:25.365" v="627" actId="120"/>
          <ac:spMkLst>
            <pc:docMk/>
            <pc:sldMk cId="1236038916" sldId="354"/>
            <ac:spMk id="42" creationId="{768CE5C5-AC00-E913-3E2E-D523CE0C07FC}"/>
          </ac:spMkLst>
        </pc:spChg>
        <pc:spChg chg="add mod">
          <ac:chgData name="Muhammad Farooq Siddique" userId="ae23c6e981ed47f3" providerId="LiveId" clId="{8C9E3BFA-922C-4806-A54D-4EBF94CDB9BF}" dt="2023-12-01T07:20:25.365" v="627" actId="120"/>
          <ac:spMkLst>
            <pc:docMk/>
            <pc:sldMk cId="1236038916" sldId="354"/>
            <ac:spMk id="44" creationId="{742F3D86-8706-D5FD-5ED2-9696C7D535AB}"/>
          </ac:spMkLst>
        </pc:spChg>
        <pc:spChg chg="mod">
          <ac:chgData name="Muhammad Farooq Siddique" userId="ae23c6e981ed47f3" providerId="LiveId" clId="{8C9E3BFA-922C-4806-A54D-4EBF94CDB9BF}" dt="2023-12-01T07:20:25.365" v="627" actId="120"/>
          <ac:spMkLst>
            <pc:docMk/>
            <pc:sldMk cId="1236038916" sldId="354"/>
            <ac:spMk id="46" creationId="{8CFA362E-CFDC-453D-0A39-E560430C2902}"/>
          </ac:spMkLst>
        </pc:spChg>
        <pc:spChg chg="mod">
          <ac:chgData name="Muhammad Farooq Siddique" userId="ae23c6e981ed47f3" providerId="LiveId" clId="{8C9E3BFA-922C-4806-A54D-4EBF94CDB9BF}" dt="2023-12-01T07:20:25.365" v="627" actId="120"/>
          <ac:spMkLst>
            <pc:docMk/>
            <pc:sldMk cId="1236038916" sldId="354"/>
            <ac:spMk id="48" creationId="{D84BEA8C-4B28-54D3-9A6D-AA5108A6FC42}"/>
          </ac:spMkLst>
        </pc:spChg>
        <pc:spChg chg="mod">
          <ac:chgData name="Muhammad Farooq Siddique" userId="ae23c6e981ed47f3" providerId="LiveId" clId="{8C9E3BFA-922C-4806-A54D-4EBF94CDB9BF}" dt="2023-12-01T07:20:25.365" v="627" actId="120"/>
          <ac:spMkLst>
            <pc:docMk/>
            <pc:sldMk cId="1236038916" sldId="354"/>
            <ac:spMk id="49" creationId="{E514865D-5871-04F0-27CC-306748BA2C39}"/>
          </ac:spMkLst>
        </pc:spChg>
        <pc:grpChg chg="add mod">
          <ac:chgData name="Muhammad Farooq Siddique" userId="ae23c6e981ed47f3" providerId="LiveId" clId="{8C9E3BFA-922C-4806-A54D-4EBF94CDB9BF}" dt="2023-12-01T07:20:16.970" v="625" actId="1035"/>
          <ac:grpSpMkLst>
            <pc:docMk/>
            <pc:sldMk cId="1236038916" sldId="354"/>
            <ac:grpSpMk id="31" creationId="{9B8EA58E-5B76-EAD1-3520-7131214B66E3}"/>
          </ac:grpSpMkLst>
        </pc:grpChg>
        <pc:grpChg chg="add mod">
          <ac:chgData name="Muhammad Farooq Siddique" userId="ae23c6e981ed47f3" providerId="LiveId" clId="{8C9E3BFA-922C-4806-A54D-4EBF94CDB9BF}" dt="2023-12-01T07:20:16.970" v="625" actId="1035"/>
          <ac:grpSpMkLst>
            <pc:docMk/>
            <pc:sldMk cId="1236038916" sldId="354"/>
            <ac:grpSpMk id="35" creationId="{48D23932-AE1A-7541-AE79-FDBDB21BE401}"/>
          </ac:grpSpMkLst>
        </pc:grpChg>
        <pc:grpChg chg="add mod">
          <ac:chgData name="Muhammad Farooq Siddique" userId="ae23c6e981ed47f3" providerId="LiveId" clId="{8C9E3BFA-922C-4806-A54D-4EBF94CDB9BF}" dt="2023-12-01T07:20:16.970" v="625" actId="1035"/>
          <ac:grpSpMkLst>
            <pc:docMk/>
            <pc:sldMk cId="1236038916" sldId="354"/>
            <ac:grpSpMk id="39" creationId="{DE9775C8-512E-787D-421F-BEA5F2767CBF}"/>
          </ac:grpSpMkLst>
        </pc:grpChg>
        <pc:grpChg chg="add mod">
          <ac:chgData name="Muhammad Farooq Siddique" userId="ae23c6e981ed47f3" providerId="LiveId" clId="{8C9E3BFA-922C-4806-A54D-4EBF94CDB9BF}" dt="2023-12-01T07:20:16.970" v="625" actId="1035"/>
          <ac:grpSpMkLst>
            <pc:docMk/>
            <pc:sldMk cId="1236038916" sldId="354"/>
            <ac:grpSpMk id="45" creationId="{7448288A-36CA-78ED-FDAA-2C9AEF5EE0D7}"/>
          </ac:grpSpMkLst>
        </pc:grpChg>
        <pc:picChg chg="del">
          <ac:chgData name="Muhammad Farooq Siddique" userId="ae23c6e981ed47f3" providerId="LiveId" clId="{8C9E3BFA-922C-4806-A54D-4EBF94CDB9BF}" dt="2023-12-01T07:20:05.067" v="623" actId="478"/>
          <ac:picMkLst>
            <pc:docMk/>
            <pc:sldMk cId="1236038916" sldId="354"/>
            <ac:picMk id="2" creationId="{BDBE276E-2724-1E98-0231-B0C19D9FC4D5}"/>
          </ac:picMkLst>
        </pc:picChg>
        <pc:picChg chg="add mod">
          <ac:chgData name="Muhammad Farooq Siddique" userId="ae23c6e981ed47f3" providerId="LiveId" clId="{8C9E3BFA-922C-4806-A54D-4EBF94CDB9BF}" dt="2023-12-01T07:20:06.219" v="624"/>
          <ac:picMkLst>
            <pc:docMk/>
            <pc:sldMk cId="1236038916" sldId="354"/>
            <ac:picMk id="11" creationId="{0678F44E-6857-7184-098A-D39AD65DC9D6}"/>
          </ac:picMkLst>
        </pc:picChg>
        <pc:picChg chg="add mod">
          <ac:chgData name="Muhammad Farooq Siddique" userId="ae23c6e981ed47f3" providerId="LiveId" clId="{8C9E3BFA-922C-4806-A54D-4EBF94CDB9BF}" dt="2023-12-01T07:20:16.970" v="625" actId="1035"/>
          <ac:picMkLst>
            <pc:docMk/>
            <pc:sldMk cId="1236038916" sldId="354"/>
            <ac:picMk id="13" creationId="{0368B17C-6FF9-142C-E37D-0704D5036D77}"/>
          </ac:picMkLst>
        </pc:picChg>
        <pc:picChg chg="add mod">
          <ac:chgData name="Muhammad Farooq Siddique" userId="ae23c6e981ed47f3" providerId="LiveId" clId="{8C9E3BFA-922C-4806-A54D-4EBF94CDB9BF}" dt="2023-12-01T07:20:16.970" v="625" actId="1035"/>
          <ac:picMkLst>
            <pc:docMk/>
            <pc:sldMk cId="1236038916" sldId="354"/>
            <ac:picMk id="15" creationId="{54DD1824-E445-E6FE-99B9-BFF7D8BCD2A7}"/>
          </ac:picMkLst>
        </pc:picChg>
        <pc:picChg chg="add mod">
          <ac:chgData name="Muhammad Farooq Siddique" userId="ae23c6e981ed47f3" providerId="LiveId" clId="{8C9E3BFA-922C-4806-A54D-4EBF94CDB9BF}" dt="2023-12-01T07:20:16.970" v="625" actId="1035"/>
          <ac:picMkLst>
            <pc:docMk/>
            <pc:sldMk cId="1236038916" sldId="354"/>
            <ac:picMk id="19" creationId="{0DEB31AE-2B8F-4B15-9662-DC43B5F21C79}"/>
          </ac:picMkLst>
        </pc:picChg>
        <pc:picChg chg="add mod">
          <ac:chgData name="Muhammad Farooq Siddique" userId="ae23c6e981ed47f3" providerId="LiveId" clId="{8C9E3BFA-922C-4806-A54D-4EBF94CDB9BF}" dt="2023-12-01T07:20:16.970" v="625" actId="1035"/>
          <ac:picMkLst>
            <pc:docMk/>
            <pc:sldMk cId="1236038916" sldId="354"/>
            <ac:picMk id="20" creationId="{94656F01-C04A-D950-21E2-DB8CD6FDBEAD}"/>
          </ac:picMkLst>
        </pc:picChg>
        <pc:picChg chg="add mod">
          <ac:chgData name="Muhammad Farooq Siddique" userId="ae23c6e981ed47f3" providerId="LiveId" clId="{8C9E3BFA-922C-4806-A54D-4EBF94CDB9BF}" dt="2023-12-01T07:20:06.219" v="624"/>
          <ac:picMkLst>
            <pc:docMk/>
            <pc:sldMk cId="1236038916" sldId="354"/>
            <ac:picMk id="43" creationId="{54113EC9-4E9C-0C43-796C-CC9DE9955BF6}"/>
          </ac:picMkLst>
        </pc:picChg>
        <pc:cxnChg chg="add mod">
          <ac:chgData name="Muhammad Farooq Siddique" userId="ae23c6e981ed47f3" providerId="LiveId" clId="{8C9E3BFA-922C-4806-A54D-4EBF94CDB9BF}" dt="2023-12-01T07:20:16.970" v="625" actId="1035"/>
          <ac:cxnSpMkLst>
            <pc:docMk/>
            <pc:sldMk cId="1236038916" sldId="354"/>
            <ac:cxnSpMk id="26" creationId="{BEA56894-E498-9A38-D2BE-7D54E353B16D}"/>
          </ac:cxnSpMkLst>
        </pc:cxnChg>
        <pc:cxnChg chg="add mod">
          <ac:chgData name="Muhammad Farooq Siddique" userId="ae23c6e981ed47f3" providerId="LiveId" clId="{8C9E3BFA-922C-4806-A54D-4EBF94CDB9BF}" dt="2023-12-01T07:20:16.970" v="625" actId="1035"/>
          <ac:cxnSpMkLst>
            <pc:docMk/>
            <pc:sldMk cId="1236038916" sldId="354"/>
            <ac:cxnSpMk id="27" creationId="{A9FFFC61-1AEE-18E9-C029-0C0F73655DE2}"/>
          </ac:cxnSpMkLst>
        </pc:cxnChg>
        <pc:cxnChg chg="add mod">
          <ac:chgData name="Muhammad Farooq Siddique" userId="ae23c6e981ed47f3" providerId="LiveId" clId="{8C9E3BFA-922C-4806-A54D-4EBF94CDB9BF}" dt="2023-12-01T07:20:16.970" v="625" actId="1035"/>
          <ac:cxnSpMkLst>
            <pc:docMk/>
            <pc:sldMk cId="1236038916" sldId="354"/>
            <ac:cxnSpMk id="29" creationId="{4711DB6A-1CAA-6D95-0D8B-F7E68817795F}"/>
          </ac:cxnSpMkLst>
        </pc:cxnChg>
        <pc:cxnChg chg="add mod">
          <ac:chgData name="Muhammad Farooq Siddique" userId="ae23c6e981ed47f3" providerId="LiveId" clId="{8C9E3BFA-922C-4806-A54D-4EBF94CDB9BF}" dt="2023-12-01T07:20:16.970" v="625" actId="1035"/>
          <ac:cxnSpMkLst>
            <pc:docMk/>
            <pc:sldMk cId="1236038916" sldId="354"/>
            <ac:cxnSpMk id="30" creationId="{5DF205C2-EC4C-0A30-1B63-90B1B141ED2E}"/>
          </ac:cxnSpMkLst>
        </pc:cxnChg>
      </pc:sldChg>
      <pc:sldChg chg="addSp delSp modSp add mod">
        <pc:chgData name="Muhammad Farooq Siddique" userId="ae23c6e981ed47f3" providerId="LiveId" clId="{8C9E3BFA-922C-4806-A54D-4EBF94CDB9BF}" dt="2023-12-01T07:51:14.554" v="761" actId="14100"/>
        <pc:sldMkLst>
          <pc:docMk/>
          <pc:sldMk cId="2158281629" sldId="354"/>
        </pc:sldMkLst>
        <pc:grpChg chg="del">
          <ac:chgData name="Muhammad Farooq Siddique" userId="ae23c6e981ed47f3" providerId="LiveId" clId="{8C9E3BFA-922C-4806-A54D-4EBF94CDB9BF}" dt="2023-12-01T07:48:22.535" v="759" actId="478"/>
          <ac:grpSpMkLst>
            <pc:docMk/>
            <pc:sldMk cId="2158281629" sldId="354"/>
            <ac:grpSpMk id="110" creationId="{F736DB47-2965-45BD-9037-F89EB1C2E8F8}"/>
          </ac:grpSpMkLst>
        </pc:grpChg>
        <pc:picChg chg="add mod">
          <ac:chgData name="Muhammad Farooq Siddique" userId="ae23c6e981ed47f3" providerId="LiveId" clId="{8C9E3BFA-922C-4806-A54D-4EBF94CDB9BF}" dt="2023-12-01T07:51:14.554" v="761" actId="14100"/>
          <ac:picMkLst>
            <pc:docMk/>
            <pc:sldMk cId="2158281629" sldId="354"/>
            <ac:picMk id="5" creationId="{0CF8BF19-16A3-7925-2FF0-81EF92C85667}"/>
          </ac:picMkLst>
        </pc:picChg>
      </pc:sldChg>
      <pc:sldChg chg="modSp add mod ord">
        <pc:chgData name="Muhammad Farooq Siddique" userId="ae23c6e981ed47f3" providerId="LiveId" clId="{8C9E3BFA-922C-4806-A54D-4EBF94CDB9BF}" dt="2023-12-04T04:32:25.388" v="1258" actId="1076"/>
        <pc:sldMkLst>
          <pc:docMk/>
          <pc:sldMk cId="2843695698" sldId="355"/>
        </pc:sldMkLst>
        <pc:spChg chg="mod">
          <ac:chgData name="Muhammad Farooq Siddique" userId="ae23c6e981ed47f3" providerId="LiveId" clId="{8C9E3BFA-922C-4806-A54D-4EBF94CDB9BF}" dt="2023-12-04T04:32:25.388" v="1258" actId="1076"/>
          <ac:spMkLst>
            <pc:docMk/>
            <pc:sldMk cId="2843695698" sldId="355"/>
            <ac:spMk id="13" creationId="{704EE408-A161-41F3-A881-FE62B6D4A380}"/>
          </ac:spMkLst>
        </pc:spChg>
        <pc:spChg chg="mod">
          <ac:chgData name="Muhammad Farooq Siddique" userId="ae23c6e981ed47f3" providerId="LiveId" clId="{8C9E3BFA-922C-4806-A54D-4EBF94CDB9BF}" dt="2023-12-01T08:36:04.148" v="879" actId="20577"/>
          <ac:spMkLst>
            <pc:docMk/>
            <pc:sldMk cId="2843695698" sldId="355"/>
            <ac:spMk id="28" creationId="{40AB2F05-2712-497E-BA80-CB5D5CBE9E6F}"/>
          </ac:spMkLst>
        </pc:spChg>
      </pc:sldChg>
      <pc:sldChg chg="modSp add mod">
        <pc:chgData name="Muhammad Farooq Siddique" userId="ae23c6e981ed47f3" providerId="LiveId" clId="{8C9E3BFA-922C-4806-A54D-4EBF94CDB9BF}" dt="2023-12-04T04:25:37.694" v="1208" actId="14100"/>
        <pc:sldMkLst>
          <pc:docMk/>
          <pc:sldMk cId="3641016122" sldId="356"/>
        </pc:sldMkLst>
        <pc:spChg chg="mod">
          <ac:chgData name="Muhammad Farooq Siddique" userId="ae23c6e981ed47f3" providerId="LiveId" clId="{8C9E3BFA-922C-4806-A54D-4EBF94CDB9BF}" dt="2023-12-04T04:25:37.694" v="1208" actId="14100"/>
          <ac:spMkLst>
            <pc:docMk/>
            <pc:sldMk cId="3641016122" sldId="356"/>
            <ac:spMk id="48" creationId="{3318EE2B-A5B4-00CF-559D-AA35D8D764C0}"/>
          </ac:spMkLst>
        </pc:spChg>
        <pc:spChg chg="mod">
          <ac:chgData name="Muhammad Farooq Siddique" userId="ae23c6e981ed47f3" providerId="LiveId" clId="{8C9E3BFA-922C-4806-A54D-4EBF94CDB9BF}" dt="2023-12-04T04:22:16.324" v="1185" actId="20577"/>
          <ac:spMkLst>
            <pc:docMk/>
            <pc:sldMk cId="3641016122" sldId="356"/>
            <ac:spMk id="53" creationId="{0B26205D-4547-263E-B39B-8CF50A4736CD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F2937"/>
                </a:solidFill>
                <a:latin typeface="Calibri"/>
              </a:rPr>
              <a:t>Image quality (PSNR, dB, higher =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PSNR</c:v>
                </c:pt>
              </c:strCache>
            </c:strRef>
          </c:tx>
          <c:spPr>
            <a:solidFill>
              <a:srgbClr val="9AA5B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E033-4A1D-B835-AFAD1C5E5D4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033-4A1D-B835-AFAD1C5E5D45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E033-4A1D-B835-AFAD1C5E5D45}"/>
              </c:ext>
            </c:extLst>
          </c:dPt>
          <c:dPt>
            <c:idx val="3"/>
            <c:invertIfNegative val="0"/>
            <c:bubble3D val="0"/>
            <c:spPr>
              <a:solidFill>
                <a:srgbClr val="16A9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E033-4A1D-B835-AFAD1C5E5D45}"/>
              </c:ext>
            </c:extLst>
          </c:dPt>
          <c:dPt>
            <c:idx val="4"/>
            <c:invertIfNegative val="0"/>
            <c:bubble3D val="0"/>
            <c:spPr>
              <a:solidFill>
                <a:srgbClr val="16A9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E033-4A1D-B835-AFAD1C5E5D45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Noisy</c:v>
                </c:pt>
                <c:pt idx="1">
                  <c:v>Avg 3</c:v>
                </c:pt>
                <c:pt idx="2">
                  <c:v>Avg 5</c:v>
                </c:pt>
                <c:pt idx="3">
                  <c:v>Med 3</c:v>
                </c:pt>
                <c:pt idx="4">
                  <c:v>Med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15.1</c:v>
                </c:pt>
                <c:pt idx="1">
                  <c:v>23.6</c:v>
                </c:pt>
                <c:pt idx="2">
                  <c:v>25</c:v>
                </c:pt>
                <c:pt idx="3">
                  <c:v>34</c:v>
                </c:pt>
                <c:pt idx="4">
                  <c:v>29.8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E033-4A1D-B835-AFAD1C5E5D4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PSNR (dB)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PSNR</c:v>
                </c:pt>
              </c:strCache>
            </c:strRef>
          </c:tx>
          <c:spPr>
            <a:solidFill>
              <a:srgbClr val="9AA5B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9FC4-4761-8B96-94182A2F856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FC4-4761-8B96-94182A2F856C}"/>
              </c:ext>
            </c:extLst>
          </c:dPt>
          <c:dPt>
            <c:idx val="2"/>
            <c:invertIfNegative val="0"/>
            <c:bubble3D val="0"/>
            <c:spPr>
              <a:solidFill>
                <a:srgbClr val="16A9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FC4-4761-8B96-94182A2F856C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9FC4-4761-8B96-94182A2F856C}"/>
              </c:ext>
            </c:extLst>
          </c:dPt>
          <c:dPt>
            <c:idx val="4"/>
            <c:invertIfNegative val="0"/>
            <c:bubble3D val="0"/>
            <c:spPr>
              <a:solidFill>
                <a:srgbClr val="D726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9FC4-4761-8B96-94182A2F856C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Noisy</c:v>
                </c:pt>
                <c:pt idx="1">
                  <c:v>Box 5</c:v>
                </c:pt>
                <c:pt idx="2">
                  <c:v>Gauss 5</c:v>
                </c:pt>
                <c:pt idx="3">
                  <c:v>Median 5</c:v>
                </c:pt>
                <c:pt idx="4">
                  <c:v>Box 11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21.6</c:v>
                </c:pt>
                <c:pt idx="1">
                  <c:v>27.1</c:v>
                </c:pt>
                <c:pt idx="2">
                  <c:v>28.5</c:v>
                </c:pt>
                <c:pt idx="3">
                  <c:v>27.8</c:v>
                </c:pt>
                <c:pt idx="4">
                  <c:v>23.7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9FC4-4761-8B96-94182A2F856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 w="12700">
      <a:solidFill>
        <a:schemeClr val="tx1"/>
      </a:solidFill>
    </a:ln>
    <a:effectLst/>
  </c:spPr>
  <c:txPr>
    <a:bodyPr/>
    <a:lstStyle/>
    <a:p>
      <a:pPr>
        <a:defRPr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One row of pixels across an edge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Intensity</c:v>
                </c:pt>
              </c:strCache>
            </c:strRef>
          </c:tx>
          <c:spPr>
            <a:ln w="38100" cap="flat">
              <a:solidFill>
                <a:srgbClr val="00206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2060"/>
              </a:solidFill>
              <a:ln w="9525" cap="flat">
                <a:solidFill>
                  <a:srgbClr val="002060"/>
                </a:solidFill>
                <a:prstDash val="solid"/>
                <a:round/>
              </a:ln>
              <a:effectLst/>
            </c:spPr>
          </c:marker>
          <c:cat>
            <c:strRef>
              <c:f>Sheet1!$A$2:$A$18</c:f>
              <c:strCache>
                <c:ptCount val="1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30</c:v>
                </c:pt>
                <c:pt idx="1">
                  <c:v>30</c:v>
                </c:pt>
                <c:pt idx="2">
                  <c:v>30</c:v>
                </c:pt>
                <c:pt idx="3">
                  <c:v>30</c:v>
                </c:pt>
                <c:pt idx="4">
                  <c:v>30</c:v>
                </c:pt>
                <c:pt idx="5">
                  <c:v>30</c:v>
                </c:pt>
                <c:pt idx="6">
                  <c:v>30</c:v>
                </c:pt>
                <c:pt idx="7">
                  <c:v>60</c:v>
                </c:pt>
                <c:pt idx="8">
                  <c:v>110</c:v>
                </c:pt>
                <c:pt idx="9">
                  <c:v>170</c:v>
                </c:pt>
                <c:pt idx="10">
                  <c:v>210</c:v>
                </c:pt>
                <c:pt idx="11">
                  <c:v>220</c:v>
                </c:pt>
                <c:pt idx="12">
                  <c:v>220</c:v>
                </c:pt>
                <c:pt idx="13">
                  <c:v>220</c:v>
                </c:pt>
                <c:pt idx="14">
                  <c:v>220</c:v>
                </c:pt>
                <c:pt idx="15">
                  <c:v>220</c:v>
                </c:pt>
                <c:pt idx="16">
                  <c:v>220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727-4DB2-AF5E-7FD12D38A4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 w="12700">
      <a:solidFill>
        <a:schemeClr val="tx1"/>
      </a:solidFill>
    </a:ln>
    <a:effectLst/>
  </c:spPr>
  <c:txPr>
    <a:bodyPr/>
    <a:lstStyle/>
    <a:p>
      <a:pPr>
        <a:defRPr b="1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1st derivative (slope)</c:v>
                </c:pt>
              </c:strCache>
            </c:strRef>
          </c:tx>
          <c:spPr>
            <a:ln w="38100" cap="flat">
              <a:solidFill>
                <a:srgbClr val="0070C0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Sheet1!$A$2:$A$18</c:f>
              <c:strCache>
                <c:ptCount val="1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30</c:v>
                </c:pt>
                <c:pt idx="8">
                  <c:v>50</c:v>
                </c:pt>
                <c:pt idx="9">
                  <c:v>60</c:v>
                </c:pt>
                <c:pt idx="10">
                  <c:v>40</c:v>
                </c:pt>
                <c:pt idx="11">
                  <c:v>10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C8C-4C6C-B812-9C4D949E83C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2nd derivative (Laplacian)</c:v>
                </c:pt>
              </c:strCache>
            </c:strRef>
          </c:tx>
          <c:spPr>
            <a:ln w="38100" cap="flat">
              <a:solidFill>
                <a:srgbClr val="EFA135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Sheet1!$A$2:$A$18</c:f>
              <c:strCache>
                <c:ptCount val="1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</c:strCache>
            </c: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30</c:v>
                </c:pt>
                <c:pt idx="8">
                  <c:v>20</c:v>
                </c:pt>
                <c:pt idx="9">
                  <c:v>10</c:v>
                </c:pt>
                <c:pt idx="10">
                  <c:v>-20</c:v>
                </c:pt>
                <c:pt idx="11">
                  <c:v>-30</c:v>
                </c:pt>
                <c:pt idx="12">
                  <c:v>-10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C8C-4C6C-B812-9C4D949E83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4"/>
        <c:crosses val="autoZero"/>
        <c:crossBetween val="between"/>
      </c:valAx>
      <c:spPr>
        <a:noFill/>
        <a:ln>
          <a:solidFill>
            <a:schemeClr val="tx1"/>
          </a:solidFill>
        </a:ln>
        <a:effectLst/>
      </c:spPr>
    </c:plotArea>
    <c:legend>
      <c:legendPos val="t"/>
      <c:overlay val="0"/>
    </c:legend>
    <c:plotVisOnly val="1"/>
    <c:dispBlanksAs val="span"/>
    <c:showDLblsOverMax val="1"/>
  </c:chart>
  <c:spPr>
    <a:noFill/>
    <a:ln w="12700">
      <a:solidFill>
        <a:schemeClr val="tx1"/>
      </a:solidFill>
    </a:ln>
    <a:effectLst/>
  </c:spPr>
  <c:txPr>
    <a:bodyPr/>
    <a:lstStyle/>
    <a:p>
      <a:pPr>
        <a:defRPr b="1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6203" cy="49849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386" y="1"/>
            <a:ext cx="2946202" cy="49849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EA21B6-073F-4612-AFB1-369BC0302235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311" y="4778627"/>
            <a:ext cx="5438140" cy="390915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9728"/>
            <a:ext cx="2946203" cy="49849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386" y="9429728"/>
            <a:ext cx="2946202" cy="49849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FCBA7A-2D9C-46DC-B1C9-F28F766A36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1899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CBA7A-2D9C-46DC-B1C9-F28F766A361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6242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CBA7A-2D9C-46DC-B1C9-F28F766A361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0768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EC41F-3EAD-40E7-8588-D7A815EDB4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945857-4142-421D-A0E3-360D5A346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C5282-F997-4EB0-AFD5-964605607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2ACC0-12A4-4166-A0D0-01DAA63FC0C8}" type="datetime1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D2C1F-68A8-4B03-B55D-42FD4F3DB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96A95-C853-43CA-BA99-FDFD74F58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A9BE6-D515-4CD7-B9C9-CD5F329F7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5380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737FF-D0CA-4935-82D7-0F82ECBC2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983CA-B2E1-48F7-A1B2-D2812D0F3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2087B-AB45-4404-B233-913A88D6A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644F3-7FE6-4B8A-8919-BB0881F4644E}" type="datetime1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6F8AB-2F0A-4DEF-811D-C861BE3DC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A4EE1-761B-42F2-85A7-F63AD1E56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A9BE6-D515-4CD7-B9C9-CD5F329F7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7650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5B971-FB26-41D7-95F5-F02174734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A7275-18B7-4460-99E7-09ADD0013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5FCC0-D468-460A-8B5F-FE034F337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9206E-25CD-491D-B81A-58B0B02BF664}" type="datetime1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6865B-47F9-4107-B119-C96C7AA4F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CFB34-E142-4A20-B937-DB7BD701E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A9BE6-D515-4CD7-B9C9-CD5F329F7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8641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E8A69-3A4E-48BC-9FDD-5FBAD5D7D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8617A-9659-4DDF-96FC-C58F34C964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C96201-BCCC-4314-BAB8-942AF97529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EA28A0-10DD-4EA6-9D26-DBBE321B9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32472-6A09-4A5F-A86F-07D3CED770C4}" type="datetime1">
              <a:rPr lang="en-GB" smtClean="0"/>
              <a:t>27/09/2026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E9A68C-6BBF-4B5E-AD39-1C4477999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0789C5-9458-429C-97E6-0EFE6A297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A9BE6-D515-4CD7-B9C9-CD5F329F7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4802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0408D-B6F6-4B90-B1BE-150668DB1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E5B94B-E9B2-46CC-8E50-8BFBE4E84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1EF349-9011-4997-9C9C-74CBF39EEE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396B72-4FB2-4069-BB6E-934AED75D8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9D0D8C-AF3E-4F4E-B52F-70FE8B9AC9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BE2B99-14C4-47CC-94D1-BF3717651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C45A9-6095-466A-97B7-4741BD4A8BC0}" type="datetime1">
              <a:rPr lang="en-GB" smtClean="0"/>
              <a:t>27/09/2026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0A6930-ACD4-4FE0-A433-4707BA993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613DF1-B0B0-42CB-B5BE-615F5D8EE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A9BE6-D515-4CD7-B9C9-CD5F329F7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3571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2764F-C3C7-4482-9E85-A0EAF6BE1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0CEDDB-0615-4C45-90B2-26A091365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9773D-687A-4E64-AA64-D91DED6B2B9E}" type="datetime1">
              <a:rPr lang="en-GB" smtClean="0"/>
              <a:t>27/09/2026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C594A7-018E-4731-ABC0-96C96A59B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98A1FC-2FD2-49EA-9A94-68031CAC0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A9BE6-D515-4CD7-B9C9-CD5F329F7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6262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5AD95D-B98D-4605-8FEF-F56F3711C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7238-A996-433C-B0A1-867B93BFDE4E}" type="datetime1">
              <a:rPr lang="en-GB" smtClean="0"/>
              <a:t>27/09/2026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1AE2AA-3C16-4924-B3B7-9A237CCE3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119A4-6184-4F19-B191-62856B031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A9BE6-D515-4CD7-B9C9-CD5F329F7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3228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62AEC-6CE2-47BA-A60F-1B058F7B7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5CD7D-FFEF-44A9-BD62-F100E450A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70515E-17A2-44E1-BDFE-8B4585A681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1F39EC-6937-4843-9A90-5FD9912B8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3DC6F-7EE5-4A3B-A98A-1AD2AF8000EE}" type="datetime1">
              <a:rPr lang="en-GB" smtClean="0"/>
              <a:t>27/09/2026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35A170-ACD5-4EAA-A155-1FDC4FB2D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E15882-F799-45A3-9321-F6D58427C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A9BE6-D515-4CD7-B9C9-CD5F329F7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8600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B3489-F65A-42E2-8DE3-36EDD0E81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0D9496-0670-4BB0-9369-1BF2FA76BF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DDC140-74DE-4F88-B57E-C49ACA7E19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909C48-9AF5-4904-98DD-A0AC55DFE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A72C-729D-4958-9FB4-70D1B5BF04A4}" type="datetime1">
              <a:rPr lang="en-GB" smtClean="0"/>
              <a:t>27/09/2026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4E9C98-559B-4C48-BD6C-2C041E456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70ACA5-570D-4142-9CD7-B4011CB7F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A9BE6-D515-4CD7-B9C9-CD5F329F7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1689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601D8-3C63-41F8-B7AD-66FC1B28A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1AEE9B-C401-46AA-BC39-E61BDC6E79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13088-E496-43B1-9844-2F35AEF85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7846A-A088-466B-B29B-DAA55AE3D615}" type="datetime1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28C3E-438E-4539-A387-3A0C767F4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099B4-E173-4A5F-8348-B3103D9EC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A9BE6-D515-4CD7-B9C9-CD5F329F7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2614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CF2E55-17EF-4C9E-A266-315B03E1A9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F4A669-CBA9-4E39-BF9D-CF011768BF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4D98E-0598-4A78-BB9E-BD3B0641E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1C421-70FB-4984-8C6D-055014C1D2DF}" type="datetime1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F6681-17A7-41CF-93B8-79BE67403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E0E21-C635-4431-9E0C-15E7D13E8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A9BE6-D515-4CD7-B9C9-CD5F329F7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3683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56FF36-D9DB-4B5A-B399-4C6C5442C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C422BD-FBA6-4048-B3D2-7169F6DBE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68EEC-A034-402F-BF7A-C7C1D32257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BE82BB-597A-4711-BFBC-6FA804693904}" type="datetime1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0D079-3579-4F54-8B25-02FC04BF2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44059-85C5-4585-B137-BAAFB88E10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7A9BE6-D515-4CD7-B9C9-CD5F329F7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3105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3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18" Type="http://schemas.openxmlformats.org/officeDocument/2006/relationships/image" Target="../media/image31.png"/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" Type="http://schemas.openxmlformats.org/officeDocument/2006/relationships/image" Target="../media/image1.jpeg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4" Type="http://schemas.openxmlformats.org/officeDocument/2006/relationships/image" Target="../media/image3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4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4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/><Relationship Id="rId3" Type="http://schemas.openxmlformats.org/officeDocument/2006/relationships/image" Target="../media/image2.png"/><Relationship Id="rId7" Type="http://schemas.openxmlformats.org/officeDocument/2006/relationships/image" Target="../media/image5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3.png"/><Relationship Id="rId9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2.png"/><Relationship Id="rId7" Type="http://schemas.openxmlformats.org/officeDocument/2006/relationships/image" Target="../media/image6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10" Type="http://schemas.openxmlformats.org/officeDocument/2006/relationships/image" Target="../media/image3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66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1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17" Type="http://schemas.openxmlformats.org/officeDocument/2006/relationships/image" Target="../media/image79.png"/><Relationship Id="rId2" Type="http://schemas.openxmlformats.org/officeDocument/2006/relationships/image" Target="../media/image1.jpeg"/><Relationship Id="rId16" Type="http://schemas.openxmlformats.org/officeDocument/2006/relationships/image" Target="../media/image7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5" Type="http://schemas.openxmlformats.org/officeDocument/2006/relationships/image" Target="../media/image77.png"/><Relationship Id="rId10" Type="http://schemas.openxmlformats.org/officeDocument/2006/relationships/image" Target="../media/image72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4" Type="http://schemas.openxmlformats.org/officeDocument/2006/relationships/image" Target="../media/image7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ongmyon Kim&amp;#39;s lab | University of Ulsan (UOU)">
            <a:extLst>
              <a:ext uri="{FF2B5EF4-FFF2-40B4-BE49-F238E27FC236}">
                <a16:creationId xmlns:a16="http://schemas.microsoft.com/office/drawing/2014/main" id="{9FCD8FEE-7BD3-4DDF-B849-A85BA223CF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3968" y="6371641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3F54049-5DC2-40F1-9351-0A66984A74B0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9AEBC0AC-F6CF-44A3-9366-36E52F140C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Google Shape;104;p14">
            <a:extLst>
              <a:ext uri="{FF2B5EF4-FFF2-40B4-BE49-F238E27FC236}">
                <a16:creationId xmlns:a16="http://schemas.microsoft.com/office/drawing/2014/main" id="{C68C38E5-FCF1-4C73-A9E0-8FDFA99E247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376322" y="1563449"/>
            <a:ext cx="4515762" cy="821043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rgbClr val="002060"/>
                </a:solidFill>
                <a:latin typeface="+mn-lt"/>
              </a:rPr>
              <a:t>Spatial Filtering</a:t>
            </a:r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C5AFC7FD-3907-4566-9E4E-62CFB24BDBA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4" y="6458353"/>
            <a:ext cx="1832745" cy="399647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7A7B2642-8443-B614-640A-CFD2AF3C2A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276" y="4542691"/>
            <a:ext cx="7864940" cy="1478196"/>
          </a:xfrm>
        </p:spPr>
        <p:txBody>
          <a:bodyPr>
            <a:normAutofit/>
          </a:bodyPr>
          <a:lstStyle/>
          <a:p>
            <a:pPr algn="l" hangingPunct="0">
              <a:lnSpc>
                <a:spcPct val="120000"/>
              </a:lnSpc>
            </a:pPr>
            <a:r>
              <a:rPr lang="en-US" sz="2000" b="1" dirty="0">
                <a:solidFill>
                  <a:srgbClr val="0070C0"/>
                </a:solidFill>
              </a:rPr>
              <a:t>Muhammad Umar</a:t>
            </a:r>
          </a:p>
          <a:p>
            <a:pPr algn="l" hangingPunct="0">
              <a:lnSpc>
                <a:spcPct val="100000"/>
              </a:lnSpc>
            </a:pPr>
            <a:r>
              <a:rPr lang="en-US" sz="1600" b="1" dirty="0"/>
              <a:t>Graduate Research Assistant,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Ulsan Industrial AI Lab</a:t>
            </a:r>
          </a:p>
          <a:p>
            <a:pPr algn="l" hangingPunct="0">
              <a:lnSpc>
                <a:spcPct val="100000"/>
              </a:lnSpc>
            </a:pPr>
            <a:r>
              <a:rPr lang="en-US" sz="1600" b="1" dirty="0">
                <a:latin typeface="Calibri" pitchFamily="34" charset="0"/>
                <a:cs typeface="Calibri" pitchFamily="34" charset="-120"/>
              </a:rPr>
              <a:t>Department of Electrical, Electronic and Computer Engineering, University of Ulsan</a:t>
            </a:r>
            <a:endParaRPr lang="en-US" sz="16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98C335A-B890-359A-13A5-975039B5A9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24948"/>
            <a:ext cx="578348" cy="57834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67056C4-5678-7735-DCBB-C937E283AE6C}"/>
              </a:ext>
            </a:extLst>
          </p:cNvPr>
          <p:cNvSpPr txBox="1"/>
          <p:nvPr/>
        </p:nvSpPr>
        <p:spPr>
          <a:xfrm>
            <a:off x="9684099" y="5897439"/>
            <a:ext cx="22806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>
                <a:solidFill>
                  <a:srgbClr val="002060"/>
                </a:solidFill>
                <a:ea typeface="+mj-ea"/>
                <a:cs typeface="+mj-cs"/>
              </a:rPr>
              <a:t>28 September 2026</a:t>
            </a:r>
          </a:p>
        </p:txBody>
      </p:sp>
      <p:sp>
        <p:nvSpPr>
          <p:cNvPr id="17" name="Shape 0">
            <a:extLst>
              <a:ext uri="{FF2B5EF4-FFF2-40B4-BE49-F238E27FC236}">
                <a16:creationId xmlns:a16="http://schemas.microsoft.com/office/drawing/2014/main" id="{079F3103-E3E6-343A-A0B6-CEAE73D2FCCD}"/>
              </a:ext>
            </a:extLst>
          </p:cNvPr>
          <p:cNvSpPr/>
          <p:nvPr/>
        </p:nvSpPr>
        <p:spPr>
          <a:xfrm>
            <a:off x="8102996" y="1322195"/>
            <a:ext cx="466344" cy="466344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117660EC-AFDB-D402-B791-152137D168D9}"/>
              </a:ext>
            </a:extLst>
          </p:cNvPr>
          <p:cNvSpPr txBox="1"/>
          <p:nvPr/>
        </p:nvSpPr>
        <p:spPr>
          <a:xfrm>
            <a:off x="8102996" y="1322195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95EA02EC-8E06-D807-CD04-6C699F3D2244}"/>
              </a:ext>
            </a:extLst>
          </p:cNvPr>
          <p:cNvSpPr/>
          <p:nvPr/>
        </p:nvSpPr>
        <p:spPr>
          <a:xfrm>
            <a:off x="8615060" y="1322195"/>
            <a:ext cx="466344" cy="466344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94A76294-2F7F-8802-F866-B2614FBEC80C}"/>
              </a:ext>
            </a:extLst>
          </p:cNvPr>
          <p:cNvSpPr txBox="1"/>
          <p:nvPr/>
        </p:nvSpPr>
        <p:spPr>
          <a:xfrm>
            <a:off x="8615060" y="1322195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96B14F14-D470-5DD4-7061-26273FEBFDE5}"/>
              </a:ext>
            </a:extLst>
          </p:cNvPr>
          <p:cNvSpPr/>
          <p:nvPr/>
        </p:nvSpPr>
        <p:spPr>
          <a:xfrm>
            <a:off x="9127124" y="1322195"/>
            <a:ext cx="466344" cy="466344"/>
          </a:xfrm>
          <a:prstGeom prst="rect">
            <a:avLst/>
          </a:prstGeom>
          <a:solidFill>
            <a:srgbClr val="474747"/>
          </a:solidFill>
          <a:ln w="12700">
            <a:solidFill>
              <a:srgbClr val="4747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03644B7F-8DB0-519B-0038-732E9FCB05ED}"/>
              </a:ext>
            </a:extLst>
          </p:cNvPr>
          <p:cNvSpPr txBox="1"/>
          <p:nvPr/>
        </p:nvSpPr>
        <p:spPr>
          <a:xfrm>
            <a:off x="9127124" y="1322195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1000" dirty="0"/>
          </a:p>
        </p:txBody>
      </p:sp>
      <p:sp>
        <p:nvSpPr>
          <p:cNvPr id="30" name="Shape 6">
            <a:extLst>
              <a:ext uri="{FF2B5EF4-FFF2-40B4-BE49-F238E27FC236}">
                <a16:creationId xmlns:a16="http://schemas.microsoft.com/office/drawing/2014/main" id="{78EBDEEF-DC2E-5AAE-34B1-A09A0CBB8FA5}"/>
              </a:ext>
            </a:extLst>
          </p:cNvPr>
          <p:cNvSpPr/>
          <p:nvPr/>
        </p:nvSpPr>
        <p:spPr>
          <a:xfrm>
            <a:off x="9639188" y="1322195"/>
            <a:ext cx="466344" cy="466344"/>
          </a:xfrm>
          <a:prstGeom prst="rect">
            <a:avLst/>
          </a:prstGeom>
          <a:solidFill>
            <a:srgbClr val="737373"/>
          </a:solidFill>
          <a:ln w="12700">
            <a:solidFill>
              <a:srgbClr val="7373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F89E42FE-38E0-8998-DE63-24A409326130}"/>
              </a:ext>
            </a:extLst>
          </p:cNvPr>
          <p:cNvSpPr txBox="1"/>
          <p:nvPr/>
        </p:nvSpPr>
        <p:spPr>
          <a:xfrm>
            <a:off x="9639188" y="1322195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</a:t>
            </a:r>
            <a:endParaRPr lang="en-US" sz="1000" dirty="0"/>
          </a:p>
        </p:txBody>
      </p:sp>
      <p:sp>
        <p:nvSpPr>
          <p:cNvPr id="34" name="Shape 8">
            <a:extLst>
              <a:ext uri="{FF2B5EF4-FFF2-40B4-BE49-F238E27FC236}">
                <a16:creationId xmlns:a16="http://schemas.microsoft.com/office/drawing/2014/main" id="{8B96D832-F02E-7752-1C9A-6C343C152D4C}"/>
              </a:ext>
            </a:extLst>
          </p:cNvPr>
          <p:cNvSpPr/>
          <p:nvPr/>
        </p:nvSpPr>
        <p:spPr>
          <a:xfrm>
            <a:off x="10151252" y="1322195"/>
            <a:ext cx="466344" cy="466344"/>
          </a:xfrm>
          <a:prstGeom prst="rect">
            <a:avLst/>
          </a:prstGeom>
          <a:solidFill>
            <a:srgbClr val="A9A9A9"/>
          </a:solidFill>
          <a:ln w="12700">
            <a:solidFill>
              <a:srgbClr val="A9A9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05FD1B5-F02A-20AA-D024-77794B4005CD}"/>
              </a:ext>
            </a:extLst>
          </p:cNvPr>
          <p:cNvSpPr txBox="1"/>
          <p:nvPr/>
        </p:nvSpPr>
        <p:spPr>
          <a:xfrm>
            <a:off x="10151252" y="1322195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169</a:t>
            </a:r>
            <a:endParaRPr lang="en-US" sz="1000" dirty="0"/>
          </a:p>
        </p:txBody>
      </p:sp>
      <p:sp>
        <p:nvSpPr>
          <p:cNvPr id="38" name="Shape 10">
            <a:extLst>
              <a:ext uri="{FF2B5EF4-FFF2-40B4-BE49-F238E27FC236}">
                <a16:creationId xmlns:a16="http://schemas.microsoft.com/office/drawing/2014/main" id="{224DAD26-470E-FC88-8DD9-5510AE22B2A2}"/>
              </a:ext>
            </a:extLst>
          </p:cNvPr>
          <p:cNvSpPr/>
          <p:nvPr/>
        </p:nvSpPr>
        <p:spPr>
          <a:xfrm>
            <a:off x="10663316" y="1322195"/>
            <a:ext cx="466344" cy="466344"/>
          </a:xfrm>
          <a:prstGeom prst="rect">
            <a:avLst/>
          </a:prstGeom>
          <a:solidFill>
            <a:srgbClr val="A3A3A3"/>
          </a:solidFill>
          <a:ln w="12700">
            <a:solidFill>
              <a:srgbClr val="A3A3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880E8033-EE7E-EF75-67E7-C292443FC297}"/>
              </a:ext>
            </a:extLst>
          </p:cNvPr>
          <p:cNvSpPr txBox="1"/>
          <p:nvPr/>
        </p:nvSpPr>
        <p:spPr>
          <a:xfrm>
            <a:off x="10663316" y="1322195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</a:t>
            </a:r>
            <a:endParaRPr lang="en-US" sz="1000" dirty="0"/>
          </a:p>
        </p:txBody>
      </p:sp>
      <p:sp>
        <p:nvSpPr>
          <p:cNvPr id="42" name="Shape 12">
            <a:extLst>
              <a:ext uri="{FF2B5EF4-FFF2-40B4-BE49-F238E27FC236}">
                <a16:creationId xmlns:a16="http://schemas.microsoft.com/office/drawing/2014/main" id="{8183BD80-6536-D719-1F5E-3B3E0129C96C}"/>
              </a:ext>
            </a:extLst>
          </p:cNvPr>
          <p:cNvSpPr/>
          <p:nvPr/>
        </p:nvSpPr>
        <p:spPr>
          <a:xfrm>
            <a:off x="11175380" y="1322195"/>
            <a:ext cx="466344" cy="466344"/>
          </a:xfrm>
          <a:prstGeom prst="rect">
            <a:avLst/>
          </a:prstGeom>
          <a:solidFill>
            <a:srgbClr val="B2B2B2"/>
          </a:solidFill>
          <a:ln w="12700">
            <a:solidFill>
              <a:srgbClr val="B2B2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13">
            <a:extLst>
              <a:ext uri="{FF2B5EF4-FFF2-40B4-BE49-F238E27FC236}">
                <a16:creationId xmlns:a16="http://schemas.microsoft.com/office/drawing/2014/main" id="{E3E68E34-6AC2-172A-916F-26BD7287E883}"/>
              </a:ext>
            </a:extLst>
          </p:cNvPr>
          <p:cNvSpPr txBox="1"/>
          <p:nvPr/>
        </p:nvSpPr>
        <p:spPr>
          <a:xfrm>
            <a:off x="11175380" y="1322195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</a:t>
            </a:r>
            <a:endParaRPr lang="en-US" sz="1000" dirty="0"/>
          </a:p>
        </p:txBody>
      </p:sp>
      <p:sp>
        <p:nvSpPr>
          <p:cNvPr id="46" name="Shape 14">
            <a:extLst>
              <a:ext uri="{FF2B5EF4-FFF2-40B4-BE49-F238E27FC236}">
                <a16:creationId xmlns:a16="http://schemas.microsoft.com/office/drawing/2014/main" id="{5F5EC046-EB11-6AEC-B08A-7DFCC1DD2C88}"/>
              </a:ext>
            </a:extLst>
          </p:cNvPr>
          <p:cNvSpPr/>
          <p:nvPr/>
        </p:nvSpPr>
        <p:spPr>
          <a:xfrm>
            <a:off x="8102996" y="1834259"/>
            <a:ext cx="466344" cy="466344"/>
          </a:xfrm>
          <a:prstGeom prst="rect">
            <a:avLst/>
          </a:prstGeom>
          <a:solidFill>
            <a:srgbClr val="272727"/>
          </a:solidFill>
          <a:ln w="12700">
            <a:solidFill>
              <a:srgbClr val="2727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15">
            <a:extLst>
              <a:ext uri="{FF2B5EF4-FFF2-40B4-BE49-F238E27FC236}">
                <a16:creationId xmlns:a16="http://schemas.microsoft.com/office/drawing/2014/main" id="{1A9B45C5-4D6C-C309-4BA0-A7359A2F0E36}"/>
              </a:ext>
            </a:extLst>
          </p:cNvPr>
          <p:cNvSpPr txBox="1"/>
          <p:nvPr/>
        </p:nvSpPr>
        <p:spPr>
          <a:xfrm>
            <a:off x="8102996" y="1834259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50" name="Shape 16">
            <a:extLst>
              <a:ext uri="{FF2B5EF4-FFF2-40B4-BE49-F238E27FC236}">
                <a16:creationId xmlns:a16="http://schemas.microsoft.com/office/drawing/2014/main" id="{2646B8E8-BC0B-B1CC-20CB-D118B81B290D}"/>
              </a:ext>
            </a:extLst>
          </p:cNvPr>
          <p:cNvSpPr/>
          <p:nvPr/>
        </p:nvSpPr>
        <p:spPr>
          <a:xfrm>
            <a:off x="8615060" y="1834259"/>
            <a:ext cx="466344" cy="466344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17">
            <a:extLst>
              <a:ext uri="{FF2B5EF4-FFF2-40B4-BE49-F238E27FC236}">
                <a16:creationId xmlns:a16="http://schemas.microsoft.com/office/drawing/2014/main" id="{B3EA03B6-5A8D-5681-F28F-E1B9F209647D}"/>
              </a:ext>
            </a:extLst>
          </p:cNvPr>
          <p:cNvSpPr txBox="1"/>
          <p:nvPr/>
        </p:nvSpPr>
        <p:spPr>
          <a:xfrm>
            <a:off x="8615060" y="1834259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54" name="Shape 18">
            <a:extLst>
              <a:ext uri="{FF2B5EF4-FFF2-40B4-BE49-F238E27FC236}">
                <a16:creationId xmlns:a16="http://schemas.microsoft.com/office/drawing/2014/main" id="{BF5BDA6C-1CCA-A8CF-21C7-0219946A0688}"/>
              </a:ext>
            </a:extLst>
          </p:cNvPr>
          <p:cNvSpPr/>
          <p:nvPr/>
        </p:nvSpPr>
        <p:spPr>
          <a:xfrm>
            <a:off x="9127124" y="1834259"/>
            <a:ext cx="466344" cy="466344"/>
          </a:xfrm>
          <a:prstGeom prst="rect">
            <a:avLst/>
          </a:prstGeom>
          <a:solidFill>
            <a:srgbClr val="292929"/>
          </a:solidFill>
          <a:ln w="12700">
            <a:solidFill>
              <a:srgbClr val="2929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19">
            <a:extLst>
              <a:ext uri="{FF2B5EF4-FFF2-40B4-BE49-F238E27FC236}">
                <a16:creationId xmlns:a16="http://schemas.microsoft.com/office/drawing/2014/main" id="{927E98C1-D6C4-447E-3783-86B0B37C6C31}"/>
              </a:ext>
            </a:extLst>
          </p:cNvPr>
          <p:cNvSpPr txBox="1"/>
          <p:nvPr/>
        </p:nvSpPr>
        <p:spPr>
          <a:xfrm>
            <a:off x="9127124" y="1834259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sp>
        <p:nvSpPr>
          <p:cNvPr id="58" name="Shape 20">
            <a:extLst>
              <a:ext uri="{FF2B5EF4-FFF2-40B4-BE49-F238E27FC236}">
                <a16:creationId xmlns:a16="http://schemas.microsoft.com/office/drawing/2014/main" id="{59E1A87F-39B5-81DA-4E40-B9A1A133E7C9}"/>
              </a:ext>
            </a:extLst>
          </p:cNvPr>
          <p:cNvSpPr/>
          <p:nvPr/>
        </p:nvSpPr>
        <p:spPr>
          <a:xfrm>
            <a:off x="9639188" y="1834259"/>
            <a:ext cx="466344" cy="466344"/>
          </a:xfrm>
          <a:prstGeom prst="rect">
            <a:avLst/>
          </a:prstGeom>
          <a:solidFill>
            <a:srgbClr val="373737"/>
          </a:solidFill>
          <a:ln w="12700">
            <a:solidFill>
              <a:srgbClr val="3737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B7FC6B6B-5180-295B-CBB7-CDBDFEEB94CA}"/>
              </a:ext>
            </a:extLst>
          </p:cNvPr>
          <p:cNvSpPr txBox="1"/>
          <p:nvPr/>
        </p:nvSpPr>
        <p:spPr>
          <a:xfrm>
            <a:off x="9639188" y="1834259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  <p:sp>
        <p:nvSpPr>
          <p:cNvPr id="62" name="Shape 22">
            <a:extLst>
              <a:ext uri="{FF2B5EF4-FFF2-40B4-BE49-F238E27FC236}">
                <a16:creationId xmlns:a16="http://schemas.microsoft.com/office/drawing/2014/main" id="{67F1BE7F-A27B-26E1-C3F8-4AD4786A7EE8}"/>
              </a:ext>
            </a:extLst>
          </p:cNvPr>
          <p:cNvSpPr/>
          <p:nvPr/>
        </p:nvSpPr>
        <p:spPr>
          <a:xfrm>
            <a:off x="10151252" y="1834259"/>
            <a:ext cx="466344" cy="466344"/>
          </a:xfrm>
          <a:prstGeom prst="rect">
            <a:avLst/>
          </a:prstGeom>
          <a:solidFill>
            <a:srgbClr val="585858"/>
          </a:solidFill>
          <a:ln w="12700">
            <a:solidFill>
              <a:srgbClr val="5858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4" name="Text 23">
            <a:extLst>
              <a:ext uri="{FF2B5EF4-FFF2-40B4-BE49-F238E27FC236}">
                <a16:creationId xmlns:a16="http://schemas.microsoft.com/office/drawing/2014/main" id="{835AEF97-AF98-7638-EACA-09C91766F046}"/>
              </a:ext>
            </a:extLst>
          </p:cNvPr>
          <p:cNvSpPr txBox="1"/>
          <p:nvPr/>
        </p:nvSpPr>
        <p:spPr>
          <a:xfrm>
            <a:off x="10151252" y="1834259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1000" dirty="0"/>
          </a:p>
        </p:txBody>
      </p:sp>
      <p:sp>
        <p:nvSpPr>
          <p:cNvPr id="1027" name="Shape 24">
            <a:extLst>
              <a:ext uri="{FF2B5EF4-FFF2-40B4-BE49-F238E27FC236}">
                <a16:creationId xmlns:a16="http://schemas.microsoft.com/office/drawing/2014/main" id="{2C49017F-75CE-71BD-F41B-803FFCC56713}"/>
              </a:ext>
            </a:extLst>
          </p:cNvPr>
          <p:cNvSpPr/>
          <p:nvPr/>
        </p:nvSpPr>
        <p:spPr>
          <a:xfrm>
            <a:off x="10663316" y="1834259"/>
            <a:ext cx="466344" cy="466344"/>
          </a:xfrm>
          <a:prstGeom prst="rect">
            <a:avLst/>
          </a:prstGeom>
          <a:solidFill>
            <a:srgbClr val="8E8E8E"/>
          </a:solidFill>
          <a:ln w="12700">
            <a:solidFill>
              <a:srgbClr val="8E8E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9" name="Text 25">
            <a:extLst>
              <a:ext uri="{FF2B5EF4-FFF2-40B4-BE49-F238E27FC236}">
                <a16:creationId xmlns:a16="http://schemas.microsoft.com/office/drawing/2014/main" id="{DA5D2565-9FFB-3DEF-0D96-C089D3A01467}"/>
              </a:ext>
            </a:extLst>
          </p:cNvPr>
          <p:cNvSpPr txBox="1"/>
          <p:nvPr/>
        </p:nvSpPr>
        <p:spPr>
          <a:xfrm>
            <a:off x="10663316" y="1834259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</a:t>
            </a:r>
            <a:endParaRPr lang="en-US" sz="1000" dirty="0"/>
          </a:p>
        </p:txBody>
      </p:sp>
      <p:sp>
        <p:nvSpPr>
          <p:cNvPr id="1031" name="Shape 26">
            <a:extLst>
              <a:ext uri="{FF2B5EF4-FFF2-40B4-BE49-F238E27FC236}">
                <a16:creationId xmlns:a16="http://schemas.microsoft.com/office/drawing/2014/main" id="{D99E514F-7BB8-3B74-BD68-07D8A7696EB8}"/>
              </a:ext>
            </a:extLst>
          </p:cNvPr>
          <p:cNvSpPr/>
          <p:nvPr/>
        </p:nvSpPr>
        <p:spPr>
          <a:xfrm>
            <a:off x="11175380" y="1834259"/>
            <a:ext cx="466344" cy="466344"/>
          </a:xfrm>
          <a:prstGeom prst="rect">
            <a:avLst/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3" name="Text 27">
            <a:extLst>
              <a:ext uri="{FF2B5EF4-FFF2-40B4-BE49-F238E27FC236}">
                <a16:creationId xmlns:a16="http://schemas.microsoft.com/office/drawing/2014/main" id="{6EBA3751-19AA-A2E7-1849-0C268A11B554}"/>
              </a:ext>
            </a:extLst>
          </p:cNvPr>
          <p:cNvSpPr txBox="1"/>
          <p:nvPr/>
        </p:nvSpPr>
        <p:spPr>
          <a:xfrm>
            <a:off x="11175380" y="1834259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174</a:t>
            </a:r>
            <a:endParaRPr lang="en-US" sz="1000" dirty="0"/>
          </a:p>
        </p:txBody>
      </p:sp>
      <p:sp>
        <p:nvSpPr>
          <p:cNvPr id="1035" name="Shape 28">
            <a:extLst>
              <a:ext uri="{FF2B5EF4-FFF2-40B4-BE49-F238E27FC236}">
                <a16:creationId xmlns:a16="http://schemas.microsoft.com/office/drawing/2014/main" id="{2542B014-66FF-8A30-776B-B1DED1723841}"/>
              </a:ext>
            </a:extLst>
          </p:cNvPr>
          <p:cNvSpPr/>
          <p:nvPr/>
        </p:nvSpPr>
        <p:spPr>
          <a:xfrm>
            <a:off x="8102996" y="2346323"/>
            <a:ext cx="466344" cy="466344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7" name="Text 29">
            <a:extLst>
              <a:ext uri="{FF2B5EF4-FFF2-40B4-BE49-F238E27FC236}">
                <a16:creationId xmlns:a16="http://schemas.microsoft.com/office/drawing/2014/main" id="{FBAFF4DF-5BF6-7D45-F293-BED459DB0CB2}"/>
              </a:ext>
            </a:extLst>
          </p:cNvPr>
          <p:cNvSpPr txBox="1"/>
          <p:nvPr/>
        </p:nvSpPr>
        <p:spPr>
          <a:xfrm>
            <a:off x="8102996" y="2346323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1039" name="Shape 30">
            <a:extLst>
              <a:ext uri="{FF2B5EF4-FFF2-40B4-BE49-F238E27FC236}">
                <a16:creationId xmlns:a16="http://schemas.microsoft.com/office/drawing/2014/main" id="{F5568E47-8265-0F71-7966-86F97CD4D303}"/>
              </a:ext>
            </a:extLst>
          </p:cNvPr>
          <p:cNvSpPr/>
          <p:nvPr/>
        </p:nvSpPr>
        <p:spPr>
          <a:xfrm>
            <a:off x="8615060" y="2346323"/>
            <a:ext cx="466344" cy="466344"/>
          </a:xfrm>
          <a:prstGeom prst="rect">
            <a:avLst/>
          </a:prstGeom>
          <a:solidFill>
            <a:srgbClr val="1D1D1D"/>
          </a:solidFill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1" name="Text 31">
            <a:extLst>
              <a:ext uri="{FF2B5EF4-FFF2-40B4-BE49-F238E27FC236}">
                <a16:creationId xmlns:a16="http://schemas.microsoft.com/office/drawing/2014/main" id="{951B8453-2EC5-515C-80B6-A62D1727CF0E}"/>
              </a:ext>
            </a:extLst>
          </p:cNvPr>
          <p:cNvSpPr txBox="1"/>
          <p:nvPr/>
        </p:nvSpPr>
        <p:spPr>
          <a:xfrm>
            <a:off x="8615060" y="2346323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1043" name="Shape 32">
            <a:extLst>
              <a:ext uri="{FF2B5EF4-FFF2-40B4-BE49-F238E27FC236}">
                <a16:creationId xmlns:a16="http://schemas.microsoft.com/office/drawing/2014/main" id="{2C863023-9D5D-BB42-22C3-D1B5759CAEA7}"/>
              </a:ext>
            </a:extLst>
          </p:cNvPr>
          <p:cNvSpPr/>
          <p:nvPr/>
        </p:nvSpPr>
        <p:spPr>
          <a:xfrm>
            <a:off x="9127124" y="2346323"/>
            <a:ext cx="466344" cy="466344"/>
          </a:xfrm>
          <a:prstGeom prst="rect">
            <a:avLst/>
          </a:prstGeom>
          <a:solidFill>
            <a:srgbClr val="202020"/>
          </a:solidFill>
          <a:ln w="12700">
            <a:solidFill>
              <a:srgbClr val="20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5" name="Text 33">
            <a:extLst>
              <a:ext uri="{FF2B5EF4-FFF2-40B4-BE49-F238E27FC236}">
                <a16:creationId xmlns:a16="http://schemas.microsoft.com/office/drawing/2014/main" id="{DC91A18C-848D-76F0-4095-E8D85D05CB6D}"/>
              </a:ext>
            </a:extLst>
          </p:cNvPr>
          <p:cNvSpPr txBox="1"/>
          <p:nvPr/>
        </p:nvSpPr>
        <p:spPr>
          <a:xfrm>
            <a:off x="9127124" y="2346323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1047" name="Shape 34">
            <a:extLst>
              <a:ext uri="{FF2B5EF4-FFF2-40B4-BE49-F238E27FC236}">
                <a16:creationId xmlns:a16="http://schemas.microsoft.com/office/drawing/2014/main" id="{890F12FB-047C-B3AF-CB09-ECED28F458C3}"/>
              </a:ext>
            </a:extLst>
          </p:cNvPr>
          <p:cNvSpPr/>
          <p:nvPr/>
        </p:nvSpPr>
        <p:spPr>
          <a:xfrm>
            <a:off x="9639188" y="2346323"/>
            <a:ext cx="466344" cy="4663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9" name="Text 35">
            <a:extLst>
              <a:ext uri="{FF2B5EF4-FFF2-40B4-BE49-F238E27FC236}">
                <a16:creationId xmlns:a16="http://schemas.microsoft.com/office/drawing/2014/main" id="{BB947160-8536-DC41-144A-0CECAE5D5875}"/>
              </a:ext>
            </a:extLst>
          </p:cNvPr>
          <p:cNvSpPr txBox="1"/>
          <p:nvPr/>
        </p:nvSpPr>
        <p:spPr>
          <a:xfrm>
            <a:off x="9639188" y="2346323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  <p:sp>
        <p:nvSpPr>
          <p:cNvPr id="1051" name="Shape 36">
            <a:extLst>
              <a:ext uri="{FF2B5EF4-FFF2-40B4-BE49-F238E27FC236}">
                <a16:creationId xmlns:a16="http://schemas.microsoft.com/office/drawing/2014/main" id="{2F42914D-2BEF-67FB-533F-7A8F51CB52FE}"/>
              </a:ext>
            </a:extLst>
          </p:cNvPr>
          <p:cNvSpPr/>
          <p:nvPr/>
        </p:nvSpPr>
        <p:spPr>
          <a:xfrm>
            <a:off x="10151252" y="2346323"/>
            <a:ext cx="466344" cy="466344"/>
          </a:xfrm>
          <a:prstGeom prst="rect">
            <a:avLst/>
          </a:prstGeom>
          <a:solidFill>
            <a:srgbClr val="474747"/>
          </a:solidFill>
          <a:ln w="12700">
            <a:solidFill>
              <a:srgbClr val="4747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3" name="Text 37">
            <a:extLst>
              <a:ext uri="{FF2B5EF4-FFF2-40B4-BE49-F238E27FC236}">
                <a16:creationId xmlns:a16="http://schemas.microsoft.com/office/drawing/2014/main" id="{C1FFC941-E04D-BB06-9B87-A74AB3BB9BDC}"/>
              </a:ext>
            </a:extLst>
          </p:cNvPr>
          <p:cNvSpPr txBox="1"/>
          <p:nvPr/>
        </p:nvSpPr>
        <p:spPr>
          <a:xfrm>
            <a:off x="10151252" y="2346323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1000" dirty="0"/>
          </a:p>
        </p:txBody>
      </p:sp>
      <p:sp>
        <p:nvSpPr>
          <p:cNvPr id="1055" name="Shape 38">
            <a:extLst>
              <a:ext uri="{FF2B5EF4-FFF2-40B4-BE49-F238E27FC236}">
                <a16:creationId xmlns:a16="http://schemas.microsoft.com/office/drawing/2014/main" id="{B2FC4A5C-4B7A-C068-AAF3-3EF37E42B45B}"/>
              </a:ext>
            </a:extLst>
          </p:cNvPr>
          <p:cNvSpPr/>
          <p:nvPr/>
        </p:nvSpPr>
        <p:spPr>
          <a:xfrm>
            <a:off x="10663316" y="2346323"/>
            <a:ext cx="466344" cy="466344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7" name="Text 39">
            <a:extLst>
              <a:ext uri="{FF2B5EF4-FFF2-40B4-BE49-F238E27FC236}">
                <a16:creationId xmlns:a16="http://schemas.microsoft.com/office/drawing/2014/main" id="{659BB964-FF4B-714E-AD6D-A776DBF952BD}"/>
              </a:ext>
            </a:extLst>
          </p:cNvPr>
          <p:cNvSpPr txBox="1"/>
          <p:nvPr/>
        </p:nvSpPr>
        <p:spPr>
          <a:xfrm>
            <a:off x="10663316" y="2346323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1000" dirty="0"/>
          </a:p>
        </p:txBody>
      </p:sp>
      <p:sp>
        <p:nvSpPr>
          <p:cNvPr id="1059" name="Shape 40">
            <a:extLst>
              <a:ext uri="{FF2B5EF4-FFF2-40B4-BE49-F238E27FC236}">
                <a16:creationId xmlns:a16="http://schemas.microsoft.com/office/drawing/2014/main" id="{609115DD-EA28-2C68-588D-71D8952006EA}"/>
              </a:ext>
            </a:extLst>
          </p:cNvPr>
          <p:cNvSpPr/>
          <p:nvPr/>
        </p:nvSpPr>
        <p:spPr>
          <a:xfrm>
            <a:off x="11175380" y="2346323"/>
            <a:ext cx="466344" cy="466344"/>
          </a:xfrm>
          <a:prstGeom prst="rect">
            <a:avLst/>
          </a:prstGeom>
          <a:solidFill>
            <a:srgbClr val="969696"/>
          </a:solidFill>
          <a:ln w="12700">
            <a:solidFill>
              <a:srgbClr val="9696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1" name="Text 41">
            <a:extLst>
              <a:ext uri="{FF2B5EF4-FFF2-40B4-BE49-F238E27FC236}">
                <a16:creationId xmlns:a16="http://schemas.microsoft.com/office/drawing/2014/main" id="{B27A4E93-4797-AFEE-2A47-135D7B6E0C76}"/>
              </a:ext>
            </a:extLst>
          </p:cNvPr>
          <p:cNvSpPr txBox="1"/>
          <p:nvPr/>
        </p:nvSpPr>
        <p:spPr>
          <a:xfrm>
            <a:off x="11175380" y="2346323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1000" dirty="0"/>
          </a:p>
        </p:txBody>
      </p:sp>
      <p:sp>
        <p:nvSpPr>
          <p:cNvPr id="1063" name="Shape 42">
            <a:extLst>
              <a:ext uri="{FF2B5EF4-FFF2-40B4-BE49-F238E27FC236}">
                <a16:creationId xmlns:a16="http://schemas.microsoft.com/office/drawing/2014/main" id="{56DFB4D6-0550-BECE-EE07-D67819AF8A97}"/>
              </a:ext>
            </a:extLst>
          </p:cNvPr>
          <p:cNvSpPr/>
          <p:nvPr/>
        </p:nvSpPr>
        <p:spPr>
          <a:xfrm>
            <a:off x="8102996" y="2858387"/>
            <a:ext cx="466344" cy="46634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5" name="Text 43">
            <a:extLst>
              <a:ext uri="{FF2B5EF4-FFF2-40B4-BE49-F238E27FC236}">
                <a16:creationId xmlns:a16="http://schemas.microsoft.com/office/drawing/2014/main" id="{98EB77EB-CF95-9C6C-D80A-691697E266E0}"/>
              </a:ext>
            </a:extLst>
          </p:cNvPr>
          <p:cNvSpPr txBox="1"/>
          <p:nvPr/>
        </p:nvSpPr>
        <p:spPr>
          <a:xfrm>
            <a:off x="8102996" y="2858387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1067" name="Shape 44">
            <a:extLst>
              <a:ext uri="{FF2B5EF4-FFF2-40B4-BE49-F238E27FC236}">
                <a16:creationId xmlns:a16="http://schemas.microsoft.com/office/drawing/2014/main" id="{8E2D7C10-7410-8205-4682-8EF62EFDA380}"/>
              </a:ext>
            </a:extLst>
          </p:cNvPr>
          <p:cNvSpPr/>
          <p:nvPr/>
        </p:nvSpPr>
        <p:spPr>
          <a:xfrm>
            <a:off x="8615060" y="2858387"/>
            <a:ext cx="466344" cy="466344"/>
          </a:xfrm>
          <a:prstGeom prst="rect">
            <a:avLst/>
          </a:prstGeom>
          <a:solidFill>
            <a:srgbClr val="191919"/>
          </a:solidFill>
          <a:ln w="12700">
            <a:solidFill>
              <a:srgbClr val="1919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9" name="Text 45">
            <a:extLst>
              <a:ext uri="{FF2B5EF4-FFF2-40B4-BE49-F238E27FC236}">
                <a16:creationId xmlns:a16="http://schemas.microsoft.com/office/drawing/2014/main" id="{BEF01492-58C8-AA48-7E0A-4523F5D76A89}"/>
              </a:ext>
            </a:extLst>
          </p:cNvPr>
          <p:cNvSpPr txBox="1"/>
          <p:nvPr/>
        </p:nvSpPr>
        <p:spPr>
          <a:xfrm>
            <a:off x="8615060" y="2858387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1071" name="Shape 46">
            <a:extLst>
              <a:ext uri="{FF2B5EF4-FFF2-40B4-BE49-F238E27FC236}">
                <a16:creationId xmlns:a16="http://schemas.microsoft.com/office/drawing/2014/main" id="{8611A5F8-3ED4-A2FF-3ECD-D2C195CD99DA}"/>
              </a:ext>
            </a:extLst>
          </p:cNvPr>
          <p:cNvSpPr/>
          <p:nvPr/>
        </p:nvSpPr>
        <p:spPr>
          <a:xfrm>
            <a:off x="9127124" y="2858387"/>
            <a:ext cx="466344" cy="466344"/>
          </a:xfrm>
          <a:prstGeom prst="rect">
            <a:avLst/>
          </a:prstGeom>
          <a:solidFill>
            <a:srgbClr val="1D1D1D"/>
          </a:solidFill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3" name="Text 47">
            <a:extLst>
              <a:ext uri="{FF2B5EF4-FFF2-40B4-BE49-F238E27FC236}">
                <a16:creationId xmlns:a16="http://schemas.microsoft.com/office/drawing/2014/main" id="{9F99C0F5-EBC9-3F00-F0A6-220F7E6BF068}"/>
              </a:ext>
            </a:extLst>
          </p:cNvPr>
          <p:cNvSpPr txBox="1"/>
          <p:nvPr/>
        </p:nvSpPr>
        <p:spPr>
          <a:xfrm>
            <a:off x="9127124" y="2858387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1075" name="Shape 48">
            <a:extLst>
              <a:ext uri="{FF2B5EF4-FFF2-40B4-BE49-F238E27FC236}">
                <a16:creationId xmlns:a16="http://schemas.microsoft.com/office/drawing/2014/main" id="{EF78E835-79DE-6E6B-5DD1-39981CB26770}"/>
              </a:ext>
            </a:extLst>
          </p:cNvPr>
          <p:cNvSpPr/>
          <p:nvPr/>
        </p:nvSpPr>
        <p:spPr>
          <a:xfrm>
            <a:off x="9639188" y="2858387"/>
            <a:ext cx="466344" cy="466344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7" name="Text 49">
            <a:extLst>
              <a:ext uri="{FF2B5EF4-FFF2-40B4-BE49-F238E27FC236}">
                <a16:creationId xmlns:a16="http://schemas.microsoft.com/office/drawing/2014/main" id="{8BA527B3-E58B-D696-9ABE-C07258FF2491}"/>
              </a:ext>
            </a:extLst>
          </p:cNvPr>
          <p:cNvSpPr txBox="1"/>
          <p:nvPr/>
        </p:nvSpPr>
        <p:spPr>
          <a:xfrm>
            <a:off x="9639188" y="2858387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1079" name="Shape 50">
            <a:extLst>
              <a:ext uri="{FF2B5EF4-FFF2-40B4-BE49-F238E27FC236}">
                <a16:creationId xmlns:a16="http://schemas.microsoft.com/office/drawing/2014/main" id="{FE043DCD-349B-3CA3-64A3-26CDBAE28F3E}"/>
              </a:ext>
            </a:extLst>
          </p:cNvPr>
          <p:cNvSpPr/>
          <p:nvPr/>
        </p:nvSpPr>
        <p:spPr>
          <a:xfrm>
            <a:off x="10151252" y="2858387"/>
            <a:ext cx="466344" cy="466344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1" name="Text 51">
            <a:extLst>
              <a:ext uri="{FF2B5EF4-FFF2-40B4-BE49-F238E27FC236}">
                <a16:creationId xmlns:a16="http://schemas.microsoft.com/office/drawing/2014/main" id="{4C95B151-6EFE-7DDE-9CD3-DADA6653F105}"/>
              </a:ext>
            </a:extLst>
          </p:cNvPr>
          <p:cNvSpPr txBox="1"/>
          <p:nvPr/>
        </p:nvSpPr>
        <p:spPr>
          <a:xfrm>
            <a:off x="10151252" y="2858387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000" dirty="0"/>
          </a:p>
        </p:txBody>
      </p:sp>
      <p:sp>
        <p:nvSpPr>
          <p:cNvPr id="1083" name="Shape 52">
            <a:extLst>
              <a:ext uri="{FF2B5EF4-FFF2-40B4-BE49-F238E27FC236}">
                <a16:creationId xmlns:a16="http://schemas.microsoft.com/office/drawing/2014/main" id="{A3EAEB79-DD64-A091-C011-CF3DF12162B0}"/>
              </a:ext>
            </a:extLst>
          </p:cNvPr>
          <p:cNvSpPr/>
          <p:nvPr/>
        </p:nvSpPr>
        <p:spPr>
          <a:xfrm>
            <a:off x="10663316" y="2858387"/>
            <a:ext cx="466344" cy="466344"/>
          </a:xfrm>
          <a:prstGeom prst="rect">
            <a:avLst/>
          </a:prstGeom>
          <a:solidFill>
            <a:srgbClr val="4C4C4C"/>
          </a:solidFill>
          <a:ln w="12700">
            <a:solidFill>
              <a:srgbClr val="4C4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5" name="Text 53">
            <a:extLst>
              <a:ext uri="{FF2B5EF4-FFF2-40B4-BE49-F238E27FC236}">
                <a16:creationId xmlns:a16="http://schemas.microsoft.com/office/drawing/2014/main" id="{6B0CB422-C0AE-9F61-157C-82132047E0F9}"/>
              </a:ext>
            </a:extLst>
          </p:cNvPr>
          <p:cNvSpPr txBox="1"/>
          <p:nvPr/>
        </p:nvSpPr>
        <p:spPr>
          <a:xfrm>
            <a:off x="10663316" y="2858387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1000" dirty="0"/>
          </a:p>
        </p:txBody>
      </p:sp>
      <p:sp>
        <p:nvSpPr>
          <p:cNvPr id="1087" name="Shape 54">
            <a:extLst>
              <a:ext uri="{FF2B5EF4-FFF2-40B4-BE49-F238E27FC236}">
                <a16:creationId xmlns:a16="http://schemas.microsoft.com/office/drawing/2014/main" id="{863D0727-6A32-5C0E-C71C-8C65446D16E4}"/>
              </a:ext>
            </a:extLst>
          </p:cNvPr>
          <p:cNvSpPr/>
          <p:nvPr/>
        </p:nvSpPr>
        <p:spPr>
          <a:xfrm>
            <a:off x="11175380" y="2858387"/>
            <a:ext cx="466344" cy="466344"/>
          </a:xfrm>
          <a:prstGeom prst="rect">
            <a:avLst/>
          </a:prstGeom>
          <a:solidFill>
            <a:srgbClr val="848484"/>
          </a:solidFill>
          <a:ln w="12700">
            <a:solidFill>
              <a:srgbClr val="8484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9" name="Text 55">
            <a:extLst>
              <a:ext uri="{FF2B5EF4-FFF2-40B4-BE49-F238E27FC236}">
                <a16:creationId xmlns:a16="http://schemas.microsoft.com/office/drawing/2014/main" id="{116CD190-CE79-2993-CFDF-678B1E45F231}"/>
              </a:ext>
            </a:extLst>
          </p:cNvPr>
          <p:cNvSpPr txBox="1"/>
          <p:nvPr/>
        </p:nvSpPr>
        <p:spPr>
          <a:xfrm>
            <a:off x="11175380" y="2858387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</a:t>
            </a:r>
            <a:endParaRPr lang="en-US" sz="1000" dirty="0"/>
          </a:p>
        </p:txBody>
      </p:sp>
      <p:sp>
        <p:nvSpPr>
          <p:cNvPr id="1091" name="Shape 56">
            <a:extLst>
              <a:ext uri="{FF2B5EF4-FFF2-40B4-BE49-F238E27FC236}">
                <a16:creationId xmlns:a16="http://schemas.microsoft.com/office/drawing/2014/main" id="{5BDF89A6-BF39-6DCA-F940-4275E98C78C7}"/>
              </a:ext>
            </a:extLst>
          </p:cNvPr>
          <p:cNvSpPr/>
          <p:nvPr/>
        </p:nvSpPr>
        <p:spPr>
          <a:xfrm>
            <a:off x="8102996" y="3370451"/>
            <a:ext cx="466344" cy="466344"/>
          </a:xfrm>
          <a:prstGeom prst="rect">
            <a:avLst/>
          </a:prstGeom>
          <a:solidFill>
            <a:srgbClr val="1D1D1D"/>
          </a:solidFill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3" name="Text 57">
            <a:extLst>
              <a:ext uri="{FF2B5EF4-FFF2-40B4-BE49-F238E27FC236}">
                <a16:creationId xmlns:a16="http://schemas.microsoft.com/office/drawing/2014/main" id="{430EB200-B693-EBF7-D8F8-45B1B645DDB1}"/>
              </a:ext>
            </a:extLst>
          </p:cNvPr>
          <p:cNvSpPr txBox="1"/>
          <p:nvPr/>
        </p:nvSpPr>
        <p:spPr>
          <a:xfrm>
            <a:off x="8102996" y="3370451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1095" name="Shape 58">
            <a:extLst>
              <a:ext uri="{FF2B5EF4-FFF2-40B4-BE49-F238E27FC236}">
                <a16:creationId xmlns:a16="http://schemas.microsoft.com/office/drawing/2014/main" id="{7609A29B-0F6D-7DBB-F63C-1E744820898B}"/>
              </a:ext>
            </a:extLst>
          </p:cNvPr>
          <p:cNvSpPr/>
          <p:nvPr/>
        </p:nvSpPr>
        <p:spPr>
          <a:xfrm>
            <a:off x="8615060" y="3370451"/>
            <a:ext cx="466344" cy="466344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7" name="Text 59">
            <a:extLst>
              <a:ext uri="{FF2B5EF4-FFF2-40B4-BE49-F238E27FC236}">
                <a16:creationId xmlns:a16="http://schemas.microsoft.com/office/drawing/2014/main" id="{0FB6A847-F3A3-50B9-AC3B-F2576C67424E}"/>
              </a:ext>
            </a:extLst>
          </p:cNvPr>
          <p:cNvSpPr txBox="1"/>
          <p:nvPr/>
        </p:nvSpPr>
        <p:spPr>
          <a:xfrm>
            <a:off x="8615060" y="3370451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1099" name="Shape 60">
            <a:extLst>
              <a:ext uri="{FF2B5EF4-FFF2-40B4-BE49-F238E27FC236}">
                <a16:creationId xmlns:a16="http://schemas.microsoft.com/office/drawing/2014/main" id="{61858509-EFE6-181D-A495-D73402C66932}"/>
              </a:ext>
            </a:extLst>
          </p:cNvPr>
          <p:cNvSpPr/>
          <p:nvPr/>
        </p:nvSpPr>
        <p:spPr>
          <a:xfrm>
            <a:off x="9127124" y="3370451"/>
            <a:ext cx="466344" cy="466344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1" name="Text 61">
            <a:extLst>
              <a:ext uri="{FF2B5EF4-FFF2-40B4-BE49-F238E27FC236}">
                <a16:creationId xmlns:a16="http://schemas.microsoft.com/office/drawing/2014/main" id="{C5C19462-3447-FC0D-D0E1-2A5AF6FEF986}"/>
              </a:ext>
            </a:extLst>
          </p:cNvPr>
          <p:cNvSpPr txBox="1"/>
          <p:nvPr/>
        </p:nvSpPr>
        <p:spPr>
          <a:xfrm>
            <a:off x="9127124" y="3370451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1103" name="Shape 62">
            <a:extLst>
              <a:ext uri="{FF2B5EF4-FFF2-40B4-BE49-F238E27FC236}">
                <a16:creationId xmlns:a16="http://schemas.microsoft.com/office/drawing/2014/main" id="{4C966837-47B7-3874-CA4C-525A8EAD30FD}"/>
              </a:ext>
            </a:extLst>
          </p:cNvPr>
          <p:cNvSpPr/>
          <p:nvPr/>
        </p:nvSpPr>
        <p:spPr>
          <a:xfrm>
            <a:off x="9639188" y="3370451"/>
            <a:ext cx="466344" cy="466344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5" name="Text 63">
            <a:extLst>
              <a:ext uri="{FF2B5EF4-FFF2-40B4-BE49-F238E27FC236}">
                <a16:creationId xmlns:a16="http://schemas.microsoft.com/office/drawing/2014/main" id="{E9E6E678-3681-C674-15AA-2E1880BE0B31}"/>
              </a:ext>
            </a:extLst>
          </p:cNvPr>
          <p:cNvSpPr txBox="1"/>
          <p:nvPr/>
        </p:nvSpPr>
        <p:spPr>
          <a:xfrm>
            <a:off x="9639188" y="3370451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1107" name="Shape 64">
            <a:extLst>
              <a:ext uri="{FF2B5EF4-FFF2-40B4-BE49-F238E27FC236}">
                <a16:creationId xmlns:a16="http://schemas.microsoft.com/office/drawing/2014/main" id="{1B4B73CF-2CAE-4188-2010-C2439F5BE9CD}"/>
              </a:ext>
            </a:extLst>
          </p:cNvPr>
          <p:cNvSpPr/>
          <p:nvPr/>
        </p:nvSpPr>
        <p:spPr>
          <a:xfrm>
            <a:off x="10151252" y="3370451"/>
            <a:ext cx="466344" cy="466344"/>
          </a:xfrm>
          <a:prstGeom prst="rect">
            <a:avLst/>
          </a:prstGeom>
          <a:solidFill>
            <a:srgbClr val="353535"/>
          </a:solidFill>
          <a:ln w="12700">
            <a:solidFill>
              <a:srgbClr val="353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9" name="Text 65">
            <a:extLst>
              <a:ext uri="{FF2B5EF4-FFF2-40B4-BE49-F238E27FC236}">
                <a16:creationId xmlns:a16="http://schemas.microsoft.com/office/drawing/2014/main" id="{ABCE169A-EBCA-FC20-DDCA-A0DA4E8E700C}"/>
              </a:ext>
            </a:extLst>
          </p:cNvPr>
          <p:cNvSpPr txBox="1"/>
          <p:nvPr/>
        </p:nvSpPr>
        <p:spPr>
          <a:xfrm>
            <a:off x="10151252" y="3370451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  <p:sp>
        <p:nvSpPr>
          <p:cNvPr id="1111" name="Shape 66">
            <a:extLst>
              <a:ext uri="{FF2B5EF4-FFF2-40B4-BE49-F238E27FC236}">
                <a16:creationId xmlns:a16="http://schemas.microsoft.com/office/drawing/2014/main" id="{143282A8-45AE-47BB-4678-0AC13A284334}"/>
              </a:ext>
            </a:extLst>
          </p:cNvPr>
          <p:cNvSpPr/>
          <p:nvPr/>
        </p:nvSpPr>
        <p:spPr>
          <a:xfrm>
            <a:off x="10663316" y="3370451"/>
            <a:ext cx="466344" cy="466344"/>
          </a:xfrm>
          <a:prstGeom prst="rect">
            <a:avLst/>
          </a:prstGeom>
          <a:solidFill>
            <a:srgbClr val="393939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3" name="Text 67">
            <a:extLst>
              <a:ext uri="{FF2B5EF4-FFF2-40B4-BE49-F238E27FC236}">
                <a16:creationId xmlns:a16="http://schemas.microsoft.com/office/drawing/2014/main" id="{74318AD7-B2D9-24FC-EF61-86953769A496}"/>
              </a:ext>
            </a:extLst>
          </p:cNvPr>
          <p:cNvSpPr txBox="1"/>
          <p:nvPr/>
        </p:nvSpPr>
        <p:spPr>
          <a:xfrm>
            <a:off x="10663316" y="3370451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000" dirty="0"/>
          </a:p>
        </p:txBody>
      </p:sp>
      <p:sp>
        <p:nvSpPr>
          <p:cNvPr id="1115" name="Shape 68">
            <a:extLst>
              <a:ext uri="{FF2B5EF4-FFF2-40B4-BE49-F238E27FC236}">
                <a16:creationId xmlns:a16="http://schemas.microsoft.com/office/drawing/2014/main" id="{DFBC0D19-0F3E-A63E-36E7-50E957B27EA1}"/>
              </a:ext>
            </a:extLst>
          </p:cNvPr>
          <p:cNvSpPr/>
          <p:nvPr/>
        </p:nvSpPr>
        <p:spPr>
          <a:xfrm>
            <a:off x="11175380" y="3370451"/>
            <a:ext cx="466344" cy="46634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7" name="Text 69">
            <a:extLst>
              <a:ext uri="{FF2B5EF4-FFF2-40B4-BE49-F238E27FC236}">
                <a16:creationId xmlns:a16="http://schemas.microsoft.com/office/drawing/2014/main" id="{B0171CF4-BEB0-7E15-7D46-AE7F9E92B2B4}"/>
              </a:ext>
            </a:extLst>
          </p:cNvPr>
          <p:cNvSpPr txBox="1"/>
          <p:nvPr/>
        </p:nvSpPr>
        <p:spPr>
          <a:xfrm>
            <a:off x="11175380" y="3370451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1000" dirty="0"/>
          </a:p>
        </p:txBody>
      </p:sp>
      <p:sp>
        <p:nvSpPr>
          <p:cNvPr id="1119" name="Shape 70">
            <a:extLst>
              <a:ext uri="{FF2B5EF4-FFF2-40B4-BE49-F238E27FC236}">
                <a16:creationId xmlns:a16="http://schemas.microsoft.com/office/drawing/2014/main" id="{7D6AC871-0E3C-B18F-1A5F-9A29A8C3E2BC}"/>
              </a:ext>
            </a:extLst>
          </p:cNvPr>
          <p:cNvSpPr/>
          <p:nvPr/>
        </p:nvSpPr>
        <p:spPr>
          <a:xfrm>
            <a:off x="8102996" y="3882515"/>
            <a:ext cx="466344" cy="466344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1" name="Text 71">
            <a:extLst>
              <a:ext uri="{FF2B5EF4-FFF2-40B4-BE49-F238E27FC236}">
                <a16:creationId xmlns:a16="http://schemas.microsoft.com/office/drawing/2014/main" id="{B318C030-F53C-5AF7-3887-515A5409A6F2}"/>
              </a:ext>
            </a:extLst>
          </p:cNvPr>
          <p:cNvSpPr txBox="1"/>
          <p:nvPr/>
        </p:nvSpPr>
        <p:spPr>
          <a:xfrm>
            <a:off x="8102996" y="3882515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1123" name="Shape 72">
            <a:extLst>
              <a:ext uri="{FF2B5EF4-FFF2-40B4-BE49-F238E27FC236}">
                <a16:creationId xmlns:a16="http://schemas.microsoft.com/office/drawing/2014/main" id="{28E4E905-8DF6-A474-945C-B398F08E74AE}"/>
              </a:ext>
            </a:extLst>
          </p:cNvPr>
          <p:cNvSpPr/>
          <p:nvPr/>
        </p:nvSpPr>
        <p:spPr>
          <a:xfrm>
            <a:off x="8615060" y="3882515"/>
            <a:ext cx="466344" cy="46634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5" name="Text 73">
            <a:extLst>
              <a:ext uri="{FF2B5EF4-FFF2-40B4-BE49-F238E27FC236}">
                <a16:creationId xmlns:a16="http://schemas.microsoft.com/office/drawing/2014/main" id="{E68FD023-A0FA-421C-2965-2B5832AAF53F}"/>
              </a:ext>
            </a:extLst>
          </p:cNvPr>
          <p:cNvSpPr txBox="1"/>
          <p:nvPr/>
        </p:nvSpPr>
        <p:spPr>
          <a:xfrm>
            <a:off x="8615060" y="3882515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1127" name="Shape 74">
            <a:extLst>
              <a:ext uri="{FF2B5EF4-FFF2-40B4-BE49-F238E27FC236}">
                <a16:creationId xmlns:a16="http://schemas.microsoft.com/office/drawing/2014/main" id="{5EB78A1A-40F2-1D0C-275A-363C61E6F59E}"/>
              </a:ext>
            </a:extLst>
          </p:cNvPr>
          <p:cNvSpPr/>
          <p:nvPr/>
        </p:nvSpPr>
        <p:spPr>
          <a:xfrm>
            <a:off x="9127124" y="3882515"/>
            <a:ext cx="466344" cy="466344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9" name="Text 75">
            <a:extLst>
              <a:ext uri="{FF2B5EF4-FFF2-40B4-BE49-F238E27FC236}">
                <a16:creationId xmlns:a16="http://schemas.microsoft.com/office/drawing/2014/main" id="{4F18692D-C4F6-9BDF-1B6C-BDB9A848A3D1}"/>
              </a:ext>
            </a:extLst>
          </p:cNvPr>
          <p:cNvSpPr txBox="1"/>
          <p:nvPr/>
        </p:nvSpPr>
        <p:spPr>
          <a:xfrm>
            <a:off x="9127124" y="3882515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1131" name="Shape 76">
            <a:extLst>
              <a:ext uri="{FF2B5EF4-FFF2-40B4-BE49-F238E27FC236}">
                <a16:creationId xmlns:a16="http://schemas.microsoft.com/office/drawing/2014/main" id="{8FA5534D-05C4-92F7-C4B4-67963E47E8DF}"/>
              </a:ext>
            </a:extLst>
          </p:cNvPr>
          <p:cNvSpPr/>
          <p:nvPr/>
        </p:nvSpPr>
        <p:spPr>
          <a:xfrm>
            <a:off x="9639188" y="3882515"/>
            <a:ext cx="466344" cy="466344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3" name="Text 77">
            <a:extLst>
              <a:ext uri="{FF2B5EF4-FFF2-40B4-BE49-F238E27FC236}">
                <a16:creationId xmlns:a16="http://schemas.microsoft.com/office/drawing/2014/main" id="{98A026BE-C81F-3597-C0BC-3E81BFAB47A1}"/>
              </a:ext>
            </a:extLst>
          </p:cNvPr>
          <p:cNvSpPr txBox="1"/>
          <p:nvPr/>
        </p:nvSpPr>
        <p:spPr>
          <a:xfrm>
            <a:off x="9639188" y="3882515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1135" name="Shape 78">
            <a:extLst>
              <a:ext uri="{FF2B5EF4-FFF2-40B4-BE49-F238E27FC236}">
                <a16:creationId xmlns:a16="http://schemas.microsoft.com/office/drawing/2014/main" id="{17E6001B-3F33-A090-F05B-BEA00708E0FA}"/>
              </a:ext>
            </a:extLst>
          </p:cNvPr>
          <p:cNvSpPr/>
          <p:nvPr/>
        </p:nvSpPr>
        <p:spPr>
          <a:xfrm>
            <a:off x="10151252" y="3882515"/>
            <a:ext cx="466344" cy="466344"/>
          </a:xfrm>
          <a:prstGeom prst="rect">
            <a:avLst/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7" name="Text 79">
            <a:extLst>
              <a:ext uri="{FF2B5EF4-FFF2-40B4-BE49-F238E27FC236}">
                <a16:creationId xmlns:a16="http://schemas.microsoft.com/office/drawing/2014/main" id="{B798835F-CF58-E6C0-9BA8-425D4D8139C5}"/>
              </a:ext>
            </a:extLst>
          </p:cNvPr>
          <p:cNvSpPr txBox="1"/>
          <p:nvPr/>
        </p:nvSpPr>
        <p:spPr>
          <a:xfrm>
            <a:off x="10151252" y="3882515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1139" name="Shape 80">
            <a:extLst>
              <a:ext uri="{FF2B5EF4-FFF2-40B4-BE49-F238E27FC236}">
                <a16:creationId xmlns:a16="http://schemas.microsoft.com/office/drawing/2014/main" id="{A6FD1FD4-671C-BE07-B5B4-BADB6631282C}"/>
              </a:ext>
            </a:extLst>
          </p:cNvPr>
          <p:cNvSpPr/>
          <p:nvPr/>
        </p:nvSpPr>
        <p:spPr>
          <a:xfrm>
            <a:off x="10663316" y="3882515"/>
            <a:ext cx="466344" cy="466344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1" name="Text 81">
            <a:extLst>
              <a:ext uri="{FF2B5EF4-FFF2-40B4-BE49-F238E27FC236}">
                <a16:creationId xmlns:a16="http://schemas.microsoft.com/office/drawing/2014/main" id="{8E285A36-7767-8D8D-DED9-0B283FBC6A57}"/>
              </a:ext>
            </a:extLst>
          </p:cNvPr>
          <p:cNvSpPr txBox="1"/>
          <p:nvPr/>
        </p:nvSpPr>
        <p:spPr>
          <a:xfrm>
            <a:off x="10663316" y="3882515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  <p:sp>
        <p:nvSpPr>
          <p:cNvPr id="1143" name="Shape 82">
            <a:extLst>
              <a:ext uri="{FF2B5EF4-FFF2-40B4-BE49-F238E27FC236}">
                <a16:creationId xmlns:a16="http://schemas.microsoft.com/office/drawing/2014/main" id="{842DE10C-B608-FEAA-98B9-D9CD5B7C3993}"/>
              </a:ext>
            </a:extLst>
          </p:cNvPr>
          <p:cNvSpPr/>
          <p:nvPr/>
        </p:nvSpPr>
        <p:spPr>
          <a:xfrm>
            <a:off x="11175380" y="3882515"/>
            <a:ext cx="466344" cy="466344"/>
          </a:xfrm>
          <a:prstGeom prst="rect">
            <a:avLst/>
          </a:prstGeom>
          <a:solidFill>
            <a:srgbClr val="3E3E3E"/>
          </a:solidFill>
          <a:ln w="12700">
            <a:solidFill>
              <a:srgbClr val="3E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5" name="Text 83">
            <a:extLst>
              <a:ext uri="{FF2B5EF4-FFF2-40B4-BE49-F238E27FC236}">
                <a16:creationId xmlns:a16="http://schemas.microsoft.com/office/drawing/2014/main" id="{15C5F942-435F-9B15-F74E-0056C31B2884}"/>
              </a:ext>
            </a:extLst>
          </p:cNvPr>
          <p:cNvSpPr txBox="1"/>
          <p:nvPr/>
        </p:nvSpPr>
        <p:spPr>
          <a:xfrm>
            <a:off x="11175380" y="3882515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000" dirty="0"/>
          </a:p>
        </p:txBody>
      </p:sp>
      <p:sp>
        <p:nvSpPr>
          <p:cNvPr id="1147" name="Shape 84">
            <a:extLst>
              <a:ext uri="{FF2B5EF4-FFF2-40B4-BE49-F238E27FC236}">
                <a16:creationId xmlns:a16="http://schemas.microsoft.com/office/drawing/2014/main" id="{C44451B1-6BE7-6D81-17CF-35146A419809}"/>
              </a:ext>
            </a:extLst>
          </p:cNvPr>
          <p:cNvSpPr/>
          <p:nvPr/>
        </p:nvSpPr>
        <p:spPr>
          <a:xfrm>
            <a:off x="8102996" y="4394579"/>
            <a:ext cx="466344" cy="46634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9" name="Text 85">
            <a:extLst>
              <a:ext uri="{FF2B5EF4-FFF2-40B4-BE49-F238E27FC236}">
                <a16:creationId xmlns:a16="http://schemas.microsoft.com/office/drawing/2014/main" id="{08CA7165-E7CA-1EC2-FE2D-F5CF64EFE688}"/>
              </a:ext>
            </a:extLst>
          </p:cNvPr>
          <p:cNvSpPr txBox="1"/>
          <p:nvPr/>
        </p:nvSpPr>
        <p:spPr>
          <a:xfrm>
            <a:off x="8102996" y="4394579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1151" name="Shape 86">
            <a:extLst>
              <a:ext uri="{FF2B5EF4-FFF2-40B4-BE49-F238E27FC236}">
                <a16:creationId xmlns:a16="http://schemas.microsoft.com/office/drawing/2014/main" id="{D17F3AE1-56FE-BF1F-9329-0BF5E7A4AFEF}"/>
              </a:ext>
            </a:extLst>
          </p:cNvPr>
          <p:cNvSpPr/>
          <p:nvPr/>
        </p:nvSpPr>
        <p:spPr>
          <a:xfrm>
            <a:off x="8615060" y="4394579"/>
            <a:ext cx="466344" cy="466344"/>
          </a:xfrm>
          <a:prstGeom prst="rect">
            <a:avLst/>
          </a:prstGeom>
          <a:solidFill>
            <a:srgbClr val="1B1B1B"/>
          </a:solidFill>
          <a:ln w="12700">
            <a:solidFill>
              <a:srgbClr val="1B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3" name="Text 87">
            <a:extLst>
              <a:ext uri="{FF2B5EF4-FFF2-40B4-BE49-F238E27FC236}">
                <a16:creationId xmlns:a16="http://schemas.microsoft.com/office/drawing/2014/main" id="{A6FBE503-AD9C-D174-7E5C-449211B0A890}"/>
              </a:ext>
            </a:extLst>
          </p:cNvPr>
          <p:cNvSpPr txBox="1"/>
          <p:nvPr/>
        </p:nvSpPr>
        <p:spPr>
          <a:xfrm>
            <a:off x="8615060" y="4394579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1155" name="Shape 88">
            <a:extLst>
              <a:ext uri="{FF2B5EF4-FFF2-40B4-BE49-F238E27FC236}">
                <a16:creationId xmlns:a16="http://schemas.microsoft.com/office/drawing/2014/main" id="{FF80B723-69D3-F281-9317-BAA920028530}"/>
              </a:ext>
            </a:extLst>
          </p:cNvPr>
          <p:cNvSpPr/>
          <p:nvPr/>
        </p:nvSpPr>
        <p:spPr>
          <a:xfrm>
            <a:off x="9127124" y="4394579"/>
            <a:ext cx="466344" cy="466344"/>
          </a:xfrm>
          <a:prstGeom prst="rect">
            <a:avLst/>
          </a:prstGeom>
          <a:solidFill>
            <a:srgbClr val="1D1D1D"/>
          </a:solidFill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7" name="Text 89">
            <a:extLst>
              <a:ext uri="{FF2B5EF4-FFF2-40B4-BE49-F238E27FC236}">
                <a16:creationId xmlns:a16="http://schemas.microsoft.com/office/drawing/2014/main" id="{1D374AE9-1606-8184-9D9C-5B23F17B81B1}"/>
              </a:ext>
            </a:extLst>
          </p:cNvPr>
          <p:cNvSpPr txBox="1"/>
          <p:nvPr/>
        </p:nvSpPr>
        <p:spPr>
          <a:xfrm>
            <a:off x="9127124" y="4394579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1159" name="Shape 90">
            <a:extLst>
              <a:ext uri="{FF2B5EF4-FFF2-40B4-BE49-F238E27FC236}">
                <a16:creationId xmlns:a16="http://schemas.microsoft.com/office/drawing/2014/main" id="{33DB858A-E6A8-D603-B92D-2F2AB9907717}"/>
              </a:ext>
            </a:extLst>
          </p:cNvPr>
          <p:cNvSpPr/>
          <p:nvPr/>
        </p:nvSpPr>
        <p:spPr>
          <a:xfrm>
            <a:off x="9639188" y="4394579"/>
            <a:ext cx="466344" cy="46634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1" name="Text 91">
            <a:extLst>
              <a:ext uri="{FF2B5EF4-FFF2-40B4-BE49-F238E27FC236}">
                <a16:creationId xmlns:a16="http://schemas.microsoft.com/office/drawing/2014/main" id="{D25B4921-1F2A-18FE-C742-4C8016220EC9}"/>
              </a:ext>
            </a:extLst>
          </p:cNvPr>
          <p:cNvSpPr txBox="1"/>
          <p:nvPr/>
        </p:nvSpPr>
        <p:spPr>
          <a:xfrm>
            <a:off x="9639188" y="4394579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1163" name="Shape 92">
            <a:extLst>
              <a:ext uri="{FF2B5EF4-FFF2-40B4-BE49-F238E27FC236}">
                <a16:creationId xmlns:a16="http://schemas.microsoft.com/office/drawing/2014/main" id="{AB5A56E7-31E3-6CD7-B861-06B76808BFA4}"/>
              </a:ext>
            </a:extLst>
          </p:cNvPr>
          <p:cNvSpPr/>
          <p:nvPr/>
        </p:nvSpPr>
        <p:spPr>
          <a:xfrm>
            <a:off x="10151252" y="4394579"/>
            <a:ext cx="466344" cy="466344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5" name="Text 93">
            <a:extLst>
              <a:ext uri="{FF2B5EF4-FFF2-40B4-BE49-F238E27FC236}">
                <a16:creationId xmlns:a16="http://schemas.microsoft.com/office/drawing/2014/main" id="{9E71C985-32B2-AC59-E77B-78788605A195}"/>
              </a:ext>
            </a:extLst>
          </p:cNvPr>
          <p:cNvSpPr txBox="1"/>
          <p:nvPr/>
        </p:nvSpPr>
        <p:spPr>
          <a:xfrm>
            <a:off x="10151252" y="4394579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1167" name="Shape 94">
            <a:extLst>
              <a:ext uri="{FF2B5EF4-FFF2-40B4-BE49-F238E27FC236}">
                <a16:creationId xmlns:a16="http://schemas.microsoft.com/office/drawing/2014/main" id="{A70C68B0-309A-33B4-5F6B-DD05D689509B}"/>
              </a:ext>
            </a:extLst>
          </p:cNvPr>
          <p:cNvSpPr/>
          <p:nvPr/>
        </p:nvSpPr>
        <p:spPr>
          <a:xfrm>
            <a:off x="10663316" y="4394579"/>
            <a:ext cx="466344" cy="466344"/>
          </a:xfrm>
          <a:prstGeom prst="rect">
            <a:avLst/>
          </a:prstGeom>
          <a:solidFill>
            <a:srgbClr val="1D1D1D"/>
          </a:solidFill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9" name="Text 95">
            <a:extLst>
              <a:ext uri="{FF2B5EF4-FFF2-40B4-BE49-F238E27FC236}">
                <a16:creationId xmlns:a16="http://schemas.microsoft.com/office/drawing/2014/main" id="{CBD7C8CD-3DED-5FAC-9F10-CDDCD74223FC}"/>
              </a:ext>
            </a:extLst>
          </p:cNvPr>
          <p:cNvSpPr txBox="1"/>
          <p:nvPr/>
        </p:nvSpPr>
        <p:spPr>
          <a:xfrm>
            <a:off x="10663316" y="4394579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1171" name="Shape 96">
            <a:extLst>
              <a:ext uri="{FF2B5EF4-FFF2-40B4-BE49-F238E27FC236}">
                <a16:creationId xmlns:a16="http://schemas.microsoft.com/office/drawing/2014/main" id="{75446A8A-0EFD-E7A8-058E-2B420F6F6FB0}"/>
              </a:ext>
            </a:extLst>
          </p:cNvPr>
          <p:cNvSpPr/>
          <p:nvPr/>
        </p:nvSpPr>
        <p:spPr>
          <a:xfrm>
            <a:off x="11175380" y="4394579"/>
            <a:ext cx="466344" cy="466344"/>
          </a:xfrm>
          <a:prstGeom prst="rect">
            <a:avLst/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3" name="Text 97">
            <a:extLst>
              <a:ext uri="{FF2B5EF4-FFF2-40B4-BE49-F238E27FC236}">
                <a16:creationId xmlns:a16="http://schemas.microsoft.com/office/drawing/2014/main" id="{10CCAEC4-A465-F09B-68B2-87D5806194F3}"/>
              </a:ext>
            </a:extLst>
          </p:cNvPr>
          <p:cNvSpPr txBox="1"/>
          <p:nvPr/>
        </p:nvSpPr>
        <p:spPr>
          <a:xfrm>
            <a:off x="11175380" y="4394579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1175" name="Shape 98">
            <a:extLst>
              <a:ext uri="{FF2B5EF4-FFF2-40B4-BE49-F238E27FC236}">
                <a16:creationId xmlns:a16="http://schemas.microsoft.com/office/drawing/2014/main" id="{5FF3B4D4-9E1E-FFAD-1424-2FE83C31C825}"/>
              </a:ext>
            </a:extLst>
          </p:cNvPr>
          <p:cNvSpPr/>
          <p:nvPr/>
        </p:nvSpPr>
        <p:spPr>
          <a:xfrm>
            <a:off x="9081404" y="2300603"/>
            <a:ext cx="1581912" cy="1581912"/>
          </a:xfrm>
          <a:prstGeom prst="rect">
            <a:avLst/>
          </a:prstGeom>
          <a:solidFill>
            <a:srgbClr val="12151F">
              <a:alpha val="0"/>
            </a:srgbClr>
          </a:solidFill>
          <a:ln w="4445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7" name="Shape 99">
            <a:extLst>
              <a:ext uri="{FF2B5EF4-FFF2-40B4-BE49-F238E27FC236}">
                <a16:creationId xmlns:a16="http://schemas.microsoft.com/office/drawing/2014/main" id="{0B981CE8-4ACD-E358-B251-65A56AAC3DF8}"/>
              </a:ext>
            </a:extLst>
          </p:cNvPr>
          <p:cNvSpPr/>
          <p:nvPr/>
        </p:nvSpPr>
        <p:spPr>
          <a:xfrm>
            <a:off x="736814" y="1788539"/>
            <a:ext cx="91440" cy="91440"/>
          </a:xfrm>
          <a:prstGeom prst="rect">
            <a:avLst/>
          </a:prstGeom>
          <a:solidFill>
            <a:srgbClr val="3A4155"/>
          </a:solidFill>
          <a:ln w="12700">
            <a:solidFill>
              <a:srgbClr val="3A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9" name="Shape 100">
            <a:extLst>
              <a:ext uri="{FF2B5EF4-FFF2-40B4-BE49-F238E27FC236}">
                <a16:creationId xmlns:a16="http://schemas.microsoft.com/office/drawing/2014/main" id="{D8C665AC-67B6-AE82-A442-FE4F7FAFA36C}"/>
              </a:ext>
            </a:extLst>
          </p:cNvPr>
          <p:cNvSpPr/>
          <p:nvPr/>
        </p:nvSpPr>
        <p:spPr>
          <a:xfrm>
            <a:off x="853857" y="1788539"/>
            <a:ext cx="91440" cy="91440"/>
          </a:xfrm>
          <a:prstGeom prst="rect">
            <a:avLst/>
          </a:prstGeom>
          <a:solidFill>
            <a:srgbClr val="3A4155"/>
          </a:solidFill>
          <a:ln w="12700">
            <a:solidFill>
              <a:srgbClr val="3A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1" name="Shape 101">
            <a:extLst>
              <a:ext uri="{FF2B5EF4-FFF2-40B4-BE49-F238E27FC236}">
                <a16:creationId xmlns:a16="http://schemas.microsoft.com/office/drawing/2014/main" id="{EC7915EB-6048-0164-AB98-0DA80A7EFA38}"/>
              </a:ext>
            </a:extLst>
          </p:cNvPr>
          <p:cNvSpPr/>
          <p:nvPr/>
        </p:nvSpPr>
        <p:spPr>
          <a:xfrm>
            <a:off x="970900" y="1788539"/>
            <a:ext cx="91440" cy="91440"/>
          </a:xfrm>
          <a:prstGeom prst="rect">
            <a:avLst/>
          </a:prstGeom>
          <a:solidFill>
            <a:srgbClr val="3A4155"/>
          </a:solidFill>
          <a:ln w="12700">
            <a:solidFill>
              <a:srgbClr val="3A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3" name="Shape 102">
            <a:extLst>
              <a:ext uri="{FF2B5EF4-FFF2-40B4-BE49-F238E27FC236}">
                <a16:creationId xmlns:a16="http://schemas.microsoft.com/office/drawing/2014/main" id="{A6CFA989-90C5-0AC3-CEFC-68FBA233DA6D}"/>
              </a:ext>
            </a:extLst>
          </p:cNvPr>
          <p:cNvSpPr/>
          <p:nvPr/>
        </p:nvSpPr>
        <p:spPr>
          <a:xfrm>
            <a:off x="736814" y="1905582"/>
            <a:ext cx="91440" cy="91440"/>
          </a:xfrm>
          <a:prstGeom prst="rect">
            <a:avLst/>
          </a:prstGeom>
          <a:solidFill>
            <a:srgbClr val="3A4155"/>
          </a:solidFill>
          <a:ln w="12700">
            <a:solidFill>
              <a:srgbClr val="3A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5" name="Shape 103">
            <a:extLst>
              <a:ext uri="{FF2B5EF4-FFF2-40B4-BE49-F238E27FC236}">
                <a16:creationId xmlns:a16="http://schemas.microsoft.com/office/drawing/2014/main" id="{592EB52D-B7C2-D8F2-2C9D-CA23A8FDBE7B}"/>
              </a:ext>
            </a:extLst>
          </p:cNvPr>
          <p:cNvSpPr/>
          <p:nvPr/>
        </p:nvSpPr>
        <p:spPr>
          <a:xfrm>
            <a:off x="853857" y="1905582"/>
            <a:ext cx="91440" cy="9144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7" name="Shape 104">
            <a:extLst>
              <a:ext uri="{FF2B5EF4-FFF2-40B4-BE49-F238E27FC236}">
                <a16:creationId xmlns:a16="http://schemas.microsoft.com/office/drawing/2014/main" id="{31C3A1D3-B73A-7BDC-B8A6-9844E46B9830}"/>
              </a:ext>
            </a:extLst>
          </p:cNvPr>
          <p:cNvSpPr/>
          <p:nvPr/>
        </p:nvSpPr>
        <p:spPr>
          <a:xfrm>
            <a:off x="970900" y="1905582"/>
            <a:ext cx="91440" cy="91440"/>
          </a:xfrm>
          <a:prstGeom prst="rect">
            <a:avLst/>
          </a:prstGeom>
          <a:solidFill>
            <a:srgbClr val="3A4155"/>
          </a:solidFill>
          <a:ln w="12700">
            <a:solidFill>
              <a:srgbClr val="3A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9" name="Shape 105">
            <a:extLst>
              <a:ext uri="{FF2B5EF4-FFF2-40B4-BE49-F238E27FC236}">
                <a16:creationId xmlns:a16="http://schemas.microsoft.com/office/drawing/2014/main" id="{700E96A7-6D18-3F94-3767-64A594CC6472}"/>
              </a:ext>
            </a:extLst>
          </p:cNvPr>
          <p:cNvSpPr/>
          <p:nvPr/>
        </p:nvSpPr>
        <p:spPr>
          <a:xfrm>
            <a:off x="736814" y="2022625"/>
            <a:ext cx="91440" cy="91440"/>
          </a:xfrm>
          <a:prstGeom prst="rect">
            <a:avLst/>
          </a:prstGeom>
          <a:solidFill>
            <a:srgbClr val="3A4155"/>
          </a:solidFill>
          <a:ln w="12700">
            <a:solidFill>
              <a:srgbClr val="3A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1" name="Shape 106">
            <a:extLst>
              <a:ext uri="{FF2B5EF4-FFF2-40B4-BE49-F238E27FC236}">
                <a16:creationId xmlns:a16="http://schemas.microsoft.com/office/drawing/2014/main" id="{66D78072-BCDD-851C-F167-944416EFE920}"/>
              </a:ext>
            </a:extLst>
          </p:cNvPr>
          <p:cNvSpPr/>
          <p:nvPr/>
        </p:nvSpPr>
        <p:spPr>
          <a:xfrm>
            <a:off x="853857" y="2022625"/>
            <a:ext cx="91440" cy="91440"/>
          </a:xfrm>
          <a:prstGeom prst="rect">
            <a:avLst/>
          </a:prstGeom>
          <a:solidFill>
            <a:srgbClr val="3A4155"/>
          </a:solidFill>
          <a:ln w="12700">
            <a:solidFill>
              <a:srgbClr val="3A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3" name="Shape 107">
            <a:extLst>
              <a:ext uri="{FF2B5EF4-FFF2-40B4-BE49-F238E27FC236}">
                <a16:creationId xmlns:a16="http://schemas.microsoft.com/office/drawing/2014/main" id="{24F55E72-6A75-F713-CB89-BBD0AF5B0C64}"/>
              </a:ext>
            </a:extLst>
          </p:cNvPr>
          <p:cNvSpPr/>
          <p:nvPr/>
        </p:nvSpPr>
        <p:spPr>
          <a:xfrm>
            <a:off x="970900" y="2022625"/>
            <a:ext cx="91440" cy="91440"/>
          </a:xfrm>
          <a:prstGeom prst="rect">
            <a:avLst/>
          </a:prstGeom>
          <a:solidFill>
            <a:srgbClr val="3A4155"/>
          </a:solidFill>
          <a:ln w="12700">
            <a:solidFill>
              <a:srgbClr val="3A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393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ongmyon Kim&amp;#39;s lab | University of Ulsan (UOU)">
            <a:extLst>
              <a:ext uri="{FF2B5EF4-FFF2-40B4-BE49-F238E27FC236}">
                <a16:creationId xmlns:a16="http://schemas.microsoft.com/office/drawing/2014/main" id="{9FCD8FEE-7BD3-4DDF-B849-A85BA223CF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3968" y="6365291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3F54049-5DC2-40F1-9351-0A66984A74B0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9AEBC0AC-F6CF-44A3-9366-36E52F140C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3853BC0-C275-4A94-960F-EF164693EFE8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284555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0AB2F05-2712-497E-BA80-CB5D5CBE9E6F}"/>
              </a:ext>
            </a:extLst>
          </p:cNvPr>
          <p:cNvSpPr txBox="1"/>
          <p:nvPr/>
        </p:nvSpPr>
        <p:spPr>
          <a:xfrm>
            <a:off x="550276" y="364476"/>
            <a:ext cx="45341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My academic background</a:t>
            </a:r>
            <a:endParaRPr lang="en-GB" sz="3200" b="1" dirty="0">
              <a:solidFill>
                <a:srgbClr val="0070C0"/>
              </a:solidFill>
            </a:endParaRPr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8D39A69E-3819-4A3F-889F-1389BA70EFE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E922B9AA-C5AB-252E-86C2-176E93C9C966}"/>
              </a:ext>
            </a:extLst>
          </p:cNvPr>
          <p:cNvGrpSpPr/>
          <p:nvPr/>
        </p:nvGrpSpPr>
        <p:grpSpPr>
          <a:xfrm rot="16200000">
            <a:off x="873848" y="3491377"/>
            <a:ext cx="4935633" cy="322590"/>
            <a:chOff x="924529" y="1688804"/>
            <a:chExt cx="10429271" cy="32259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5F0FA69-A12B-D359-FC5A-30F59E494747}"/>
                </a:ext>
              </a:extLst>
            </p:cNvPr>
            <p:cNvSpPr/>
            <p:nvPr/>
          </p:nvSpPr>
          <p:spPr>
            <a:xfrm>
              <a:off x="924529" y="1694428"/>
              <a:ext cx="10429271" cy="31696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D2A22AA-8593-5BB1-7932-B633E6A5A2E6}"/>
                </a:ext>
              </a:extLst>
            </p:cNvPr>
            <p:cNvSpPr/>
            <p:nvPr/>
          </p:nvSpPr>
          <p:spPr>
            <a:xfrm>
              <a:off x="1753648" y="1688804"/>
              <a:ext cx="284086" cy="316966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7294DF5-8387-1751-35B5-13EA7757A244}"/>
                </a:ext>
              </a:extLst>
            </p:cNvPr>
            <p:cNvSpPr/>
            <p:nvPr/>
          </p:nvSpPr>
          <p:spPr>
            <a:xfrm>
              <a:off x="6590870" y="1694427"/>
              <a:ext cx="284085" cy="316966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0FC9BAE-0518-7BBA-613C-F6CBB86F423D}"/>
                </a:ext>
              </a:extLst>
            </p:cNvPr>
            <p:cNvSpPr/>
            <p:nvPr/>
          </p:nvSpPr>
          <p:spPr>
            <a:xfrm>
              <a:off x="11063824" y="1694426"/>
              <a:ext cx="284085" cy="316966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CF0AD165-7D60-91B8-E2CB-E477A937B19F}"/>
              </a:ext>
            </a:extLst>
          </p:cNvPr>
          <p:cNvSpPr txBox="1"/>
          <p:nvPr/>
        </p:nvSpPr>
        <p:spPr>
          <a:xfrm>
            <a:off x="614117" y="1599301"/>
            <a:ext cx="23903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Bachelor of Science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(2019-2023)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BCEE1E-B88C-3D74-2AB2-62309514D8CB}"/>
              </a:ext>
            </a:extLst>
          </p:cNvPr>
          <p:cNvSpPr txBox="1"/>
          <p:nvPr/>
        </p:nvSpPr>
        <p:spPr>
          <a:xfrm>
            <a:off x="661731" y="3650468"/>
            <a:ext cx="25186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Doctor of Philosophy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(2023-Present)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Picture 8">
            <a:extLst>
              <a:ext uri="{FF2B5EF4-FFF2-40B4-BE49-F238E27FC236}">
                <a16:creationId xmlns:a16="http://schemas.microsoft.com/office/drawing/2014/main" id="{1D37C585-6532-9EF9-9269-D68EBA2E0D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722" y="3690041"/>
            <a:ext cx="468940" cy="30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44C3603-AFCA-4D55-47CD-848684F40E15}"/>
              </a:ext>
            </a:extLst>
          </p:cNvPr>
          <p:cNvSpPr txBox="1"/>
          <p:nvPr/>
        </p:nvSpPr>
        <p:spPr>
          <a:xfrm>
            <a:off x="3753009" y="1571742"/>
            <a:ext cx="4442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Major: Computer Systems Engineering</a:t>
            </a:r>
          </a:p>
        </p:txBody>
      </p:sp>
      <p:pic>
        <p:nvPicPr>
          <p:cNvPr id="22" name="Picture 24" descr="Degree Pathways | University of ULSAN | TOC Automotive College">
            <a:extLst>
              <a:ext uri="{FF2B5EF4-FFF2-40B4-BE49-F238E27FC236}">
                <a16:creationId xmlns:a16="http://schemas.microsoft.com/office/drawing/2014/main" id="{DEAFB6AA-77B2-E702-F186-55F3997939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54" y="4363377"/>
            <a:ext cx="940754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C582F16-C4A4-EA3E-78AF-04841FB3F243}"/>
              </a:ext>
            </a:extLst>
          </p:cNvPr>
          <p:cNvSpPr txBox="1"/>
          <p:nvPr/>
        </p:nvSpPr>
        <p:spPr>
          <a:xfrm>
            <a:off x="3753009" y="3714120"/>
            <a:ext cx="37469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Major: AI and Computer Engineering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66ECD41-7A9E-E061-5C03-362DCC969079}"/>
              </a:ext>
            </a:extLst>
          </p:cNvPr>
          <p:cNvSpPr txBox="1"/>
          <p:nvPr/>
        </p:nvSpPr>
        <p:spPr>
          <a:xfrm>
            <a:off x="8936411" y="4210160"/>
            <a:ext cx="2612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Research Publications: 25</a:t>
            </a:r>
            <a:endParaRPr lang="en-GB" b="1" dirty="0"/>
          </a:p>
        </p:txBody>
      </p:sp>
      <p:graphicFrame>
        <p:nvGraphicFramePr>
          <p:cNvPr id="2" name="Table 8">
            <a:extLst>
              <a:ext uri="{FF2B5EF4-FFF2-40B4-BE49-F238E27FC236}">
                <a16:creationId xmlns:a16="http://schemas.microsoft.com/office/drawing/2014/main" id="{0437E175-E62F-180D-C0F3-EFBABC0955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5398868"/>
              </p:ext>
            </p:extLst>
          </p:nvPr>
        </p:nvGraphicFramePr>
        <p:xfrm>
          <a:off x="8440676" y="4558579"/>
          <a:ext cx="3461108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0554">
                  <a:extLst>
                    <a:ext uri="{9D8B030D-6E8A-4147-A177-3AD203B41FA5}">
                      <a16:colId xmlns:a16="http://schemas.microsoft.com/office/drawing/2014/main" val="66224287"/>
                    </a:ext>
                  </a:extLst>
                </a:gridCol>
                <a:gridCol w="1730554">
                  <a:extLst>
                    <a:ext uri="{9D8B030D-6E8A-4147-A177-3AD203B41FA5}">
                      <a16:colId xmlns:a16="http://schemas.microsoft.com/office/drawing/2014/main" val="3534180288"/>
                    </a:ext>
                  </a:extLst>
                </a:gridCol>
              </a:tblGrid>
              <a:tr h="36252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Journal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E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Conference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E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247077"/>
                  </a:ext>
                </a:extLst>
              </a:tr>
              <a:tr h="713923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15</a:t>
                      </a:r>
                    </a:p>
                    <a:p>
                      <a:pPr algn="ctr"/>
                      <a:r>
                        <a:rPr lang="en-US" sz="1400" b="1" dirty="0"/>
                        <a:t>First Author: 5</a:t>
                      </a:r>
                    </a:p>
                    <a:p>
                      <a:pPr algn="ctr"/>
                      <a:r>
                        <a:rPr lang="en-US" sz="1400" b="1" dirty="0"/>
                        <a:t>Co-author: 10</a:t>
                      </a:r>
                      <a:endParaRPr lang="en-GB" sz="1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  <a:p>
                      <a:pPr algn="ctr"/>
                      <a:r>
                        <a:rPr lang="en-US" sz="1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First Author: 3</a:t>
                      </a:r>
                    </a:p>
                    <a:p>
                      <a:pPr algn="ctr"/>
                      <a:r>
                        <a:rPr lang="en-US" sz="1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Co-author: 7</a:t>
                      </a:r>
                      <a:endParaRPr lang="en-GB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588477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977CD5E-1AA7-2CDA-84C1-0468F7171098}"/>
              </a:ext>
            </a:extLst>
          </p:cNvPr>
          <p:cNvSpPr txBox="1"/>
          <p:nvPr/>
        </p:nvSpPr>
        <p:spPr>
          <a:xfrm>
            <a:off x="8894253" y="5678163"/>
            <a:ext cx="269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Number of Citations: 395+</a:t>
            </a:r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A87472D-2972-AD84-3999-4D1FB517A260}"/>
              </a:ext>
            </a:extLst>
          </p:cNvPr>
          <p:cNvSpPr txBox="1"/>
          <p:nvPr/>
        </p:nvSpPr>
        <p:spPr>
          <a:xfrm>
            <a:off x="3800206" y="4187134"/>
            <a:ext cx="40518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hangingPunct="0"/>
            <a:r>
              <a:rPr lang="en-US" sz="1200" b="1" dirty="0">
                <a:solidFill>
                  <a:schemeClr val="bg2">
                    <a:lumMod val="50000"/>
                  </a:schemeClr>
                </a:solidFill>
              </a:rPr>
              <a:t>Laboratory: Ulsan Industrial Artificial Intelligence Laboratory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42B2614-ECD0-549D-CDC7-B047E42FEBC4}"/>
              </a:ext>
            </a:extLst>
          </p:cNvPr>
          <p:cNvSpPr/>
          <p:nvPr/>
        </p:nvSpPr>
        <p:spPr>
          <a:xfrm>
            <a:off x="3841472" y="2087339"/>
            <a:ext cx="1481986" cy="36933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8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10800000" scaled="1"/>
            <a:tileRect/>
          </a:gra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Final Year Project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EB79F70-84D6-D6FB-F455-B5378053F6EC}"/>
              </a:ext>
            </a:extLst>
          </p:cNvPr>
          <p:cNvSpPr txBox="1"/>
          <p:nvPr/>
        </p:nvSpPr>
        <p:spPr>
          <a:xfrm>
            <a:off x="3753009" y="2553020"/>
            <a:ext cx="45090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Deepfake Video Detection Using Deep Learning</a:t>
            </a:r>
          </a:p>
        </p:txBody>
      </p:sp>
      <p:pic>
        <p:nvPicPr>
          <p:cNvPr id="19" name="Picture 18" descr="about us – ARAL">
            <a:extLst>
              <a:ext uri="{FF2B5EF4-FFF2-40B4-BE49-F238E27FC236}">
                <a16:creationId xmlns:a16="http://schemas.microsoft.com/office/drawing/2014/main" id="{D642EA6F-E844-7D51-DAD5-A4C2331A41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408" y="2315109"/>
            <a:ext cx="421253" cy="42125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C671E366-8339-880B-981E-CCCB45C7AB3E}"/>
              </a:ext>
            </a:extLst>
          </p:cNvPr>
          <p:cNvSpPr txBox="1"/>
          <p:nvPr/>
        </p:nvSpPr>
        <p:spPr>
          <a:xfrm>
            <a:off x="694049" y="2272005"/>
            <a:ext cx="24631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University of Engineering </a:t>
            </a: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and Technology, Peshawar</a:t>
            </a:r>
            <a:endParaRPr lang="en-GB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86AA08-9D22-B7D7-DF9B-2656AE8D2546}"/>
              </a:ext>
            </a:extLst>
          </p:cNvPr>
          <p:cNvSpPr txBox="1"/>
          <p:nvPr/>
        </p:nvSpPr>
        <p:spPr>
          <a:xfrm>
            <a:off x="1149520" y="4373213"/>
            <a:ext cx="18549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University of Ulsan,</a:t>
            </a: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South Korea</a:t>
            </a:r>
          </a:p>
        </p:txBody>
      </p:sp>
      <p:pic>
        <p:nvPicPr>
          <p:cNvPr id="43" name="Picture 8">
            <a:extLst>
              <a:ext uri="{FF2B5EF4-FFF2-40B4-BE49-F238E27FC236}">
                <a16:creationId xmlns:a16="http://schemas.microsoft.com/office/drawing/2014/main" id="{5F6BDC5C-FB15-1BA5-57E9-A9A13615BB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791" y="1677459"/>
            <a:ext cx="468940" cy="30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9640F1AE-2A9F-A3F3-EC13-8B11D3FB2722}"/>
              </a:ext>
            </a:extLst>
          </p:cNvPr>
          <p:cNvSpPr/>
          <p:nvPr/>
        </p:nvSpPr>
        <p:spPr>
          <a:xfrm>
            <a:off x="3841472" y="4538173"/>
            <a:ext cx="1481986" cy="36933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8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10800000" scaled="1"/>
            <a:tileRect/>
          </a:gra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Research Area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15EEF40-AE87-5A62-A51C-27F03FC6B451}"/>
              </a:ext>
            </a:extLst>
          </p:cNvPr>
          <p:cNvSpPr txBox="1"/>
          <p:nvPr/>
        </p:nvSpPr>
        <p:spPr>
          <a:xfrm>
            <a:off x="3753009" y="5055846"/>
            <a:ext cx="43011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Intelligent Fault Diagnosis and Predictive</a:t>
            </a:r>
          </a:p>
          <a:p>
            <a:pPr algn="just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Maintenance for Industrial Rotating Machines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6EC09BF1-3591-3F2E-188C-D7A85725223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02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3E01C-50CD-4828-9629-53527F7ED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9A7944F-840F-0354-1E3C-7FD68701658B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7E32EF48-16BE-A698-7BDE-53486C6C0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5E9F9CD-4F50-EA5F-42FD-4AC3BA43C101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336285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5431CBB-C5E2-4918-01D3-66F22847F2A1}"/>
              </a:ext>
            </a:extLst>
          </p:cNvPr>
          <p:cNvSpPr txBox="1"/>
          <p:nvPr/>
        </p:nvSpPr>
        <p:spPr>
          <a:xfrm>
            <a:off x="550276" y="364476"/>
            <a:ext cx="96641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Would you trust a diagnosis from the image on the left?</a:t>
            </a:r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3DD8766A-18B1-FA5F-D615-5A72DAD38E2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sp>
        <p:nvSpPr>
          <p:cNvPr id="83" name="Parallelogram 41">
            <a:extLst>
              <a:ext uri="{FF2B5EF4-FFF2-40B4-BE49-F238E27FC236}">
                <a16:creationId xmlns:a16="http://schemas.microsoft.com/office/drawing/2014/main" id="{503307CC-F6DF-AFA2-26A8-38C241765233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3/33</a:t>
            </a:r>
          </a:p>
        </p:txBody>
      </p:sp>
      <p:pic>
        <p:nvPicPr>
          <p:cNvPr id="3" name="Image 0" descr="fig/hook_before.png">
            <a:extLst>
              <a:ext uri="{FF2B5EF4-FFF2-40B4-BE49-F238E27FC236}">
                <a16:creationId xmlns:a16="http://schemas.microsoft.com/office/drawing/2014/main" id="{BD578255-0CDA-593C-5071-982152554C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297" y="1253344"/>
            <a:ext cx="5029200" cy="3771900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pic>
      <p:pic>
        <p:nvPicPr>
          <p:cNvPr id="5" name="Image 1" descr="fig/hook_after.png">
            <a:extLst>
              <a:ext uri="{FF2B5EF4-FFF2-40B4-BE49-F238E27FC236}">
                <a16:creationId xmlns:a16="http://schemas.microsoft.com/office/drawing/2014/main" id="{07DCC839-E151-C71C-CB86-B5ECF01140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3417" y="1253344"/>
            <a:ext cx="5029200" cy="3771900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9" name="Shape 1">
            <a:extLst>
              <a:ext uri="{FF2B5EF4-FFF2-40B4-BE49-F238E27FC236}">
                <a16:creationId xmlns:a16="http://schemas.microsoft.com/office/drawing/2014/main" id="{95D8B8F6-DD07-CDA7-F053-7C90A9F3DF4C}"/>
              </a:ext>
            </a:extLst>
          </p:cNvPr>
          <p:cNvSpPr/>
          <p:nvPr/>
        </p:nvSpPr>
        <p:spPr>
          <a:xfrm>
            <a:off x="1075617" y="1401934"/>
            <a:ext cx="1188720" cy="274320"/>
          </a:xfrm>
          <a:prstGeom prst="roundRect">
            <a:avLst>
              <a:gd name="adj" fmla="val 26667"/>
            </a:avLst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B708D5A3-01A5-CFFA-E5C5-3C08A72D2D69}"/>
              </a:ext>
            </a:extLst>
          </p:cNvPr>
          <p:cNvSpPr txBox="1"/>
          <p:nvPr/>
        </p:nvSpPr>
        <p:spPr>
          <a:xfrm>
            <a:off x="1075617" y="140193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INPUT</a:t>
            </a:r>
            <a:endParaRPr lang="en-US" sz="1050" dirty="0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4515E6AE-D483-1201-31DF-9294EF52C926}"/>
              </a:ext>
            </a:extLst>
          </p:cNvPr>
          <p:cNvSpPr/>
          <p:nvPr/>
        </p:nvSpPr>
        <p:spPr>
          <a:xfrm>
            <a:off x="6607737" y="1401934"/>
            <a:ext cx="1188720" cy="274320"/>
          </a:xfrm>
          <a:prstGeom prst="roundRect">
            <a:avLst>
              <a:gd name="adj" fmla="val 26667"/>
            </a:avLst>
          </a:prstGeom>
          <a:solidFill>
            <a:srgbClr val="16A99A"/>
          </a:solidFill>
          <a:ln w="12700">
            <a:solidFill>
              <a:srgbClr val="16A9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9DD26D96-CCEB-EE54-E249-4A9BF366AE73}"/>
              </a:ext>
            </a:extLst>
          </p:cNvPr>
          <p:cNvSpPr txBox="1"/>
          <p:nvPr/>
        </p:nvSpPr>
        <p:spPr>
          <a:xfrm>
            <a:off x="6607737" y="140193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</a:t>
            </a:r>
            <a:endParaRPr lang="en-US" sz="1050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9995527B-B455-D337-5C51-E827E315CE65}"/>
              </a:ext>
            </a:extLst>
          </p:cNvPr>
          <p:cNvSpPr txBox="1"/>
          <p:nvPr/>
        </p:nvSpPr>
        <p:spPr>
          <a:xfrm>
            <a:off x="3494987" y="5463540"/>
            <a:ext cx="51901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latin typeface="+mj-lt"/>
                <a:ea typeface="Calibri" pitchFamily="34" charset="-122"/>
                <a:cs typeface="Calibri" pitchFamily="34" charset="-120"/>
              </a:rPr>
              <a:t>Same retina. Same data. Different visibility.</a:t>
            </a:r>
            <a:endParaRPr lang="en-US" sz="1800" b="1" dirty="0">
              <a:latin typeface="+mj-lt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4629CDC-D338-3188-F57D-ED039FA664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813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FEFD0-D102-61BA-9EA9-DA394DBAE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299DBE5-769B-5A25-9693-33A4EF873345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C7702D85-DCCA-4412-049B-094E8D504D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018443C-A52B-6602-DD1E-C2FA672AAF95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304088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33BC857-B445-EE6B-9115-42127F32973E}"/>
              </a:ext>
            </a:extLst>
          </p:cNvPr>
          <p:cNvSpPr txBox="1"/>
          <p:nvPr/>
        </p:nvSpPr>
        <p:spPr>
          <a:xfrm>
            <a:off x="550276" y="364476"/>
            <a:ext cx="53679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Which image would you trust?</a:t>
            </a:r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5BAB84FC-DF2B-F19F-BE1B-4D61D9FA5C8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pic>
        <p:nvPicPr>
          <p:cNvPr id="4" name="Image 0" descr="fig/hook_noisy.png">
            <a:extLst>
              <a:ext uri="{FF2B5EF4-FFF2-40B4-BE49-F238E27FC236}">
                <a16:creationId xmlns:a16="http://schemas.microsoft.com/office/drawing/2014/main" id="{D3D3FAF4-2889-3AF5-A8F0-CA7D839C5A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276" y="1562846"/>
            <a:ext cx="5400000" cy="3600000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pic>
      <p:pic>
        <p:nvPicPr>
          <p:cNvPr id="10" name="Image 1" descr="fig/hook_clean.png">
            <a:extLst>
              <a:ext uri="{FF2B5EF4-FFF2-40B4-BE49-F238E27FC236}">
                <a16:creationId xmlns:a16="http://schemas.microsoft.com/office/drawing/2014/main" id="{0BDC1495-4D92-5065-431B-82B2593BA3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1726" y="1562846"/>
            <a:ext cx="5400000" cy="3600000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13" name="Text 1">
            <a:extLst>
              <a:ext uri="{FF2B5EF4-FFF2-40B4-BE49-F238E27FC236}">
                <a16:creationId xmlns:a16="http://schemas.microsoft.com/office/drawing/2014/main" id="{4D912199-38B3-9629-3DB8-3EC1809F8603}"/>
              </a:ext>
            </a:extLst>
          </p:cNvPr>
          <p:cNvSpPr txBox="1"/>
          <p:nvPr/>
        </p:nvSpPr>
        <p:spPr>
          <a:xfrm>
            <a:off x="2072639" y="5300678"/>
            <a:ext cx="23814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latin typeface="+mj-lt"/>
                <a:ea typeface="Calibri" pitchFamily="34" charset="-122"/>
                <a:cs typeface="Calibri" pitchFamily="34" charset="-120"/>
              </a:rPr>
              <a:t>Synthetic salt-and-pepper noise</a:t>
            </a:r>
            <a:endParaRPr lang="en-US" sz="1400" b="1" dirty="0">
              <a:latin typeface="+mj-lt"/>
            </a:endParaRPr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D6EF8CFA-6921-F8BF-AC1F-9F7FB57BAC4E}"/>
              </a:ext>
            </a:extLst>
          </p:cNvPr>
          <p:cNvSpPr txBox="1"/>
          <p:nvPr/>
        </p:nvSpPr>
        <p:spPr>
          <a:xfrm>
            <a:off x="7737874" y="5290216"/>
            <a:ext cx="24077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latin typeface="+mj-lt"/>
                <a:ea typeface="Calibri" pitchFamily="34" charset="-122"/>
                <a:cs typeface="Calibri" pitchFamily="34" charset="-120"/>
              </a:rPr>
              <a:t>Original / after ONE line of code</a:t>
            </a:r>
            <a:endParaRPr lang="en-US" sz="1400" b="1" dirty="0">
              <a:latin typeface="+mj-lt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89C9A66-B24C-76AF-7B34-8B236F3757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22" name="Parallelogram 41">
            <a:extLst>
              <a:ext uri="{FF2B5EF4-FFF2-40B4-BE49-F238E27FC236}">
                <a16:creationId xmlns:a16="http://schemas.microsoft.com/office/drawing/2014/main" id="{FDEEE39E-5653-3DBE-2331-FA1E9F3248C5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4/33</a:t>
            </a:r>
          </a:p>
        </p:txBody>
      </p:sp>
    </p:spTree>
    <p:extLst>
      <p:ext uri="{BB962C8B-B14F-4D97-AF65-F5344CB8AC3E}">
        <p14:creationId xmlns:p14="http://schemas.microsoft.com/office/powerpoint/2010/main" val="1576074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C056C-9AEA-B7A6-F509-617D99901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6DF85EB-E087-AB70-1F51-F58531C1EAFE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70EC2D07-877F-AC2D-1EA8-CEB0AA1E19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238782A-61F9-8010-6C82-9538AB3FCB16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323406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198D800-3354-7AC8-68E0-A386E41F01E6}"/>
              </a:ext>
            </a:extLst>
          </p:cNvPr>
          <p:cNvSpPr txBox="1"/>
          <p:nvPr/>
        </p:nvSpPr>
        <p:spPr>
          <a:xfrm>
            <a:off x="550276" y="364476"/>
            <a:ext cx="45023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Why do we filter images?</a:t>
            </a:r>
            <a:endParaRPr lang="en-GB" sz="3200" b="1" dirty="0">
              <a:solidFill>
                <a:srgbClr val="0070C0"/>
              </a:solidFill>
            </a:endParaRPr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E6B2FDC9-E307-886B-5695-12FF63B3541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6AA64396-1114-6958-EDFC-B45821A44E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005" y="1179287"/>
            <a:ext cx="3611880" cy="1783080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15" name="Shape 2">
            <a:extLst>
              <a:ext uri="{FF2B5EF4-FFF2-40B4-BE49-F238E27FC236}">
                <a16:creationId xmlns:a16="http://schemas.microsoft.com/office/drawing/2014/main" id="{FC5ED611-DF52-8C7B-93C9-32619DB9956C}"/>
              </a:ext>
            </a:extLst>
          </p:cNvPr>
          <p:cNvSpPr/>
          <p:nvPr/>
        </p:nvSpPr>
        <p:spPr>
          <a:xfrm>
            <a:off x="526445" y="1270727"/>
            <a:ext cx="777240" cy="274320"/>
          </a:xfrm>
          <a:prstGeom prst="roundRect">
            <a:avLst>
              <a:gd name="adj" fmla="val 26667"/>
            </a:avLst>
          </a:prstGeom>
          <a:solidFill>
            <a:srgbClr val="0A1622"/>
          </a:solidFill>
          <a:ln w="12700">
            <a:solidFill>
              <a:srgbClr val="0A16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6C0C8EE1-3F5A-DAD3-2273-CBCEE6776491}"/>
              </a:ext>
            </a:extLst>
          </p:cNvPr>
          <p:cNvSpPr txBox="1"/>
          <p:nvPr/>
        </p:nvSpPr>
        <p:spPr>
          <a:xfrm>
            <a:off x="526445" y="1270727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50" dirty="0"/>
          </a:p>
        </p:txBody>
      </p:sp>
      <p:sp>
        <p:nvSpPr>
          <p:cNvPr id="34" name="Shape 4">
            <a:extLst>
              <a:ext uri="{FF2B5EF4-FFF2-40B4-BE49-F238E27FC236}">
                <a16:creationId xmlns:a16="http://schemas.microsoft.com/office/drawing/2014/main" id="{8D820390-997B-98B2-48A2-9A4AA3C9423B}"/>
              </a:ext>
            </a:extLst>
          </p:cNvPr>
          <p:cNvSpPr/>
          <p:nvPr/>
        </p:nvSpPr>
        <p:spPr>
          <a:xfrm>
            <a:off x="3269645" y="1270727"/>
            <a:ext cx="685800" cy="274320"/>
          </a:xfrm>
          <a:prstGeom prst="roundRect">
            <a:avLst>
              <a:gd name="adj" fmla="val 26667"/>
            </a:avLst>
          </a:prstGeom>
          <a:solidFill>
            <a:srgbClr val="16A99A"/>
          </a:solidFill>
          <a:ln w="12700">
            <a:solidFill>
              <a:srgbClr val="16A9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5">
            <a:extLst>
              <a:ext uri="{FF2B5EF4-FFF2-40B4-BE49-F238E27FC236}">
                <a16:creationId xmlns:a16="http://schemas.microsoft.com/office/drawing/2014/main" id="{3C86C1DB-30F8-156B-C7D9-4A64FC0DB1C5}"/>
              </a:ext>
            </a:extLst>
          </p:cNvPr>
          <p:cNvSpPr txBox="1"/>
          <p:nvPr/>
        </p:nvSpPr>
        <p:spPr>
          <a:xfrm>
            <a:off x="3269645" y="1270727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50" dirty="0"/>
          </a:p>
        </p:txBody>
      </p:sp>
      <p:sp>
        <p:nvSpPr>
          <p:cNvPr id="44" name="Text 6">
            <a:extLst>
              <a:ext uri="{FF2B5EF4-FFF2-40B4-BE49-F238E27FC236}">
                <a16:creationId xmlns:a16="http://schemas.microsoft.com/office/drawing/2014/main" id="{14ABA15B-0C1C-7714-CDE9-B241F6B42EAC}"/>
              </a:ext>
            </a:extLst>
          </p:cNvPr>
          <p:cNvSpPr txBox="1"/>
          <p:nvPr/>
        </p:nvSpPr>
        <p:spPr>
          <a:xfrm>
            <a:off x="435005" y="3035519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Imaging</a:t>
            </a:r>
            <a:endParaRPr lang="en-US" sz="1600" dirty="0"/>
          </a:p>
        </p:txBody>
      </p:sp>
      <p:sp>
        <p:nvSpPr>
          <p:cNvPr id="47" name="Text 7">
            <a:extLst>
              <a:ext uri="{FF2B5EF4-FFF2-40B4-BE49-F238E27FC236}">
                <a16:creationId xmlns:a16="http://schemas.microsoft.com/office/drawing/2014/main" id="{564440C7-FF6C-07D8-4BE3-0DA2A58CD33A}"/>
              </a:ext>
            </a:extLst>
          </p:cNvPr>
          <p:cNvSpPr txBox="1"/>
          <p:nvPr/>
        </p:nvSpPr>
        <p:spPr>
          <a:xfrm>
            <a:off x="435005" y="3328127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Reduce imaging noise before clinical analysis</a:t>
            </a:r>
            <a:endParaRPr lang="en-US" sz="1300" b="1" dirty="0"/>
          </a:p>
        </p:txBody>
      </p:sp>
      <p:pic>
        <p:nvPicPr>
          <p:cNvPr id="49" name="Image 1" descr="preencoded.png">
            <a:extLst>
              <a:ext uri="{FF2B5EF4-FFF2-40B4-BE49-F238E27FC236}">
                <a16:creationId xmlns:a16="http://schemas.microsoft.com/office/drawing/2014/main" id="{D7D2A89F-3812-F811-2599-7DBD8A3484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765" y="1179287"/>
            <a:ext cx="3611880" cy="1783080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52" name="Shape 8">
            <a:extLst>
              <a:ext uri="{FF2B5EF4-FFF2-40B4-BE49-F238E27FC236}">
                <a16:creationId xmlns:a16="http://schemas.microsoft.com/office/drawing/2014/main" id="{16C79C7F-56CE-1E72-E3BC-DD17B46610E7}"/>
              </a:ext>
            </a:extLst>
          </p:cNvPr>
          <p:cNvSpPr/>
          <p:nvPr/>
        </p:nvSpPr>
        <p:spPr>
          <a:xfrm>
            <a:off x="4321205" y="1270727"/>
            <a:ext cx="777240" cy="274320"/>
          </a:xfrm>
          <a:prstGeom prst="roundRect">
            <a:avLst>
              <a:gd name="adj" fmla="val 26667"/>
            </a:avLst>
          </a:prstGeom>
          <a:solidFill>
            <a:srgbClr val="0A1622"/>
          </a:solidFill>
          <a:ln w="12700">
            <a:solidFill>
              <a:srgbClr val="0A16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9">
            <a:extLst>
              <a:ext uri="{FF2B5EF4-FFF2-40B4-BE49-F238E27FC236}">
                <a16:creationId xmlns:a16="http://schemas.microsoft.com/office/drawing/2014/main" id="{7353BFD9-CAD6-ECE5-9835-F1EC8BA99008}"/>
              </a:ext>
            </a:extLst>
          </p:cNvPr>
          <p:cNvSpPr txBox="1"/>
          <p:nvPr/>
        </p:nvSpPr>
        <p:spPr>
          <a:xfrm>
            <a:off x="4321205" y="1270727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50" dirty="0"/>
          </a:p>
        </p:txBody>
      </p:sp>
      <p:sp>
        <p:nvSpPr>
          <p:cNvPr id="62" name="Shape 10">
            <a:extLst>
              <a:ext uri="{FF2B5EF4-FFF2-40B4-BE49-F238E27FC236}">
                <a16:creationId xmlns:a16="http://schemas.microsoft.com/office/drawing/2014/main" id="{6AB93B73-D4D6-7327-F4A3-617794BD6B0D}"/>
              </a:ext>
            </a:extLst>
          </p:cNvPr>
          <p:cNvSpPr/>
          <p:nvPr/>
        </p:nvSpPr>
        <p:spPr>
          <a:xfrm>
            <a:off x="7064405" y="1270727"/>
            <a:ext cx="685800" cy="274320"/>
          </a:xfrm>
          <a:prstGeom prst="roundRect">
            <a:avLst>
              <a:gd name="adj" fmla="val 26667"/>
            </a:avLst>
          </a:prstGeom>
          <a:solidFill>
            <a:srgbClr val="16A99A"/>
          </a:solidFill>
          <a:ln w="12700">
            <a:solidFill>
              <a:srgbClr val="16A9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11">
            <a:extLst>
              <a:ext uri="{FF2B5EF4-FFF2-40B4-BE49-F238E27FC236}">
                <a16:creationId xmlns:a16="http://schemas.microsoft.com/office/drawing/2014/main" id="{E96182E4-56E0-F132-9768-88C90F17B8FE}"/>
              </a:ext>
            </a:extLst>
          </p:cNvPr>
          <p:cNvSpPr txBox="1"/>
          <p:nvPr/>
        </p:nvSpPr>
        <p:spPr>
          <a:xfrm>
            <a:off x="7064405" y="1270727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50" dirty="0"/>
          </a:p>
        </p:txBody>
      </p:sp>
      <p:sp>
        <p:nvSpPr>
          <p:cNvPr id="72" name="Text 12">
            <a:extLst>
              <a:ext uri="{FF2B5EF4-FFF2-40B4-BE49-F238E27FC236}">
                <a16:creationId xmlns:a16="http://schemas.microsoft.com/office/drawing/2014/main" id="{281613FA-F990-3714-2F12-63F752247CFA}"/>
              </a:ext>
            </a:extLst>
          </p:cNvPr>
          <p:cNvSpPr txBox="1"/>
          <p:nvPr/>
        </p:nvSpPr>
        <p:spPr>
          <a:xfrm>
            <a:off x="4229765" y="3035519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Cameras</a:t>
            </a:r>
            <a:endParaRPr lang="en-US" sz="1600" dirty="0"/>
          </a:p>
        </p:txBody>
      </p:sp>
      <p:sp>
        <p:nvSpPr>
          <p:cNvPr id="75" name="Text 13">
            <a:extLst>
              <a:ext uri="{FF2B5EF4-FFF2-40B4-BE49-F238E27FC236}">
                <a16:creationId xmlns:a16="http://schemas.microsoft.com/office/drawing/2014/main" id="{47B3BA98-65DC-A4F1-F1C8-CDD9BA0EC338}"/>
              </a:ext>
            </a:extLst>
          </p:cNvPr>
          <p:cNvSpPr txBox="1"/>
          <p:nvPr/>
        </p:nvSpPr>
        <p:spPr>
          <a:xfrm>
            <a:off x="4229765" y="3328127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Remove night-time grain from CCTV</a:t>
            </a:r>
            <a:endParaRPr lang="en-US" sz="1300" b="1" dirty="0"/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13049BAB-5E19-C670-DB39-0EB36E301A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4525" y="1179287"/>
            <a:ext cx="3611880" cy="1783080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79" name="Shape 14">
            <a:extLst>
              <a:ext uri="{FF2B5EF4-FFF2-40B4-BE49-F238E27FC236}">
                <a16:creationId xmlns:a16="http://schemas.microsoft.com/office/drawing/2014/main" id="{CAF778BB-1FBB-A91F-8766-03BB5C959373}"/>
              </a:ext>
            </a:extLst>
          </p:cNvPr>
          <p:cNvSpPr/>
          <p:nvPr/>
        </p:nvSpPr>
        <p:spPr>
          <a:xfrm>
            <a:off x="8115965" y="1270727"/>
            <a:ext cx="777240" cy="274320"/>
          </a:xfrm>
          <a:prstGeom prst="roundRect">
            <a:avLst>
              <a:gd name="adj" fmla="val 26667"/>
            </a:avLst>
          </a:prstGeom>
          <a:solidFill>
            <a:srgbClr val="0A1622"/>
          </a:solidFill>
          <a:ln w="12700">
            <a:solidFill>
              <a:srgbClr val="0A16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15">
            <a:extLst>
              <a:ext uri="{FF2B5EF4-FFF2-40B4-BE49-F238E27FC236}">
                <a16:creationId xmlns:a16="http://schemas.microsoft.com/office/drawing/2014/main" id="{38C1C1F2-D2F7-4BB2-2F22-3E78E0E825DB}"/>
              </a:ext>
            </a:extLst>
          </p:cNvPr>
          <p:cNvSpPr txBox="1"/>
          <p:nvPr/>
        </p:nvSpPr>
        <p:spPr>
          <a:xfrm>
            <a:off x="8115965" y="1270727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50" dirty="0"/>
          </a:p>
        </p:txBody>
      </p:sp>
      <p:sp>
        <p:nvSpPr>
          <p:cNvPr id="84" name="Shape 16">
            <a:extLst>
              <a:ext uri="{FF2B5EF4-FFF2-40B4-BE49-F238E27FC236}">
                <a16:creationId xmlns:a16="http://schemas.microsoft.com/office/drawing/2014/main" id="{BDA556C2-6566-982F-A146-BBE407A702C2}"/>
              </a:ext>
            </a:extLst>
          </p:cNvPr>
          <p:cNvSpPr/>
          <p:nvPr/>
        </p:nvSpPr>
        <p:spPr>
          <a:xfrm>
            <a:off x="10859165" y="1270727"/>
            <a:ext cx="685800" cy="274320"/>
          </a:xfrm>
          <a:prstGeom prst="roundRect">
            <a:avLst>
              <a:gd name="adj" fmla="val 26667"/>
            </a:avLst>
          </a:prstGeom>
          <a:solidFill>
            <a:srgbClr val="16A99A"/>
          </a:solidFill>
          <a:ln w="12700">
            <a:solidFill>
              <a:srgbClr val="16A9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17">
            <a:extLst>
              <a:ext uri="{FF2B5EF4-FFF2-40B4-BE49-F238E27FC236}">
                <a16:creationId xmlns:a16="http://schemas.microsoft.com/office/drawing/2014/main" id="{2848029C-3BB4-4E3A-CD67-2F1999FE90E5}"/>
              </a:ext>
            </a:extLst>
          </p:cNvPr>
          <p:cNvSpPr txBox="1"/>
          <p:nvPr/>
        </p:nvSpPr>
        <p:spPr>
          <a:xfrm>
            <a:off x="10859165" y="1270727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50" dirty="0"/>
          </a:p>
        </p:txBody>
      </p:sp>
      <p:sp>
        <p:nvSpPr>
          <p:cNvPr id="88" name="Text 18">
            <a:extLst>
              <a:ext uri="{FF2B5EF4-FFF2-40B4-BE49-F238E27FC236}">
                <a16:creationId xmlns:a16="http://schemas.microsoft.com/office/drawing/2014/main" id="{E952F5AB-54CA-8991-4E4C-EDA77AE95C0C}"/>
              </a:ext>
            </a:extLst>
          </p:cNvPr>
          <p:cNvSpPr txBox="1"/>
          <p:nvPr/>
        </p:nvSpPr>
        <p:spPr>
          <a:xfrm>
            <a:off x="8024525" y="3035519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Astronomy</a:t>
            </a:r>
            <a:endParaRPr lang="en-US" sz="1600" dirty="0"/>
          </a:p>
        </p:txBody>
      </p:sp>
      <p:sp>
        <p:nvSpPr>
          <p:cNvPr id="90" name="Text 19">
            <a:extLst>
              <a:ext uri="{FF2B5EF4-FFF2-40B4-BE49-F238E27FC236}">
                <a16:creationId xmlns:a16="http://schemas.microsoft.com/office/drawing/2014/main" id="{0828555B-DB8B-7B92-C4D4-C128F8282BC2}"/>
              </a:ext>
            </a:extLst>
          </p:cNvPr>
          <p:cNvSpPr txBox="1"/>
          <p:nvPr/>
        </p:nvSpPr>
        <p:spPr>
          <a:xfrm>
            <a:off x="8024525" y="3328127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Improve the visibility of faint stars</a:t>
            </a:r>
            <a:endParaRPr lang="en-US" sz="1300" b="1" dirty="0"/>
          </a:p>
        </p:txBody>
      </p:sp>
      <p:pic>
        <p:nvPicPr>
          <p:cNvPr id="92" name="Image 3" descr="preencoded.png">
            <a:extLst>
              <a:ext uri="{FF2B5EF4-FFF2-40B4-BE49-F238E27FC236}">
                <a16:creationId xmlns:a16="http://schemas.microsoft.com/office/drawing/2014/main" id="{443D583E-0A33-FFC2-1A9E-7251F05828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5005" y="3816237"/>
            <a:ext cx="3611880" cy="1783080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94" name="Shape 20">
            <a:extLst>
              <a:ext uri="{FF2B5EF4-FFF2-40B4-BE49-F238E27FC236}">
                <a16:creationId xmlns:a16="http://schemas.microsoft.com/office/drawing/2014/main" id="{90BA608E-2B8D-0912-5925-1D1CB0296E96}"/>
              </a:ext>
            </a:extLst>
          </p:cNvPr>
          <p:cNvSpPr/>
          <p:nvPr/>
        </p:nvSpPr>
        <p:spPr>
          <a:xfrm>
            <a:off x="526445" y="3907677"/>
            <a:ext cx="777240" cy="274320"/>
          </a:xfrm>
          <a:prstGeom prst="roundRect">
            <a:avLst>
              <a:gd name="adj" fmla="val 26667"/>
            </a:avLst>
          </a:prstGeom>
          <a:solidFill>
            <a:srgbClr val="0A1622"/>
          </a:solidFill>
          <a:ln w="12700">
            <a:solidFill>
              <a:srgbClr val="0A16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21">
            <a:extLst>
              <a:ext uri="{FF2B5EF4-FFF2-40B4-BE49-F238E27FC236}">
                <a16:creationId xmlns:a16="http://schemas.microsoft.com/office/drawing/2014/main" id="{475873A5-952D-A4E4-9F10-CB82F8EF1033}"/>
              </a:ext>
            </a:extLst>
          </p:cNvPr>
          <p:cNvSpPr txBox="1"/>
          <p:nvPr/>
        </p:nvSpPr>
        <p:spPr>
          <a:xfrm>
            <a:off x="526445" y="3907677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50" dirty="0"/>
          </a:p>
        </p:txBody>
      </p:sp>
      <p:sp>
        <p:nvSpPr>
          <p:cNvPr id="98" name="Shape 22">
            <a:extLst>
              <a:ext uri="{FF2B5EF4-FFF2-40B4-BE49-F238E27FC236}">
                <a16:creationId xmlns:a16="http://schemas.microsoft.com/office/drawing/2014/main" id="{CF09055C-90B5-6274-C3A6-E683E8FD099C}"/>
              </a:ext>
            </a:extLst>
          </p:cNvPr>
          <p:cNvSpPr/>
          <p:nvPr/>
        </p:nvSpPr>
        <p:spPr>
          <a:xfrm>
            <a:off x="3269645" y="3907677"/>
            <a:ext cx="685800" cy="274320"/>
          </a:xfrm>
          <a:prstGeom prst="roundRect">
            <a:avLst>
              <a:gd name="adj" fmla="val 26667"/>
            </a:avLst>
          </a:prstGeom>
          <a:solidFill>
            <a:srgbClr val="16A99A"/>
          </a:solidFill>
          <a:ln w="12700">
            <a:solidFill>
              <a:srgbClr val="16A9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23">
            <a:extLst>
              <a:ext uri="{FF2B5EF4-FFF2-40B4-BE49-F238E27FC236}">
                <a16:creationId xmlns:a16="http://schemas.microsoft.com/office/drawing/2014/main" id="{0650DF23-D289-2133-9B7B-AAB8BFE80B40}"/>
              </a:ext>
            </a:extLst>
          </p:cNvPr>
          <p:cNvSpPr txBox="1"/>
          <p:nvPr/>
        </p:nvSpPr>
        <p:spPr>
          <a:xfrm>
            <a:off x="3269645" y="3907677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50" dirty="0"/>
          </a:p>
        </p:txBody>
      </p:sp>
      <p:sp>
        <p:nvSpPr>
          <p:cNvPr id="102" name="Text 24">
            <a:extLst>
              <a:ext uri="{FF2B5EF4-FFF2-40B4-BE49-F238E27FC236}">
                <a16:creationId xmlns:a16="http://schemas.microsoft.com/office/drawing/2014/main" id="{042E9FA9-BBE8-63DD-D43C-571D6D677726}"/>
              </a:ext>
            </a:extLst>
          </p:cNvPr>
          <p:cNvSpPr txBox="1"/>
          <p:nvPr/>
        </p:nvSpPr>
        <p:spPr>
          <a:xfrm>
            <a:off x="435005" y="5672469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Inspection</a:t>
            </a:r>
            <a:endParaRPr lang="en-US" sz="1600" dirty="0"/>
          </a:p>
        </p:txBody>
      </p:sp>
      <p:sp>
        <p:nvSpPr>
          <p:cNvPr id="104" name="Text 25">
            <a:extLst>
              <a:ext uri="{FF2B5EF4-FFF2-40B4-BE49-F238E27FC236}">
                <a16:creationId xmlns:a16="http://schemas.microsoft.com/office/drawing/2014/main" id="{36459EC5-1821-92AF-FAD2-4EE97FDEE0DC}"/>
              </a:ext>
            </a:extLst>
          </p:cNvPr>
          <p:cNvSpPr txBox="1"/>
          <p:nvPr/>
        </p:nvSpPr>
        <p:spPr>
          <a:xfrm>
            <a:off x="435005" y="5965077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Clean item images before counting or measuring</a:t>
            </a:r>
            <a:endParaRPr lang="en-US" sz="1300" b="1" dirty="0"/>
          </a:p>
        </p:txBody>
      </p:sp>
      <p:pic>
        <p:nvPicPr>
          <p:cNvPr id="106" name="Image 4" descr="preencoded.png">
            <a:extLst>
              <a:ext uri="{FF2B5EF4-FFF2-40B4-BE49-F238E27FC236}">
                <a16:creationId xmlns:a16="http://schemas.microsoft.com/office/drawing/2014/main" id="{C0A9FC35-B3A6-9B84-7701-8B5C462AD1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29765" y="3816237"/>
            <a:ext cx="3611880" cy="1783080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108" name="Shape 26">
            <a:extLst>
              <a:ext uri="{FF2B5EF4-FFF2-40B4-BE49-F238E27FC236}">
                <a16:creationId xmlns:a16="http://schemas.microsoft.com/office/drawing/2014/main" id="{36E26C23-DFBD-7590-CE2B-6BC48A89D3C4}"/>
              </a:ext>
            </a:extLst>
          </p:cNvPr>
          <p:cNvSpPr/>
          <p:nvPr/>
        </p:nvSpPr>
        <p:spPr>
          <a:xfrm>
            <a:off x="4321205" y="3907677"/>
            <a:ext cx="777240" cy="274320"/>
          </a:xfrm>
          <a:prstGeom prst="roundRect">
            <a:avLst>
              <a:gd name="adj" fmla="val 26667"/>
            </a:avLst>
          </a:prstGeom>
          <a:solidFill>
            <a:srgbClr val="0A1622"/>
          </a:solidFill>
          <a:ln w="12700">
            <a:solidFill>
              <a:srgbClr val="0A16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27">
            <a:extLst>
              <a:ext uri="{FF2B5EF4-FFF2-40B4-BE49-F238E27FC236}">
                <a16:creationId xmlns:a16="http://schemas.microsoft.com/office/drawing/2014/main" id="{46BF7769-A4DF-5661-92C1-075C445BDE37}"/>
              </a:ext>
            </a:extLst>
          </p:cNvPr>
          <p:cNvSpPr txBox="1"/>
          <p:nvPr/>
        </p:nvSpPr>
        <p:spPr>
          <a:xfrm>
            <a:off x="4321205" y="3907677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50" dirty="0"/>
          </a:p>
        </p:txBody>
      </p:sp>
      <p:sp>
        <p:nvSpPr>
          <p:cNvPr id="113" name="Shape 28">
            <a:extLst>
              <a:ext uri="{FF2B5EF4-FFF2-40B4-BE49-F238E27FC236}">
                <a16:creationId xmlns:a16="http://schemas.microsoft.com/office/drawing/2014/main" id="{085952B4-3D9D-ED25-1867-215E17A5C56F}"/>
              </a:ext>
            </a:extLst>
          </p:cNvPr>
          <p:cNvSpPr/>
          <p:nvPr/>
        </p:nvSpPr>
        <p:spPr>
          <a:xfrm>
            <a:off x="7064405" y="3907677"/>
            <a:ext cx="685800" cy="274320"/>
          </a:xfrm>
          <a:prstGeom prst="roundRect">
            <a:avLst>
              <a:gd name="adj" fmla="val 26667"/>
            </a:avLst>
          </a:prstGeom>
          <a:solidFill>
            <a:srgbClr val="16A99A"/>
          </a:solidFill>
          <a:ln w="12700">
            <a:solidFill>
              <a:srgbClr val="16A9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29">
            <a:extLst>
              <a:ext uri="{FF2B5EF4-FFF2-40B4-BE49-F238E27FC236}">
                <a16:creationId xmlns:a16="http://schemas.microsoft.com/office/drawing/2014/main" id="{98CD8976-0886-3A88-F7CF-71CA3244C098}"/>
              </a:ext>
            </a:extLst>
          </p:cNvPr>
          <p:cNvSpPr txBox="1"/>
          <p:nvPr/>
        </p:nvSpPr>
        <p:spPr>
          <a:xfrm>
            <a:off x="7064405" y="3907677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50" dirty="0"/>
          </a:p>
        </p:txBody>
      </p:sp>
      <p:sp>
        <p:nvSpPr>
          <p:cNvPr id="119" name="Text 30">
            <a:extLst>
              <a:ext uri="{FF2B5EF4-FFF2-40B4-BE49-F238E27FC236}">
                <a16:creationId xmlns:a16="http://schemas.microsoft.com/office/drawing/2014/main" id="{09D59499-6DA3-9C27-8F17-B635ABDC0901}"/>
              </a:ext>
            </a:extLst>
          </p:cNvPr>
          <p:cNvSpPr txBox="1"/>
          <p:nvPr/>
        </p:nvSpPr>
        <p:spPr>
          <a:xfrm>
            <a:off x="4229765" y="5672469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and OCR</a:t>
            </a:r>
            <a:endParaRPr lang="en-US" sz="1600" dirty="0"/>
          </a:p>
        </p:txBody>
      </p:sp>
      <p:sp>
        <p:nvSpPr>
          <p:cNvPr id="122" name="Text 31">
            <a:extLst>
              <a:ext uri="{FF2B5EF4-FFF2-40B4-BE49-F238E27FC236}">
                <a16:creationId xmlns:a16="http://schemas.microsoft.com/office/drawing/2014/main" id="{34F6B060-5A46-1267-6BF4-4354B3EA86E9}"/>
              </a:ext>
            </a:extLst>
          </p:cNvPr>
          <p:cNvSpPr txBox="1"/>
          <p:nvPr/>
        </p:nvSpPr>
        <p:spPr>
          <a:xfrm>
            <a:off x="4229765" y="5965077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Erase scan specks before text recognition</a:t>
            </a:r>
            <a:endParaRPr lang="en-US" sz="1300" b="1" dirty="0"/>
          </a:p>
        </p:txBody>
      </p:sp>
      <p:pic>
        <p:nvPicPr>
          <p:cNvPr id="124" name="Image 5" descr="preencoded.png">
            <a:extLst>
              <a:ext uri="{FF2B5EF4-FFF2-40B4-BE49-F238E27FC236}">
                <a16:creationId xmlns:a16="http://schemas.microsoft.com/office/drawing/2014/main" id="{EDF8B15A-DAB1-CC00-7170-CBDA28FE068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24525" y="3816237"/>
            <a:ext cx="3611880" cy="1783080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126" name="Shape 32">
            <a:extLst>
              <a:ext uri="{FF2B5EF4-FFF2-40B4-BE49-F238E27FC236}">
                <a16:creationId xmlns:a16="http://schemas.microsoft.com/office/drawing/2014/main" id="{7A768584-1139-7499-2BEB-0E3B87F8C9FF}"/>
              </a:ext>
            </a:extLst>
          </p:cNvPr>
          <p:cNvSpPr/>
          <p:nvPr/>
        </p:nvSpPr>
        <p:spPr>
          <a:xfrm>
            <a:off x="8115965" y="3907677"/>
            <a:ext cx="777240" cy="274320"/>
          </a:xfrm>
          <a:prstGeom prst="roundRect">
            <a:avLst>
              <a:gd name="adj" fmla="val 26667"/>
            </a:avLst>
          </a:prstGeom>
          <a:solidFill>
            <a:srgbClr val="0A1622"/>
          </a:solidFill>
          <a:ln w="12700">
            <a:solidFill>
              <a:srgbClr val="0A16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4" name="Text 33">
            <a:extLst>
              <a:ext uri="{FF2B5EF4-FFF2-40B4-BE49-F238E27FC236}">
                <a16:creationId xmlns:a16="http://schemas.microsoft.com/office/drawing/2014/main" id="{01D49A3F-3DEA-74DB-EBF6-2A4704F18318}"/>
              </a:ext>
            </a:extLst>
          </p:cNvPr>
          <p:cNvSpPr txBox="1"/>
          <p:nvPr/>
        </p:nvSpPr>
        <p:spPr>
          <a:xfrm>
            <a:off x="8115965" y="3907677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50" dirty="0"/>
          </a:p>
        </p:txBody>
      </p:sp>
      <p:sp>
        <p:nvSpPr>
          <p:cNvPr id="1027" name="Shape 34">
            <a:extLst>
              <a:ext uri="{FF2B5EF4-FFF2-40B4-BE49-F238E27FC236}">
                <a16:creationId xmlns:a16="http://schemas.microsoft.com/office/drawing/2014/main" id="{4148A81E-171D-AC52-716E-FA1A0A4F8733}"/>
              </a:ext>
            </a:extLst>
          </p:cNvPr>
          <p:cNvSpPr/>
          <p:nvPr/>
        </p:nvSpPr>
        <p:spPr>
          <a:xfrm>
            <a:off x="10859165" y="3907677"/>
            <a:ext cx="685800" cy="274320"/>
          </a:xfrm>
          <a:prstGeom prst="roundRect">
            <a:avLst>
              <a:gd name="adj" fmla="val 26667"/>
            </a:avLst>
          </a:prstGeom>
          <a:solidFill>
            <a:srgbClr val="16A99A"/>
          </a:solidFill>
          <a:ln w="12700">
            <a:solidFill>
              <a:srgbClr val="16A9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9" name="Text 35">
            <a:extLst>
              <a:ext uri="{FF2B5EF4-FFF2-40B4-BE49-F238E27FC236}">
                <a16:creationId xmlns:a16="http://schemas.microsoft.com/office/drawing/2014/main" id="{560EBB4F-2EFE-49E1-0D3F-3EC81C6AEA8F}"/>
              </a:ext>
            </a:extLst>
          </p:cNvPr>
          <p:cNvSpPr txBox="1"/>
          <p:nvPr/>
        </p:nvSpPr>
        <p:spPr>
          <a:xfrm>
            <a:off x="10859165" y="3907677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50" dirty="0"/>
          </a:p>
        </p:txBody>
      </p:sp>
      <p:sp>
        <p:nvSpPr>
          <p:cNvPr id="1031" name="Text 36">
            <a:extLst>
              <a:ext uri="{FF2B5EF4-FFF2-40B4-BE49-F238E27FC236}">
                <a16:creationId xmlns:a16="http://schemas.microsoft.com/office/drawing/2014/main" id="{A5BB3DAC-BAE2-4C5A-704D-902B1049493B}"/>
              </a:ext>
            </a:extLst>
          </p:cNvPr>
          <p:cNvSpPr txBox="1"/>
          <p:nvPr/>
        </p:nvSpPr>
        <p:spPr>
          <a:xfrm>
            <a:off x="8024525" y="5672469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Cameras</a:t>
            </a:r>
            <a:endParaRPr lang="en-US" sz="1600" dirty="0"/>
          </a:p>
        </p:txBody>
      </p:sp>
      <p:sp>
        <p:nvSpPr>
          <p:cNvPr id="1033" name="Text 37">
            <a:extLst>
              <a:ext uri="{FF2B5EF4-FFF2-40B4-BE49-F238E27FC236}">
                <a16:creationId xmlns:a16="http://schemas.microsoft.com/office/drawing/2014/main" id="{0E17B8F8-3F78-0EB5-2923-A11AC64C819D}"/>
              </a:ext>
            </a:extLst>
          </p:cNvPr>
          <p:cNvSpPr txBox="1"/>
          <p:nvPr/>
        </p:nvSpPr>
        <p:spPr>
          <a:xfrm>
            <a:off x="8024525" y="5965077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'sharpness' in every photo we take</a:t>
            </a:r>
            <a:endParaRPr lang="en-US" sz="13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E2EF42-401B-F41A-A56A-BF6343EFAB1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5" name="Parallelogram 41">
            <a:extLst>
              <a:ext uri="{FF2B5EF4-FFF2-40B4-BE49-F238E27FC236}">
                <a16:creationId xmlns:a16="http://schemas.microsoft.com/office/drawing/2014/main" id="{9060F134-8F84-0BB6-CE07-482D5595E286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5/33</a:t>
            </a:r>
          </a:p>
        </p:txBody>
      </p:sp>
    </p:spTree>
    <p:extLst>
      <p:ext uri="{BB962C8B-B14F-4D97-AF65-F5344CB8AC3E}">
        <p14:creationId xmlns:p14="http://schemas.microsoft.com/office/powerpoint/2010/main" val="1914747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7F8C2-2F58-1030-8444-A57CED27A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0DB632B-355F-4E2D-734C-0E6118DC9A87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831819DE-8AE3-A3B5-0C87-BC22C2C0E0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2BC3663-00D6-E638-3CC5-28A4B15735B8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355603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A92A82C-8E74-B677-774A-821DB3974953}"/>
              </a:ext>
            </a:extLst>
          </p:cNvPr>
          <p:cNvSpPr txBox="1"/>
          <p:nvPr/>
        </p:nvSpPr>
        <p:spPr>
          <a:xfrm>
            <a:off x="550276" y="364476"/>
            <a:ext cx="27739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Today’s agenda</a:t>
            </a:r>
            <a:endParaRPr lang="en-GB" sz="3200" b="1" dirty="0">
              <a:solidFill>
                <a:srgbClr val="0070C0"/>
              </a:solidFill>
            </a:endParaRPr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16CAC264-68D5-5988-7631-982FB43E72B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3B0B6D5-F080-DA44-3C96-D3838EA869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4" name="Shape 9001">
            <a:extLst>
              <a:ext uri="{FF2B5EF4-FFF2-40B4-BE49-F238E27FC236}">
                <a16:creationId xmlns:a16="http://schemas.microsoft.com/office/drawing/2014/main" id="{FEABCF32-0B84-5030-8926-2DFCDD6ABD27}"/>
              </a:ext>
            </a:extLst>
          </p:cNvPr>
          <p:cNvSpPr/>
          <p:nvPr/>
        </p:nvSpPr>
        <p:spPr>
          <a:xfrm>
            <a:off x="502920" y="1737360"/>
            <a:ext cx="2103120" cy="2335369"/>
          </a:xfrm>
          <a:prstGeom prst="rect">
            <a:avLst/>
          </a:prstGeom>
          <a:solidFill>
            <a:srgbClr val="E3EF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9002">
            <a:extLst>
              <a:ext uri="{FF2B5EF4-FFF2-40B4-BE49-F238E27FC236}">
                <a16:creationId xmlns:a16="http://schemas.microsoft.com/office/drawing/2014/main" id="{40239EF2-8A75-88CC-5E2B-DF88D33678FC}"/>
              </a:ext>
            </a:extLst>
          </p:cNvPr>
          <p:cNvSpPr txBox="1"/>
          <p:nvPr/>
        </p:nvSpPr>
        <p:spPr>
          <a:xfrm>
            <a:off x="1097280" y="1965960"/>
            <a:ext cx="914400" cy="9144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3000" b="1" i="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0" name="Text 9003">
            <a:extLst>
              <a:ext uri="{FF2B5EF4-FFF2-40B4-BE49-F238E27FC236}">
                <a16:creationId xmlns:a16="http://schemas.microsoft.com/office/drawing/2014/main" id="{6B6ECC53-A202-8ACD-98C5-76FC193EEB5F}"/>
              </a:ext>
            </a:extLst>
          </p:cNvPr>
          <p:cNvSpPr txBox="1"/>
          <p:nvPr/>
        </p:nvSpPr>
        <p:spPr>
          <a:xfrm>
            <a:off x="640080" y="306324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002060"/>
                </a:solidFill>
                <a:latin typeface="Calibri"/>
                <a:cs typeface="Calibri"/>
              </a:rPr>
              <a:t>Image basics</a:t>
            </a:r>
          </a:p>
        </p:txBody>
      </p:sp>
      <p:sp>
        <p:nvSpPr>
          <p:cNvPr id="16" name="Text 9005">
            <a:extLst>
              <a:ext uri="{FF2B5EF4-FFF2-40B4-BE49-F238E27FC236}">
                <a16:creationId xmlns:a16="http://schemas.microsoft.com/office/drawing/2014/main" id="{4189600E-784D-DF82-C8C0-65FC6745FD96}"/>
              </a:ext>
            </a:extLst>
          </p:cNvPr>
          <p:cNvSpPr txBox="1"/>
          <p:nvPr/>
        </p:nvSpPr>
        <p:spPr>
          <a:xfrm>
            <a:off x="2587752" y="297180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2800" b="1" i="0" dirty="0">
                <a:latin typeface="Calibri"/>
                <a:cs typeface="Calibri"/>
              </a:rPr>
              <a:t>›</a:t>
            </a:r>
          </a:p>
        </p:txBody>
      </p:sp>
      <p:sp>
        <p:nvSpPr>
          <p:cNvPr id="19" name="Shape 9006">
            <a:extLst>
              <a:ext uri="{FF2B5EF4-FFF2-40B4-BE49-F238E27FC236}">
                <a16:creationId xmlns:a16="http://schemas.microsoft.com/office/drawing/2014/main" id="{145D7CC9-2946-1978-A712-0320B810A278}"/>
              </a:ext>
            </a:extLst>
          </p:cNvPr>
          <p:cNvSpPr/>
          <p:nvPr/>
        </p:nvSpPr>
        <p:spPr>
          <a:xfrm>
            <a:off x="2788920" y="1737360"/>
            <a:ext cx="2103120" cy="2335369"/>
          </a:xfrm>
          <a:prstGeom prst="rect">
            <a:avLst/>
          </a:prstGeom>
          <a:solidFill>
            <a:srgbClr val="E3EF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9007">
            <a:extLst>
              <a:ext uri="{FF2B5EF4-FFF2-40B4-BE49-F238E27FC236}">
                <a16:creationId xmlns:a16="http://schemas.microsoft.com/office/drawing/2014/main" id="{A1E26BCD-B936-B269-7286-F25D12D40088}"/>
              </a:ext>
            </a:extLst>
          </p:cNvPr>
          <p:cNvSpPr txBox="1"/>
          <p:nvPr/>
        </p:nvSpPr>
        <p:spPr>
          <a:xfrm>
            <a:off x="3383280" y="1965960"/>
            <a:ext cx="914400" cy="9144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3000" b="1" i="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4" name="Text 9008">
            <a:extLst>
              <a:ext uri="{FF2B5EF4-FFF2-40B4-BE49-F238E27FC236}">
                <a16:creationId xmlns:a16="http://schemas.microsoft.com/office/drawing/2014/main" id="{7DB66552-2E82-2CBF-77A4-C7F0F165B8F4}"/>
              </a:ext>
            </a:extLst>
          </p:cNvPr>
          <p:cNvSpPr txBox="1"/>
          <p:nvPr/>
        </p:nvSpPr>
        <p:spPr>
          <a:xfrm>
            <a:off x="2926080" y="306324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002060"/>
                </a:solidFill>
                <a:latin typeface="Calibri"/>
                <a:cs typeface="Calibri"/>
              </a:rPr>
              <a:t>Spatial filtering</a:t>
            </a:r>
          </a:p>
        </p:txBody>
      </p:sp>
      <p:sp>
        <p:nvSpPr>
          <p:cNvPr id="29" name="Text 9010">
            <a:extLst>
              <a:ext uri="{FF2B5EF4-FFF2-40B4-BE49-F238E27FC236}">
                <a16:creationId xmlns:a16="http://schemas.microsoft.com/office/drawing/2014/main" id="{5D625D7B-9BC9-02D0-F79E-DB3A3E7CCDF7}"/>
              </a:ext>
            </a:extLst>
          </p:cNvPr>
          <p:cNvSpPr txBox="1"/>
          <p:nvPr/>
        </p:nvSpPr>
        <p:spPr>
          <a:xfrm>
            <a:off x="4873752" y="297180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2800" b="1" i="0" dirty="0">
                <a:latin typeface="Calibri"/>
                <a:cs typeface="Calibri"/>
              </a:rPr>
              <a:t>›</a:t>
            </a:r>
          </a:p>
        </p:txBody>
      </p:sp>
      <p:sp>
        <p:nvSpPr>
          <p:cNvPr id="31" name="Shape 9011">
            <a:extLst>
              <a:ext uri="{FF2B5EF4-FFF2-40B4-BE49-F238E27FC236}">
                <a16:creationId xmlns:a16="http://schemas.microsoft.com/office/drawing/2014/main" id="{0095BD96-B49B-B7B7-C4DA-D12C857EDB7A}"/>
              </a:ext>
            </a:extLst>
          </p:cNvPr>
          <p:cNvSpPr/>
          <p:nvPr/>
        </p:nvSpPr>
        <p:spPr>
          <a:xfrm>
            <a:off x="5074920" y="1737360"/>
            <a:ext cx="2103120" cy="2335369"/>
          </a:xfrm>
          <a:prstGeom prst="rect">
            <a:avLst/>
          </a:prstGeom>
          <a:solidFill>
            <a:srgbClr val="E3EF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9012">
            <a:extLst>
              <a:ext uri="{FF2B5EF4-FFF2-40B4-BE49-F238E27FC236}">
                <a16:creationId xmlns:a16="http://schemas.microsoft.com/office/drawing/2014/main" id="{E3E812B4-0ED0-A1EA-1E93-6A1CB829E0E4}"/>
              </a:ext>
            </a:extLst>
          </p:cNvPr>
          <p:cNvSpPr txBox="1"/>
          <p:nvPr/>
        </p:nvSpPr>
        <p:spPr>
          <a:xfrm>
            <a:off x="5669280" y="1965960"/>
            <a:ext cx="914400" cy="9144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3000" b="1" i="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36" name="Text 9013">
            <a:extLst>
              <a:ext uri="{FF2B5EF4-FFF2-40B4-BE49-F238E27FC236}">
                <a16:creationId xmlns:a16="http://schemas.microsoft.com/office/drawing/2014/main" id="{FAD30E8E-4DDB-C77A-B226-54702EF9E9AF}"/>
              </a:ext>
            </a:extLst>
          </p:cNvPr>
          <p:cNvSpPr txBox="1"/>
          <p:nvPr/>
        </p:nvSpPr>
        <p:spPr>
          <a:xfrm>
            <a:off x="5212080" y="306324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002060"/>
                </a:solidFill>
                <a:latin typeface="Calibri"/>
                <a:cs typeface="Calibri"/>
              </a:rPr>
              <a:t>Smoothing</a:t>
            </a:r>
          </a:p>
        </p:txBody>
      </p:sp>
      <p:sp>
        <p:nvSpPr>
          <p:cNvPr id="41" name="Text 9015">
            <a:extLst>
              <a:ext uri="{FF2B5EF4-FFF2-40B4-BE49-F238E27FC236}">
                <a16:creationId xmlns:a16="http://schemas.microsoft.com/office/drawing/2014/main" id="{99B738B2-9F9F-3FAA-94C1-3A360ED42D5C}"/>
              </a:ext>
            </a:extLst>
          </p:cNvPr>
          <p:cNvSpPr txBox="1"/>
          <p:nvPr/>
        </p:nvSpPr>
        <p:spPr>
          <a:xfrm>
            <a:off x="7159752" y="297180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2800" b="1" i="0" dirty="0">
                <a:latin typeface="Calibri"/>
                <a:cs typeface="Calibri"/>
              </a:rPr>
              <a:t>›</a:t>
            </a:r>
          </a:p>
        </p:txBody>
      </p:sp>
      <p:sp>
        <p:nvSpPr>
          <p:cNvPr id="43" name="Shape 9016">
            <a:extLst>
              <a:ext uri="{FF2B5EF4-FFF2-40B4-BE49-F238E27FC236}">
                <a16:creationId xmlns:a16="http://schemas.microsoft.com/office/drawing/2014/main" id="{FEE36491-9C38-B46C-C534-56586EC8FEA8}"/>
              </a:ext>
            </a:extLst>
          </p:cNvPr>
          <p:cNvSpPr/>
          <p:nvPr/>
        </p:nvSpPr>
        <p:spPr>
          <a:xfrm>
            <a:off x="7360920" y="1737360"/>
            <a:ext cx="2103120" cy="2335369"/>
          </a:xfrm>
          <a:prstGeom prst="rect">
            <a:avLst/>
          </a:prstGeom>
          <a:solidFill>
            <a:srgbClr val="E3EF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9017">
            <a:extLst>
              <a:ext uri="{FF2B5EF4-FFF2-40B4-BE49-F238E27FC236}">
                <a16:creationId xmlns:a16="http://schemas.microsoft.com/office/drawing/2014/main" id="{3DF1EB6B-0F54-A3F2-A2DD-105C4D3597FB}"/>
              </a:ext>
            </a:extLst>
          </p:cNvPr>
          <p:cNvSpPr txBox="1"/>
          <p:nvPr/>
        </p:nvSpPr>
        <p:spPr>
          <a:xfrm>
            <a:off x="7955280" y="1965960"/>
            <a:ext cx="914400" cy="9144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3000" b="1" i="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50" name="Text 9018">
            <a:extLst>
              <a:ext uri="{FF2B5EF4-FFF2-40B4-BE49-F238E27FC236}">
                <a16:creationId xmlns:a16="http://schemas.microsoft.com/office/drawing/2014/main" id="{51214F58-78AE-8531-C52F-05864A48ACD9}"/>
              </a:ext>
            </a:extLst>
          </p:cNvPr>
          <p:cNvSpPr txBox="1"/>
          <p:nvPr/>
        </p:nvSpPr>
        <p:spPr>
          <a:xfrm>
            <a:off x="7498080" y="306324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002060"/>
                </a:solidFill>
                <a:latin typeface="Calibri"/>
                <a:cs typeface="Calibri"/>
              </a:rPr>
              <a:t>Sharpening</a:t>
            </a:r>
          </a:p>
        </p:txBody>
      </p:sp>
      <p:sp>
        <p:nvSpPr>
          <p:cNvPr id="55" name="Text 9020">
            <a:extLst>
              <a:ext uri="{FF2B5EF4-FFF2-40B4-BE49-F238E27FC236}">
                <a16:creationId xmlns:a16="http://schemas.microsoft.com/office/drawing/2014/main" id="{C19009F1-F52F-5510-6743-47C9FC72BA08}"/>
              </a:ext>
            </a:extLst>
          </p:cNvPr>
          <p:cNvSpPr txBox="1"/>
          <p:nvPr/>
        </p:nvSpPr>
        <p:spPr>
          <a:xfrm>
            <a:off x="9445752" y="297180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2800" b="1" i="0" dirty="0">
                <a:latin typeface="Calibri"/>
                <a:cs typeface="Calibri"/>
              </a:rPr>
              <a:t>›</a:t>
            </a:r>
          </a:p>
        </p:txBody>
      </p:sp>
      <p:sp>
        <p:nvSpPr>
          <p:cNvPr id="58" name="Shape 9021">
            <a:extLst>
              <a:ext uri="{FF2B5EF4-FFF2-40B4-BE49-F238E27FC236}">
                <a16:creationId xmlns:a16="http://schemas.microsoft.com/office/drawing/2014/main" id="{29D24E66-5F0B-E54A-F268-D9E71CA23346}"/>
              </a:ext>
            </a:extLst>
          </p:cNvPr>
          <p:cNvSpPr/>
          <p:nvPr/>
        </p:nvSpPr>
        <p:spPr>
          <a:xfrm>
            <a:off x="9646920" y="1737360"/>
            <a:ext cx="2103120" cy="2335369"/>
          </a:xfrm>
          <a:prstGeom prst="rect">
            <a:avLst/>
          </a:prstGeom>
          <a:solidFill>
            <a:srgbClr val="FCF1D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9022">
            <a:extLst>
              <a:ext uri="{FF2B5EF4-FFF2-40B4-BE49-F238E27FC236}">
                <a16:creationId xmlns:a16="http://schemas.microsoft.com/office/drawing/2014/main" id="{EFA4C4C6-17F7-DCC6-46C6-D2CB8FD3A3D1}"/>
              </a:ext>
            </a:extLst>
          </p:cNvPr>
          <p:cNvSpPr txBox="1"/>
          <p:nvPr/>
        </p:nvSpPr>
        <p:spPr>
          <a:xfrm>
            <a:off x="10241280" y="1965960"/>
            <a:ext cx="914400" cy="914400"/>
          </a:xfrm>
          <a:prstGeom prst="ellipse">
            <a:avLst/>
          </a:prstGeom>
          <a:solidFill>
            <a:srgbClr val="E08E0B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3000" b="1" i="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64" name="Text 9023">
            <a:extLst>
              <a:ext uri="{FF2B5EF4-FFF2-40B4-BE49-F238E27FC236}">
                <a16:creationId xmlns:a16="http://schemas.microsoft.com/office/drawing/2014/main" id="{334E60AD-7018-E09D-20EC-057614E8EED4}"/>
              </a:ext>
            </a:extLst>
          </p:cNvPr>
          <p:cNvSpPr txBox="1"/>
          <p:nvPr/>
        </p:nvSpPr>
        <p:spPr>
          <a:xfrm>
            <a:off x="9784080" y="306324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002060"/>
                </a:solidFill>
                <a:latin typeface="Calibri"/>
                <a:cs typeface="Calibri"/>
              </a:rPr>
              <a:t>Case studies</a:t>
            </a:r>
          </a:p>
        </p:txBody>
      </p:sp>
      <p:sp>
        <p:nvSpPr>
          <p:cNvPr id="69" name="Parallelogram 41">
            <a:extLst>
              <a:ext uri="{FF2B5EF4-FFF2-40B4-BE49-F238E27FC236}">
                <a16:creationId xmlns:a16="http://schemas.microsoft.com/office/drawing/2014/main" id="{1C3D2184-77DF-FE95-9218-B132EBF8DE84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6/33</a:t>
            </a:r>
          </a:p>
        </p:txBody>
      </p:sp>
    </p:spTree>
    <p:extLst>
      <p:ext uri="{BB962C8B-B14F-4D97-AF65-F5344CB8AC3E}">
        <p14:creationId xmlns:p14="http://schemas.microsoft.com/office/powerpoint/2010/main" val="3488799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8D892-D2C7-F4A0-FFED-53A3802D2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2432968-4D19-25D6-A111-ED6C45815974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24E259D2-25CA-FA12-6A41-AA7984EE7A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008BA9D-5878-1E66-4DE6-4353DD0A3A25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363295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C43C0BA-AFC9-763A-C1E9-668F3652FAA1}"/>
              </a:ext>
            </a:extLst>
          </p:cNvPr>
          <p:cNvSpPr txBox="1"/>
          <p:nvPr/>
        </p:nvSpPr>
        <p:spPr>
          <a:xfrm>
            <a:off x="550276" y="364476"/>
            <a:ext cx="51748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 picture is a grid of numbers</a:t>
            </a:r>
            <a:endParaRPr lang="en-GB" sz="3200" b="1" dirty="0">
              <a:solidFill>
                <a:srgbClr val="0070C0"/>
              </a:solidFill>
            </a:endParaRPr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86E5D405-E93C-97E8-7B84-ED40BE90C70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2C7D3F8-9C3A-979E-EE51-0C4911C063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9" name="Text 3">
            <a:extLst>
              <a:ext uri="{FF2B5EF4-FFF2-40B4-BE49-F238E27FC236}">
                <a16:creationId xmlns:a16="http://schemas.microsoft.com/office/drawing/2014/main" id="{862FEB31-7C69-B660-89D7-7A739099F62D}"/>
              </a:ext>
            </a:extLst>
          </p:cNvPr>
          <p:cNvSpPr txBox="1"/>
          <p:nvPr/>
        </p:nvSpPr>
        <p:spPr>
          <a:xfrm>
            <a:off x="428902" y="995957"/>
            <a:ext cx="7273895" cy="28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/>
              <a:t>➜  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into any photo and we will find tiny squares called pixels.</a:t>
            </a:r>
            <a:endParaRPr lang="en-US" sz="200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780DCCEB-91B2-457B-6622-CB0B30588FBE}"/>
              </a:ext>
            </a:extLst>
          </p:cNvPr>
          <p:cNvSpPr txBox="1"/>
          <p:nvPr/>
        </p:nvSpPr>
        <p:spPr>
          <a:xfrm>
            <a:off x="428902" y="5477732"/>
            <a:ext cx="328665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/>
              <a:t>➜  </a:t>
            </a:r>
            <a:r>
              <a:rPr lang="en-US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pixel stores one number:</a:t>
            </a:r>
            <a:endParaRPr lang="en-US" b="1" dirty="0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8F6035B7-1AB7-FA03-C545-D67FDAF978B2}"/>
              </a:ext>
            </a:extLst>
          </p:cNvPr>
          <p:cNvSpPr/>
          <p:nvPr/>
        </p:nvSpPr>
        <p:spPr>
          <a:xfrm>
            <a:off x="4290907" y="5348216"/>
            <a:ext cx="685800" cy="685800"/>
          </a:xfrm>
          <a:prstGeom prst="rect">
            <a:avLst/>
          </a:prstGeom>
          <a:solidFill>
            <a:srgbClr val="000000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8C336318-43CB-5429-D381-F9DC490710DE}"/>
              </a:ext>
            </a:extLst>
          </p:cNvPr>
          <p:cNvSpPr txBox="1"/>
          <p:nvPr/>
        </p:nvSpPr>
        <p:spPr>
          <a:xfrm>
            <a:off x="4290907" y="534821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C0E987B3-0B5C-25C5-FDD2-9798F98D339E}"/>
              </a:ext>
            </a:extLst>
          </p:cNvPr>
          <p:cNvSpPr/>
          <p:nvPr/>
        </p:nvSpPr>
        <p:spPr>
          <a:xfrm>
            <a:off x="4976707" y="5348216"/>
            <a:ext cx="685800" cy="685800"/>
          </a:xfrm>
          <a:prstGeom prst="rect">
            <a:avLst/>
          </a:prstGeom>
          <a:solidFill>
            <a:srgbClr val="808080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EEB4616C-C2DE-1F22-D455-14FA7D57EECD}"/>
              </a:ext>
            </a:extLst>
          </p:cNvPr>
          <p:cNvSpPr txBox="1"/>
          <p:nvPr/>
        </p:nvSpPr>
        <p:spPr>
          <a:xfrm>
            <a:off x="4976707" y="534821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500" dirty="0"/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631093E0-A1D5-5DF7-2184-D4E71F892DF5}"/>
              </a:ext>
            </a:extLst>
          </p:cNvPr>
          <p:cNvSpPr/>
          <p:nvPr/>
        </p:nvSpPr>
        <p:spPr>
          <a:xfrm>
            <a:off x="5662507" y="5348216"/>
            <a:ext cx="6858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48B6F2DF-5DAD-31A9-D16E-583AF90C73CF}"/>
              </a:ext>
            </a:extLst>
          </p:cNvPr>
          <p:cNvSpPr txBox="1"/>
          <p:nvPr/>
        </p:nvSpPr>
        <p:spPr>
          <a:xfrm>
            <a:off x="5662507" y="534821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</a:t>
            </a:r>
            <a:endParaRPr lang="en-US" sz="1500" dirty="0"/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0EDA5CD6-7EFA-F776-483A-0F5C1A9F8B6A}"/>
              </a:ext>
            </a:extLst>
          </p:cNvPr>
          <p:cNvSpPr txBox="1"/>
          <p:nvPr/>
        </p:nvSpPr>
        <p:spPr>
          <a:xfrm>
            <a:off x="3948007" y="5974363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Black         grey       white</a:t>
            </a:r>
            <a:endParaRPr lang="en-US" sz="1400" b="1" dirty="0"/>
          </a:p>
        </p:txBody>
      </p:sp>
      <p:pic>
        <p:nvPicPr>
          <p:cNvPr id="41" name="Image 2" descr="fig/f_image.png">
            <a:extLst>
              <a:ext uri="{FF2B5EF4-FFF2-40B4-BE49-F238E27FC236}">
                <a16:creationId xmlns:a16="http://schemas.microsoft.com/office/drawing/2014/main" id="{D7AC243E-4F60-4EB7-968A-58FC37A371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568266"/>
            <a:ext cx="11430000" cy="3562663"/>
          </a:xfrm>
          <a:prstGeom prst="rect">
            <a:avLst/>
          </a:prstGeom>
        </p:spPr>
      </p:pic>
      <p:sp>
        <p:nvSpPr>
          <p:cNvPr id="43" name="Parallelogram 41">
            <a:extLst>
              <a:ext uri="{FF2B5EF4-FFF2-40B4-BE49-F238E27FC236}">
                <a16:creationId xmlns:a16="http://schemas.microsoft.com/office/drawing/2014/main" id="{DA5919A8-3424-8706-7789-460EBB3B5ED1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7/33</a:t>
            </a:r>
          </a:p>
        </p:txBody>
      </p:sp>
    </p:spTree>
    <p:extLst>
      <p:ext uri="{BB962C8B-B14F-4D97-AF65-F5344CB8AC3E}">
        <p14:creationId xmlns:p14="http://schemas.microsoft.com/office/powerpoint/2010/main" val="2907409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D0F39-A75E-9534-5673-AED439645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348D093-B69D-8BE8-A1EF-24A802DBA6B6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20337833-6097-E744-0422-6A5234CDD7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30C41BD-C285-CFD4-1F4E-128C2421E717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342725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7D52578-8F70-4E34-D142-F45D06655733}"/>
              </a:ext>
            </a:extLst>
          </p:cNvPr>
          <p:cNvSpPr txBox="1"/>
          <p:nvPr/>
        </p:nvSpPr>
        <p:spPr>
          <a:xfrm>
            <a:off x="550276" y="364476"/>
            <a:ext cx="27727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Spatial filtering</a:t>
            </a:r>
            <a:endParaRPr lang="en-GB" sz="3200" b="1" dirty="0">
              <a:solidFill>
                <a:srgbClr val="0070C0"/>
              </a:solidFill>
            </a:endParaRPr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8B27D24E-5E1D-CB0D-20D2-1992C1ECADC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209B21D-7753-7DF7-0208-A322146473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4" name="Text 3">
            <a:extLst>
              <a:ext uri="{FF2B5EF4-FFF2-40B4-BE49-F238E27FC236}">
                <a16:creationId xmlns:a16="http://schemas.microsoft.com/office/drawing/2014/main" id="{35F995E0-C8D8-A7BF-FEEA-67D55CAFD71D}"/>
              </a:ext>
            </a:extLst>
          </p:cNvPr>
          <p:cNvSpPr txBox="1"/>
          <p:nvPr/>
        </p:nvSpPr>
        <p:spPr>
          <a:xfrm>
            <a:off x="550276" y="1787617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2400" b="1" dirty="0"/>
              <a:t>➜  </a:t>
            </a:r>
            <a:r>
              <a:rPr lang="en-US" sz="2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each pixel by looking at the pixel and its neighbours.</a:t>
            </a:r>
            <a:endParaRPr lang="en-US" sz="24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EC11D22F-0C98-0801-546C-3F5126A6DC9B}"/>
              </a:ext>
            </a:extLst>
          </p:cNvPr>
          <p:cNvSpPr/>
          <p:nvPr/>
        </p:nvSpPr>
        <p:spPr>
          <a:xfrm>
            <a:off x="7249160" y="1421857"/>
            <a:ext cx="73152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846B1D5A-4726-B7B1-F7B2-7810ABBB3B49}"/>
              </a:ext>
            </a:extLst>
          </p:cNvPr>
          <p:cNvSpPr/>
          <p:nvPr/>
        </p:nvSpPr>
        <p:spPr>
          <a:xfrm>
            <a:off x="7980680" y="1421857"/>
            <a:ext cx="73152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C55583CD-5D96-DEE7-757A-719003E0432E}"/>
              </a:ext>
            </a:extLst>
          </p:cNvPr>
          <p:cNvSpPr/>
          <p:nvPr/>
        </p:nvSpPr>
        <p:spPr>
          <a:xfrm>
            <a:off x="8712200" y="1421857"/>
            <a:ext cx="73152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050B2E7C-8E53-0784-8C0E-093049AD5605}"/>
              </a:ext>
            </a:extLst>
          </p:cNvPr>
          <p:cNvSpPr/>
          <p:nvPr/>
        </p:nvSpPr>
        <p:spPr>
          <a:xfrm>
            <a:off x="9443720" y="1421857"/>
            <a:ext cx="73152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1">
            <a:extLst>
              <a:ext uri="{FF2B5EF4-FFF2-40B4-BE49-F238E27FC236}">
                <a16:creationId xmlns:a16="http://schemas.microsoft.com/office/drawing/2014/main" id="{C2477A10-A0C1-DA9D-70D3-EC33826AFB28}"/>
              </a:ext>
            </a:extLst>
          </p:cNvPr>
          <p:cNvSpPr/>
          <p:nvPr/>
        </p:nvSpPr>
        <p:spPr>
          <a:xfrm>
            <a:off x="10175240" y="1421857"/>
            <a:ext cx="73152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50303A7E-CB90-D5EC-8C6A-836D386EEE26}"/>
              </a:ext>
            </a:extLst>
          </p:cNvPr>
          <p:cNvSpPr/>
          <p:nvPr/>
        </p:nvSpPr>
        <p:spPr>
          <a:xfrm>
            <a:off x="7249160" y="2153377"/>
            <a:ext cx="73152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13">
            <a:extLst>
              <a:ext uri="{FF2B5EF4-FFF2-40B4-BE49-F238E27FC236}">
                <a16:creationId xmlns:a16="http://schemas.microsoft.com/office/drawing/2014/main" id="{CDE53DD0-FCF1-24BB-2377-06B047B557BC}"/>
              </a:ext>
            </a:extLst>
          </p:cNvPr>
          <p:cNvSpPr/>
          <p:nvPr/>
        </p:nvSpPr>
        <p:spPr>
          <a:xfrm>
            <a:off x="7980680" y="2153377"/>
            <a:ext cx="731520" cy="731520"/>
          </a:xfrm>
          <a:prstGeom prst="rect">
            <a:avLst/>
          </a:prstGeom>
          <a:solidFill>
            <a:srgbClr val="E6EBF4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6FCC53DC-C209-8799-CC2B-07D745C0D429}"/>
              </a:ext>
            </a:extLst>
          </p:cNvPr>
          <p:cNvSpPr txBox="1"/>
          <p:nvPr/>
        </p:nvSpPr>
        <p:spPr>
          <a:xfrm>
            <a:off x="7980680" y="2153377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800" dirty="0"/>
          </a:p>
        </p:txBody>
      </p:sp>
      <p:sp>
        <p:nvSpPr>
          <p:cNvPr id="36" name="Shape 15">
            <a:extLst>
              <a:ext uri="{FF2B5EF4-FFF2-40B4-BE49-F238E27FC236}">
                <a16:creationId xmlns:a16="http://schemas.microsoft.com/office/drawing/2014/main" id="{517B9CA7-B09C-F119-9328-B42885E7C2B4}"/>
              </a:ext>
            </a:extLst>
          </p:cNvPr>
          <p:cNvSpPr/>
          <p:nvPr/>
        </p:nvSpPr>
        <p:spPr>
          <a:xfrm>
            <a:off x="8712200" y="2153377"/>
            <a:ext cx="731520" cy="731520"/>
          </a:xfrm>
          <a:prstGeom prst="rect">
            <a:avLst/>
          </a:prstGeom>
          <a:solidFill>
            <a:srgbClr val="E6EBF4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571A9C00-1622-2847-6FC2-7592806BCC24}"/>
              </a:ext>
            </a:extLst>
          </p:cNvPr>
          <p:cNvSpPr txBox="1"/>
          <p:nvPr/>
        </p:nvSpPr>
        <p:spPr>
          <a:xfrm>
            <a:off x="8712200" y="2153377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800" dirty="0"/>
          </a:p>
        </p:txBody>
      </p:sp>
      <p:sp>
        <p:nvSpPr>
          <p:cNvPr id="40" name="Shape 17">
            <a:extLst>
              <a:ext uri="{FF2B5EF4-FFF2-40B4-BE49-F238E27FC236}">
                <a16:creationId xmlns:a16="http://schemas.microsoft.com/office/drawing/2014/main" id="{9466AC39-1637-504A-9480-7D1F1729228B}"/>
              </a:ext>
            </a:extLst>
          </p:cNvPr>
          <p:cNvSpPr/>
          <p:nvPr/>
        </p:nvSpPr>
        <p:spPr>
          <a:xfrm>
            <a:off x="9443720" y="2153377"/>
            <a:ext cx="731520" cy="731520"/>
          </a:xfrm>
          <a:prstGeom prst="rect">
            <a:avLst/>
          </a:prstGeom>
          <a:solidFill>
            <a:srgbClr val="E6EBF4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1915C27F-41D8-2311-F96A-CE2EA4713A85}"/>
              </a:ext>
            </a:extLst>
          </p:cNvPr>
          <p:cNvSpPr txBox="1"/>
          <p:nvPr/>
        </p:nvSpPr>
        <p:spPr>
          <a:xfrm>
            <a:off x="9443720" y="2153377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800" dirty="0"/>
          </a:p>
        </p:txBody>
      </p:sp>
      <p:sp>
        <p:nvSpPr>
          <p:cNvPr id="44" name="Shape 19">
            <a:extLst>
              <a:ext uri="{FF2B5EF4-FFF2-40B4-BE49-F238E27FC236}">
                <a16:creationId xmlns:a16="http://schemas.microsoft.com/office/drawing/2014/main" id="{BC7B3060-D940-1573-7543-FE663B161EB7}"/>
              </a:ext>
            </a:extLst>
          </p:cNvPr>
          <p:cNvSpPr/>
          <p:nvPr/>
        </p:nvSpPr>
        <p:spPr>
          <a:xfrm>
            <a:off x="10175240" y="2153377"/>
            <a:ext cx="73152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20">
            <a:extLst>
              <a:ext uri="{FF2B5EF4-FFF2-40B4-BE49-F238E27FC236}">
                <a16:creationId xmlns:a16="http://schemas.microsoft.com/office/drawing/2014/main" id="{555F4B61-F760-854B-E287-AC2D3D706732}"/>
              </a:ext>
            </a:extLst>
          </p:cNvPr>
          <p:cNvSpPr/>
          <p:nvPr/>
        </p:nvSpPr>
        <p:spPr>
          <a:xfrm>
            <a:off x="7249160" y="2884897"/>
            <a:ext cx="73152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21">
            <a:extLst>
              <a:ext uri="{FF2B5EF4-FFF2-40B4-BE49-F238E27FC236}">
                <a16:creationId xmlns:a16="http://schemas.microsoft.com/office/drawing/2014/main" id="{22562131-5883-C312-BD9F-CF7053F8965C}"/>
              </a:ext>
            </a:extLst>
          </p:cNvPr>
          <p:cNvSpPr/>
          <p:nvPr/>
        </p:nvSpPr>
        <p:spPr>
          <a:xfrm>
            <a:off x="7980680" y="2884897"/>
            <a:ext cx="731520" cy="731520"/>
          </a:xfrm>
          <a:prstGeom prst="rect">
            <a:avLst/>
          </a:prstGeom>
          <a:solidFill>
            <a:srgbClr val="E6EBF4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22">
            <a:extLst>
              <a:ext uri="{FF2B5EF4-FFF2-40B4-BE49-F238E27FC236}">
                <a16:creationId xmlns:a16="http://schemas.microsoft.com/office/drawing/2014/main" id="{F870ED3E-C088-33C5-C7AB-23FA57870107}"/>
              </a:ext>
            </a:extLst>
          </p:cNvPr>
          <p:cNvSpPr txBox="1"/>
          <p:nvPr/>
        </p:nvSpPr>
        <p:spPr>
          <a:xfrm>
            <a:off x="7980680" y="2884897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800" dirty="0"/>
          </a:p>
        </p:txBody>
      </p:sp>
      <p:sp>
        <p:nvSpPr>
          <p:cNvPr id="52" name="Shape 23">
            <a:extLst>
              <a:ext uri="{FF2B5EF4-FFF2-40B4-BE49-F238E27FC236}">
                <a16:creationId xmlns:a16="http://schemas.microsoft.com/office/drawing/2014/main" id="{D7FABC09-0D8F-4569-E5AA-FD6486BF67E6}"/>
              </a:ext>
            </a:extLst>
          </p:cNvPr>
          <p:cNvSpPr/>
          <p:nvPr/>
        </p:nvSpPr>
        <p:spPr>
          <a:xfrm>
            <a:off x="8712200" y="2884897"/>
            <a:ext cx="731520" cy="731520"/>
          </a:xfrm>
          <a:prstGeom prst="rect">
            <a:avLst/>
          </a:prstGeom>
          <a:solidFill>
            <a:srgbClr val="EFA135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24">
            <a:extLst>
              <a:ext uri="{FF2B5EF4-FFF2-40B4-BE49-F238E27FC236}">
                <a16:creationId xmlns:a16="http://schemas.microsoft.com/office/drawing/2014/main" id="{EBCF735F-0DBA-9165-741E-857E66A9D657}"/>
              </a:ext>
            </a:extLst>
          </p:cNvPr>
          <p:cNvSpPr txBox="1"/>
          <p:nvPr/>
        </p:nvSpPr>
        <p:spPr>
          <a:xfrm>
            <a:off x="8712200" y="2884897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800" dirty="0"/>
          </a:p>
        </p:txBody>
      </p:sp>
      <p:sp>
        <p:nvSpPr>
          <p:cNvPr id="57" name="Shape 25">
            <a:extLst>
              <a:ext uri="{FF2B5EF4-FFF2-40B4-BE49-F238E27FC236}">
                <a16:creationId xmlns:a16="http://schemas.microsoft.com/office/drawing/2014/main" id="{D1A5B57F-302A-0939-3C5F-FB9B20A3530F}"/>
              </a:ext>
            </a:extLst>
          </p:cNvPr>
          <p:cNvSpPr/>
          <p:nvPr/>
        </p:nvSpPr>
        <p:spPr>
          <a:xfrm>
            <a:off x="9443720" y="2884897"/>
            <a:ext cx="731520" cy="731520"/>
          </a:xfrm>
          <a:prstGeom prst="rect">
            <a:avLst/>
          </a:prstGeom>
          <a:solidFill>
            <a:srgbClr val="E6EBF4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26">
            <a:extLst>
              <a:ext uri="{FF2B5EF4-FFF2-40B4-BE49-F238E27FC236}">
                <a16:creationId xmlns:a16="http://schemas.microsoft.com/office/drawing/2014/main" id="{21E850AF-B1B1-15DB-E1AF-F18BA4974827}"/>
              </a:ext>
            </a:extLst>
          </p:cNvPr>
          <p:cNvSpPr txBox="1"/>
          <p:nvPr/>
        </p:nvSpPr>
        <p:spPr>
          <a:xfrm>
            <a:off x="9443720" y="2884897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800" dirty="0"/>
          </a:p>
        </p:txBody>
      </p:sp>
      <p:sp>
        <p:nvSpPr>
          <p:cNvPr id="61" name="Shape 27">
            <a:extLst>
              <a:ext uri="{FF2B5EF4-FFF2-40B4-BE49-F238E27FC236}">
                <a16:creationId xmlns:a16="http://schemas.microsoft.com/office/drawing/2014/main" id="{DFC4CE19-F77F-C78D-B0CE-E0BAD8F3F451}"/>
              </a:ext>
            </a:extLst>
          </p:cNvPr>
          <p:cNvSpPr/>
          <p:nvPr/>
        </p:nvSpPr>
        <p:spPr>
          <a:xfrm>
            <a:off x="10175240" y="2884897"/>
            <a:ext cx="73152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28">
            <a:extLst>
              <a:ext uri="{FF2B5EF4-FFF2-40B4-BE49-F238E27FC236}">
                <a16:creationId xmlns:a16="http://schemas.microsoft.com/office/drawing/2014/main" id="{A8A15504-C9F4-25BB-870F-4B7D490738A7}"/>
              </a:ext>
            </a:extLst>
          </p:cNvPr>
          <p:cNvSpPr/>
          <p:nvPr/>
        </p:nvSpPr>
        <p:spPr>
          <a:xfrm>
            <a:off x="7249160" y="3616417"/>
            <a:ext cx="73152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29">
            <a:extLst>
              <a:ext uri="{FF2B5EF4-FFF2-40B4-BE49-F238E27FC236}">
                <a16:creationId xmlns:a16="http://schemas.microsoft.com/office/drawing/2014/main" id="{E2E0ABED-CCD6-165A-853E-2F2FE80B5F00}"/>
              </a:ext>
            </a:extLst>
          </p:cNvPr>
          <p:cNvSpPr/>
          <p:nvPr/>
        </p:nvSpPr>
        <p:spPr>
          <a:xfrm>
            <a:off x="7980680" y="3616417"/>
            <a:ext cx="731520" cy="731520"/>
          </a:xfrm>
          <a:prstGeom prst="rect">
            <a:avLst/>
          </a:prstGeom>
          <a:solidFill>
            <a:srgbClr val="E6EBF4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49E8B752-1E8C-2CE9-FDEE-2BB02607AAD7}"/>
              </a:ext>
            </a:extLst>
          </p:cNvPr>
          <p:cNvSpPr txBox="1"/>
          <p:nvPr/>
        </p:nvSpPr>
        <p:spPr>
          <a:xfrm>
            <a:off x="7980680" y="3616417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800" dirty="0"/>
          </a:p>
        </p:txBody>
      </p:sp>
      <p:sp>
        <p:nvSpPr>
          <p:cNvPr id="69" name="Shape 31">
            <a:extLst>
              <a:ext uri="{FF2B5EF4-FFF2-40B4-BE49-F238E27FC236}">
                <a16:creationId xmlns:a16="http://schemas.microsoft.com/office/drawing/2014/main" id="{A92B2732-F790-5F98-6A4E-3A65070BD6B0}"/>
              </a:ext>
            </a:extLst>
          </p:cNvPr>
          <p:cNvSpPr/>
          <p:nvPr/>
        </p:nvSpPr>
        <p:spPr>
          <a:xfrm>
            <a:off x="8712200" y="3616417"/>
            <a:ext cx="731520" cy="731520"/>
          </a:xfrm>
          <a:prstGeom prst="rect">
            <a:avLst/>
          </a:prstGeom>
          <a:solidFill>
            <a:srgbClr val="E6EBF4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32">
            <a:extLst>
              <a:ext uri="{FF2B5EF4-FFF2-40B4-BE49-F238E27FC236}">
                <a16:creationId xmlns:a16="http://schemas.microsoft.com/office/drawing/2014/main" id="{D4FF0E25-BD09-24BE-DBDD-447F6BC2851C}"/>
              </a:ext>
            </a:extLst>
          </p:cNvPr>
          <p:cNvSpPr txBox="1"/>
          <p:nvPr/>
        </p:nvSpPr>
        <p:spPr>
          <a:xfrm>
            <a:off x="8712200" y="3616417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800" dirty="0"/>
          </a:p>
        </p:txBody>
      </p:sp>
      <p:sp>
        <p:nvSpPr>
          <p:cNvPr id="73" name="Shape 33">
            <a:extLst>
              <a:ext uri="{FF2B5EF4-FFF2-40B4-BE49-F238E27FC236}">
                <a16:creationId xmlns:a16="http://schemas.microsoft.com/office/drawing/2014/main" id="{ADD1643E-B588-4F5A-E200-F112E9BCA166}"/>
              </a:ext>
            </a:extLst>
          </p:cNvPr>
          <p:cNvSpPr/>
          <p:nvPr/>
        </p:nvSpPr>
        <p:spPr>
          <a:xfrm>
            <a:off x="9443720" y="3616417"/>
            <a:ext cx="731520" cy="731520"/>
          </a:xfrm>
          <a:prstGeom prst="rect">
            <a:avLst/>
          </a:prstGeom>
          <a:solidFill>
            <a:srgbClr val="E6EBF4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34">
            <a:extLst>
              <a:ext uri="{FF2B5EF4-FFF2-40B4-BE49-F238E27FC236}">
                <a16:creationId xmlns:a16="http://schemas.microsoft.com/office/drawing/2014/main" id="{27914F8B-EEBC-A418-8B00-70AD748554AB}"/>
              </a:ext>
            </a:extLst>
          </p:cNvPr>
          <p:cNvSpPr txBox="1"/>
          <p:nvPr/>
        </p:nvSpPr>
        <p:spPr>
          <a:xfrm>
            <a:off x="9443720" y="3616417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800" dirty="0"/>
          </a:p>
        </p:txBody>
      </p:sp>
      <p:sp>
        <p:nvSpPr>
          <p:cNvPr id="77" name="Shape 35">
            <a:extLst>
              <a:ext uri="{FF2B5EF4-FFF2-40B4-BE49-F238E27FC236}">
                <a16:creationId xmlns:a16="http://schemas.microsoft.com/office/drawing/2014/main" id="{A2621029-C430-663D-C985-90443D76B2BE}"/>
              </a:ext>
            </a:extLst>
          </p:cNvPr>
          <p:cNvSpPr/>
          <p:nvPr/>
        </p:nvSpPr>
        <p:spPr>
          <a:xfrm>
            <a:off x="10175240" y="3616417"/>
            <a:ext cx="73152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36">
            <a:extLst>
              <a:ext uri="{FF2B5EF4-FFF2-40B4-BE49-F238E27FC236}">
                <a16:creationId xmlns:a16="http://schemas.microsoft.com/office/drawing/2014/main" id="{6F34262C-6851-2DD9-9AD7-F8EFE296A655}"/>
              </a:ext>
            </a:extLst>
          </p:cNvPr>
          <p:cNvSpPr/>
          <p:nvPr/>
        </p:nvSpPr>
        <p:spPr>
          <a:xfrm>
            <a:off x="7249160" y="4347937"/>
            <a:ext cx="73152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37">
            <a:extLst>
              <a:ext uri="{FF2B5EF4-FFF2-40B4-BE49-F238E27FC236}">
                <a16:creationId xmlns:a16="http://schemas.microsoft.com/office/drawing/2014/main" id="{3E6DF678-5CB5-A1B4-14B7-E9567521255E}"/>
              </a:ext>
            </a:extLst>
          </p:cNvPr>
          <p:cNvSpPr/>
          <p:nvPr/>
        </p:nvSpPr>
        <p:spPr>
          <a:xfrm>
            <a:off x="7980680" y="4347937"/>
            <a:ext cx="73152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38">
            <a:extLst>
              <a:ext uri="{FF2B5EF4-FFF2-40B4-BE49-F238E27FC236}">
                <a16:creationId xmlns:a16="http://schemas.microsoft.com/office/drawing/2014/main" id="{C8513063-407D-74C7-FB02-FF736EB19E01}"/>
              </a:ext>
            </a:extLst>
          </p:cNvPr>
          <p:cNvSpPr/>
          <p:nvPr/>
        </p:nvSpPr>
        <p:spPr>
          <a:xfrm>
            <a:off x="8712200" y="4347937"/>
            <a:ext cx="73152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39">
            <a:extLst>
              <a:ext uri="{FF2B5EF4-FFF2-40B4-BE49-F238E27FC236}">
                <a16:creationId xmlns:a16="http://schemas.microsoft.com/office/drawing/2014/main" id="{6BFD5DE0-816A-4918-A416-2351070CE241}"/>
              </a:ext>
            </a:extLst>
          </p:cNvPr>
          <p:cNvSpPr/>
          <p:nvPr/>
        </p:nvSpPr>
        <p:spPr>
          <a:xfrm>
            <a:off x="9443720" y="4347937"/>
            <a:ext cx="73152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40">
            <a:extLst>
              <a:ext uri="{FF2B5EF4-FFF2-40B4-BE49-F238E27FC236}">
                <a16:creationId xmlns:a16="http://schemas.microsoft.com/office/drawing/2014/main" id="{FB86A79E-BE31-F20F-0B1D-B15A7223EA70}"/>
              </a:ext>
            </a:extLst>
          </p:cNvPr>
          <p:cNvSpPr/>
          <p:nvPr/>
        </p:nvSpPr>
        <p:spPr>
          <a:xfrm>
            <a:off x="10175240" y="4347937"/>
            <a:ext cx="73152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41">
            <a:extLst>
              <a:ext uri="{FF2B5EF4-FFF2-40B4-BE49-F238E27FC236}">
                <a16:creationId xmlns:a16="http://schemas.microsoft.com/office/drawing/2014/main" id="{A222B5E3-7F5D-14E5-870E-CCD75045089D}"/>
              </a:ext>
            </a:extLst>
          </p:cNvPr>
          <p:cNvSpPr/>
          <p:nvPr/>
        </p:nvSpPr>
        <p:spPr>
          <a:xfrm>
            <a:off x="7980680" y="2153377"/>
            <a:ext cx="2194560" cy="219456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EFA1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42">
            <a:extLst>
              <a:ext uri="{FF2B5EF4-FFF2-40B4-BE49-F238E27FC236}">
                <a16:creationId xmlns:a16="http://schemas.microsoft.com/office/drawing/2014/main" id="{33B8CE7F-47DB-7F9C-760E-7A81C1702CA4}"/>
              </a:ext>
            </a:extLst>
          </p:cNvPr>
          <p:cNvSpPr txBox="1"/>
          <p:nvPr/>
        </p:nvSpPr>
        <p:spPr>
          <a:xfrm>
            <a:off x="7249160" y="5192851"/>
            <a:ext cx="2707640" cy="776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 = the pixel we are changing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 = its 8 neighbours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Amber box = 3 × 3 neighbourhood</a:t>
            </a:r>
            <a:endParaRPr lang="en-US" sz="1500" dirty="0"/>
          </a:p>
        </p:txBody>
      </p:sp>
      <p:sp>
        <p:nvSpPr>
          <p:cNvPr id="94" name="Parallelogram 41">
            <a:extLst>
              <a:ext uri="{FF2B5EF4-FFF2-40B4-BE49-F238E27FC236}">
                <a16:creationId xmlns:a16="http://schemas.microsoft.com/office/drawing/2014/main" id="{ACEE153B-FD37-DACE-DA81-57E3F5150195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8/33</a:t>
            </a:r>
          </a:p>
        </p:txBody>
      </p:sp>
    </p:spTree>
    <p:extLst>
      <p:ext uri="{BB962C8B-B14F-4D97-AF65-F5344CB8AC3E}">
        <p14:creationId xmlns:p14="http://schemas.microsoft.com/office/powerpoint/2010/main" val="797003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4ABBE-EC9E-D92F-1D24-95BCA0FCF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12100F5-B585-8FA0-22AB-ADBB6554FE43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9EE1E4B9-1730-DDE3-C328-BD53979581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20C2073-7299-AE52-ED13-1A1946AC9DE6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342725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C857471-548B-90E4-DE4A-8FC3A50BA00F}"/>
              </a:ext>
            </a:extLst>
          </p:cNvPr>
          <p:cNvSpPr txBox="1"/>
          <p:nvPr/>
        </p:nvSpPr>
        <p:spPr>
          <a:xfrm>
            <a:off x="550276" y="364476"/>
            <a:ext cx="89881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How it works: a small window slides over the image</a:t>
            </a:r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BF9C077A-51D9-5AB8-3406-59F082FFCBF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7E4A93E-6241-EF81-A205-48F7E04DF9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5" name="Shape 9">
            <a:extLst>
              <a:ext uri="{FF2B5EF4-FFF2-40B4-BE49-F238E27FC236}">
                <a16:creationId xmlns:a16="http://schemas.microsoft.com/office/drawing/2014/main" id="{EB1D3309-4D20-D6E2-6674-58F21CC347F1}"/>
              </a:ext>
            </a:extLst>
          </p:cNvPr>
          <p:cNvSpPr/>
          <p:nvPr/>
        </p:nvSpPr>
        <p:spPr>
          <a:xfrm>
            <a:off x="457200" y="1143000"/>
            <a:ext cx="475488" cy="475488"/>
          </a:xfrm>
          <a:prstGeom prst="rect">
            <a:avLst/>
          </a:prstGeom>
          <a:solidFill>
            <a:srgbClr val="FDF1DC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9CB1A589-A9DB-8308-BBFE-2728865ACDCC}"/>
              </a:ext>
            </a:extLst>
          </p:cNvPr>
          <p:cNvSpPr txBox="1"/>
          <p:nvPr/>
        </p:nvSpPr>
        <p:spPr>
          <a:xfrm>
            <a:off x="457200" y="1143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F2FA808E-7C62-126C-E08C-1EED685A8185}"/>
              </a:ext>
            </a:extLst>
          </p:cNvPr>
          <p:cNvSpPr/>
          <p:nvPr/>
        </p:nvSpPr>
        <p:spPr>
          <a:xfrm>
            <a:off x="932688" y="1143000"/>
            <a:ext cx="475488" cy="475488"/>
          </a:xfrm>
          <a:prstGeom prst="rect">
            <a:avLst/>
          </a:prstGeom>
          <a:solidFill>
            <a:srgbClr val="FDF1DC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2850B3EF-46E2-063A-974E-CF28E097D46B}"/>
              </a:ext>
            </a:extLst>
          </p:cNvPr>
          <p:cNvSpPr txBox="1"/>
          <p:nvPr/>
        </p:nvSpPr>
        <p:spPr>
          <a:xfrm>
            <a:off x="932688" y="1143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F9659554-FE9C-687F-01C0-A04AE15A1A4D}"/>
              </a:ext>
            </a:extLst>
          </p:cNvPr>
          <p:cNvSpPr/>
          <p:nvPr/>
        </p:nvSpPr>
        <p:spPr>
          <a:xfrm>
            <a:off x="1408176" y="1143000"/>
            <a:ext cx="475488" cy="475488"/>
          </a:xfrm>
          <a:prstGeom prst="rect">
            <a:avLst/>
          </a:prstGeom>
          <a:solidFill>
            <a:srgbClr val="FDF1DC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EB4EAE32-5617-CA73-7335-574C63853399}"/>
              </a:ext>
            </a:extLst>
          </p:cNvPr>
          <p:cNvSpPr txBox="1"/>
          <p:nvPr/>
        </p:nvSpPr>
        <p:spPr>
          <a:xfrm>
            <a:off x="1408176" y="1143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25" name="Shape 15">
            <a:extLst>
              <a:ext uri="{FF2B5EF4-FFF2-40B4-BE49-F238E27FC236}">
                <a16:creationId xmlns:a16="http://schemas.microsoft.com/office/drawing/2014/main" id="{9EA0F050-A55D-1590-4ED4-230EF6906212}"/>
              </a:ext>
            </a:extLst>
          </p:cNvPr>
          <p:cNvSpPr/>
          <p:nvPr/>
        </p:nvSpPr>
        <p:spPr>
          <a:xfrm>
            <a:off x="1883664" y="1143000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16">
            <a:extLst>
              <a:ext uri="{FF2B5EF4-FFF2-40B4-BE49-F238E27FC236}">
                <a16:creationId xmlns:a16="http://schemas.microsoft.com/office/drawing/2014/main" id="{CBCEADFF-24AB-B061-E9AE-AFD324B03B7A}"/>
              </a:ext>
            </a:extLst>
          </p:cNvPr>
          <p:cNvSpPr txBox="1"/>
          <p:nvPr/>
        </p:nvSpPr>
        <p:spPr>
          <a:xfrm>
            <a:off x="1883664" y="1143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31" name="Shape 17">
            <a:extLst>
              <a:ext uri="{FF2B5EF4-FFF2-40B4-BE49-F238E27FC236}">
                <a16:creationId xmlns:a16="http://schemas.microsoft.com/office/drawing/2014/main" id="{9451A0E9-9AC9-80EC-D202-7D154B9F23DF}"/>
              </a:ext>
            </a:extLst>
          </p:cNvPr>
          <p:cNvSpPr/>
          <p:nvPr/>
        </p:nvSpPr>
        <p:spPr>
          <a:xfrm>
            <a:off x="2359152" y="1143000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18">
            <a:extLst>
              <a:ext uri="{FF2B5EF4-FFF2-40B4-BE49-F238E27FC236}">
                <a16:creationId xmlns:a16="http://schemas.microsoft.com/office/drawing/2014/main" id="{E646FEBE-95B5-3DF0-B0A2-0BA32A016532}"/>
              </a:ext>
            </a:extLst>
          </p:cNvPr>
          <p:cNvSpPr txBox="1"/>
          <p:nvPr/>
        </p:nvSpPr>
        <p:spPr>
          <a:xfrm>
            <a:off x="2359152" y="1143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22</a:t>
            </a:r>
            <a:endParaRPr lang="en-US" sz="1200" dirty="0"/>
          </a:p>
        </p:txBody>
      </p:sp>
      <p:sp>
        <p:nvSpPr>
          <p:cNvPr id="39" name="Shape 19">
            <a:extLst>
              <a:ext uri="{FF2B5EF4-FFF2-40B4-BE49-F238E27FC236}">
                <a16:creationId xmlns:a16="http://schemas.microsoft.com/office/drawing/2014/main" id="{8EBC1875-D0E5-27B2-6B13-C5A2B444CA06}"/>
              </a:ext>
            </a:extLst>
          </p:cNvPr>
          <p:cNvSpPr/>
          <p:nvPr/>
        </p:nvSpPr>
        <p:spPr>
          <a:xfrm>
            <a:off x="2834640" y="1143000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12424998-A111-E04E-B29A-01C9843B5572}"/>
              </a:ext>
            </a:extLst>
          </p:cNvPr>
          <p:cNvSpPr txBox="1"/>
          <p:nvPr/>
        </p:nvSpPr>
        <p:spPr>
          <a:xfrm>
            <a:off x="2834640" y="1143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24</a:t>
            </a:r>
            <a:endParaRPr lang="en-US" sz="1200" dirty="0"/>
          </a:p>
        </p:txBody>
      </p:sp>
      <p:sp>
        <p:nvSpPr>
          <p:cNvPr id="47" name="Shape 21">
            <a:extLst>
              <a:ext uri="{FF2B5EF4-FFF2-40B4-BE49-F238E27FC236}">
                <a16:creationId xmlns:a16="http://schemas.microsoft.com/office/drawing/2014/main" id="{77DBF9E4-454F-6B6C-2474-FA8232BE7A24}"/>
              </a:ext>
            </a:extLst>
          </p:cNvPr>
          <p:cNvSpPr/>
          <p:nvPr/>
        </p:nvSpPr>
        <p:spPr>
          <a:xfrm>
            <a:off x="457200" y="1618488"/>
            <a:ext cx="475488" cy="475488"/>
          </a:xfrm>
          <a:prstGeom prst="rect">
            <a:avLst/>
          </a:prstGeom>
          <a:solidFill>
            <a:srgbClr val="FDF1DC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22">
            <a:extLst>
              <a:ext uri="{FF2B5EF4-FFF2-40B4-BE49-F238E27FC236}">
                <a16:creationId xmlns:a16="http://schemas.microsoft.com/office/drawing/2014/main" id="{99E6E747-B65D-AF2D-72E4-D9B0B9514759}"/>
              </a:ext>
            </a:extLst>
          </p:cNvPr>
          <p:cNvSpPr txBox="1"/>
          <p:nvPr/>
        </p:nvSpPr>
        <p:spPr>
          <a:xfrm>
            <a:off x="457200" y="1618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55" name="Shape 23">
            <a:extLst>
              <a:ext uri="{FF2B5EF4-FFF2-40B4-BE49-F238E27FC236}">
                <a16:creationId xmlns:a16="http://schemas.microsoft.com/office/drawing/2014/main" id="{CB783786-A7D9-123B-C77B-88973A801179}"/>
              </a:ext>
            </a:extLst>
          </p:cNvPr>
          <p:cNvSpPr/>
          <p:nvPr/>
        </p:nvSpPr>
        <p:spPr>
          <a:xfrm>
            <a:off x="932688" y="1618488"/>
            <a:ext cx="475488" cy="475488"/>
          </a:xfrm>
          <a:prstGeom prst="rect">
            <a:avLst/>
          </a:prstGeom>
          <a:solidFill>
            <a:srgbClr val="FDF1DC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24">
            <a:extLst>
              <a:ext uri="{FF2B5EF4-FFF2-40B4-BE49-F238E27FC236}">
                <a16:creationId xmlns:a16="http://schemas.microsoft.com/office/drawing/2014/main" id="{ABFE50A1-8FD6-981E-D4F8-4F84CC0DEB87}"/>
              </a:ext>
            </a:extLst>
          </p:cNvPr>
          <p:cNvSpPr txBox="1"/>
          <p:nvPr/>
        </p:nvSpPr>
        <p:spPr>
          <a:xfrm>
            <a:off x="932688" y="1618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</p:txBody>
      </p:sp>
      <p:sp>
        <p:nvSpPr>
          <p:cNvPr id="64" name="Shape 25">
            <a:extLst>
              <a:ext uri="{FF2B5EF4-FFF2-40B4-BE49-F238E27FC236}">
                <a16:creationId xmlns:a16="http://schemas.microsoft.com/office/drawing/2014/main" id="{8AE9B77D-DBC9-DA07-63EF-365A16B166C5}"/>
              </a:ext>
            </a:extLst>
          </p:cNvPr>
          <p:cNvSpPr/>
          <p:nvPr/>
        </p:nvSpPr>
        <p:spPr>
          <a:xfrm>
            <a:off x="1408176" y="1618488"/>
            <a:ext cx="475488" cy="475488"/>
          </a:xfrm>
          <a:prstGeom prst="rect">
            <a:avLst/>
          </a:prstGeom>
          <a:solidFill>
            <a:srgbClr val="FDF1DC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26">
            <a:extLst>
              <a:ext uri="{FF2B5EF4-FFF2-40B4-BE49-F238E27FC236}">
                <a16:creationId xmlns:a16="http://schemas.microsoft.com/office/drawing/2014/main" id="{60E1718C-F7B2-5A72-2377-CBA9D0780CD5}"/>
              </a:ext>
            </a:extLst>
          </p:cNvPr>
          <p:cNvSpPr txBox="1"/>
          <p:nvPr/>
        </p:nvSpPr>
        <p:spPr>
          <a:xfrm>
            <a:off x="1408176" y="1618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34</a:t>
            </a:r>
            <a:endParaRPr lang="en-US" sz="1200" dirty="0"/>
          </a:p>
        </p:txBody>
      </p:sp>
      <p:sp>
        <p:nvSpPr>
          <p:cNvPr id="72" name="Shape 27">
            <a:extLst>
              <a:ext uri="{FF2B5EF4-FFF2-40B4-BE49-F238E27FC236}">
                <a16:creationId xmlns:a16="http://schemas.microsoft.com/office/drawing/2014/main" id="{BE000E6A-DA8D-BFF5-C8B6-1FB5CBB94A34}"/>
              </a:ext>
            </a:extLst>
          </p:cNvPr>
          <p:cNvSpPr/>
          <p:nvPr/>
        </p:nvSpPr>
        <p:spPr>
          <a:xfrm>
            <a:off x="1883664" y="1618488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28">
            <a:extLst>
              <a:ext uri="{FF2B5EF4-FFF2-40B4-BE49-F238E27FC236}">
                <a16:creationId xmlns:a16="http://schemas.microsoft.com/office/drawing/2014/main" id="{0130324E-6ADF-420D-40A9-B08F6DCFEA22}"/>
              </a:ext>
            </a:extLst>
          </p:cNvPr>
          <p:cNvSpPr txBox="1"/>
          <p:nvPr/>
        </p:nvSpPr>
        <p:spPr>
          <a:xfrm>
            <a:off x="1883664" y="1618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36</a:t>
            </a:r>
            <a:endParaRPr lang="en-US" sz="1200" dirty="0"/>
          </a:p>
        </p:txBody>
      </p:sp>
      <p:sp>
        <p:nvSpPr>
          <p:cNvPr id="80" name="Shape 29">
            <a:extLst>
              <a:ext uri="{FF2B5EF4-FFF2-40B4-BE49-F238E27FC236}">
                <a16:creationId xmlns:a16="http://schemas.microsoft.com/office/drawing/2014/main" id="{F8CCB747-21DD-0827-AD4E-20B15D0E80EC}"/>
              </a:ext>
            </a:extLst>
          </p:cNvPr>
          <p:cNvSpPr/>
          <p:nvPr/>
        </p:nvSpPr>
        <p:spPr>
          <a:xfrm>
            <a:off x="2359152" y="1618488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30">
            <a:extLst>
              <a:ext uri="{FF2B5EF4-FFF2-40B4-BE49-F238E27FC236}">
                <a16:creationId xmlns:a16="http://schemas.microsoft.com/office/drawing/2014/main" id="{2FC85026-DF34-955A-2FDA-5E209773D658}"/>
              </a:ext>
            </a:extLst>
          </p:cNvPr>
          <p:cNvSpPr txBox="1"/>
          <p:nvPr/>
        </p:nvSpPr>
        <p:spPr>
          <a:xfrm>
            <a:off x="2359152" y="1618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25</a:t>
            </a:r>
            <a:endParaRPr lang="en-US" sz="1200" dirty="0"/>
          </a:p>
        </p:txBody>
      </p:sp>
      <p:sp>
        <p:nvSpPr>
          <p:cNvPr id="89" name="Shape 31">
            <a:extLst>
              <a:ext uri="{FF2B5EF4-FFF2-40B4-BE49-F238E27FC236}">
                <a16:creationId xmlns:a16="http://schemas.microsoft.com/office/drawing/2014/main" id="{0BCE86E2-75B1-8293-2A4D-CE0C2704D16C}"/>
              </a:ext>
            </a:extLst>
          </p:cNvPr>
          <p:cNvSpPr/>
          <p:nvPr/>
        </p:nvSpPr>
        <p:spPr>
          <a:xfrm>
            <a:off x="2834640" y="1618488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32">
            <a:extLst>
              <a:ext uri="{FF2B5EF4-FFF2-40B4-BE49-F238E27FC236}">
                <a16:creationId xmlns:a16="http://schemas.microsoft.com/office/drawing/2014/main" id="{464CF022-8A81-A558-44D5-CFFCD896E193}"/>
              </a:ext>
            </a:extLst>
          </p:cNvPr>
          <p:cNvSpPr txBox="1"/>
          <p:nvPr/>
        </p:nvSpPr>
        <p:spPr>
          <a:xfrm>
            <a:off x="2834640" y="1618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23</a:t>
            </a:r>
            <a:endParaRPr lang="en-US" sz="1200" dirty="0"/>
          </a:p>
        </p:txBody>
      </p:sp>
      <p:sp>
        <p:nvSpPr>
          <p:cNvPr id="95" name="Shape 33">
            <a:extLst>
              <a:ext uri="{FF2B5EF4-FFF2-40B4-BE49-F238E27FC236}">
                <a16:creationId xmlns:a16="http://schemas.microsoft.com/office/drawing/2014/main" id="{20DB5ACB-3C34-8DB4-76C4-6798300B211B}"/>
              </a:ext>
            </a:extLst>
          </p:cNvPr>
          <p:cNvSpPr/>
          <p:nvPr/>
        </p:nvSpPr>
        <p:spPr>
          <a:xfrm>
            <a:off x="457200" y="2093976"/>
            <a:ext cx="475488" cy="475488"/>
          </a:xfrm>
          <a:prstGeom prst="rect">
            <a:avLst/>
          </a:prstGeom>
          <a:solidFill>
            <a:srgbClr val="FDF1DC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34">
            <a:extLst>
              <a:ext uri="{FF2B5EF4-FFF2-40B4-BE49-F238E27FC236}">
                <a16:creationId xmlns:a16="http://schemas.microsoft.com/office/drawing/2014/main" id="{D54A66D5-5172-66F8-4E82-190434509AE7}"/>
              </a:ext>
            </a:extLst>
          </p:cNvPr>
          <p:cNvSpPr txBox="1"/>
          <p:nvPr/>
        </p:nvSpPr>
        <p:spPr>
          <a:xfrm>
            <a:off x="457200" y="2093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99" name="Shape 35">
            <a:extLst>
              <a:ext uri="{FF2B5EF4-FFF2-40B4-BE49-F238E27FC236}">
                <a16:creationId xmlns:a16="http://schemas.microsoft.com/office/drawing/2014/main" id="{AD1381FE-A3E4-537D-D9C1-E6BCD39B809B}"/>
              </a:ext>
            </a:extLst>
          </p:cNvPr>
          <p:cNvSpPr/>
          <p:nvPr/>
        </p:nvSpPr>
        <p:spPr>
          <a:xfrm>
            <a:off x="932688" y="2093976"/>
            <a:ext cx="475488" cy="475488"/>
          </a:xfrm>
          <a:prstGeom prst="rect">
            <a:avLst/>
          </a:prstGeom>
          <a:solidFill>
            <a:srgbClr val="FDF1DC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36">
            <a:extLst>
              <a:ext uri="{FF2B5EF4-FFF2-40B4-BE49-F238E27FC236}">
                <a16:creationId xmlns:a16="http://schemas.microsoft.com/office/drawing/2014/main" id="{A858FB4D-0693-C42B-2082-1CA79294FD88}"/>
              </a:ext>
            </a:extLst>
          </p:cNvPr>
          <p:cNvSpPr txBox="1"/>
          <p:nvPr/>
        </p:nvSpPr>
        <p:spPr>
          <a:xfrm>
            <a:off x="932688" y="2093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32</a:t>
            </a:r>
            <a:endParaRPr lang="en-US" sz="1200" dirty="0"/>
          </a:p>
        </p:txBody>
      </p:sp>
      <p:sp>
        <p:nvSpPr>
          <p:cNvPr id="103" name="Shape 37">
            <a:extLst>
              <a:ext uri="{FF2B5EF4-FFF2-40B4-BE49-F238E27FC236}">
                <a16:creationId xmlns:a16="http://schemas.microsoft.com/office/drawing/2014/main" id="{5C19A2DB-8FB7-8F1A-D005-5FBF67455C55}"/>
              </a:ext>
            </a:extLst>
          </p:cNvPr>
          <p:cNvSpPr/>
          <p:nvPr/>
        </p:nvSpPr>
        <p:spPr>
          <a:xfrm>
            <a:off x="1408176" y="2093976"/>
            <a:ext cx="475488" cy="475488"/>
          </a:xfrm>
          <a:prstGeom prst="rect">
            <a:avLst/>
          </a:prstGeom>
          <a:solidFill>
            <a:srgbClr val="FDF1DC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38">
            <a:extLst>
              <a:ext uri="{FF2B5EF4-FFF2-40B4-BE49-F238E27FC236}">
                <a16:creationId xmlns:a16="http://schemas.microsoft.com/office/drawing/2014/main" id="{844EC7EC-08CE-DCB5-8EAE-ED201A9D45FD}"/>
              </a:ext>
            </a:extLst>
          </p:cNvPr>
          <p:cNvSpPr txBox="1"/>
          <p:nvPr/>
        </p:nvSpPr>
        <p:spPr>
          <a:xfrm>
            <a:off x="1408176" y="2093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40</a:t>
            </a:r>
            <a:endParaRPr lang="en-US" sz="1200" dirty="0"/>
          </a:p>
        </p:txBody>
      </p:sp>
      <p:sp>
        <p:nvSpPr>
          <p:cNvPr id="107" name="Shape 39">
            <a:extLst>
              <a:ext uri="{FF2B5EF4-FFF2-40B4-BE49-F238E27FC236}">
                <a16:creationId xmlns:a16="http://schemas.microsoft.com/office/drawing/2014/main" id="{575F2052-B801-7A7A-FD2F-29A456C514E6}"/>
              </a:ext>
            </a:extLst>
          </p:cNvPr>
          <p:cNvSpPr/>
          <p:nvPr/>
        </p:nvSpPr>
        <p:spPr>
          <a:xfrm>
            <a:off x="1883664" y="2093976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40">
            <a:extLst>
              <a:ext uri="{FF2B5EF4-FFF2-40B4-BE49-F238E27FC236}">
                <a16:creationId xmlns:a16="http://schemas.microsoft.com/office/drawing/2014/main" id="{36836A02-ADCF-3302-F8DB-81FAE751248A}"/>
              </a:ext>
            </a:extLst>
          </p:cNvPr>
          <p:cNvSpPr txBox="1"/>
          <p:nvPr/>
        </p:nvSpPr>
        <p:spPr>
          <a:xfrm>
            <a:off x="1883664" y="2093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38</a:t>
            </a:r>
            <a:endParaRPr lang="en-US" sz="1200" dirty="0"/>
          </a:p>
        </p:txBody>
      </p:sp>
      <p:sp>
        <p:nvSpPr>
          <p:cNvPr id="111" name="Shape 41">
            <a:extLst>
              <a:ext uri="{FF2B5EF4-FFF2-40B4-BE49-F238E27FC236}">
                <a16:creationId xmlns:a16="http://schemas.microsoft.com/office/drawing/2014/main" id="{BAF230DF-C47C-298C-F046-BFE486CA8887}"/>
              </a:ext>
            </a:extLst>
          </p:cNvPr>
          <p:cNvSpPr/>
          <p:nvPr/>
        </p:nvSpPr>
        <p:spPr>
          <a:xfrm>
            <a:off x="2359152" y="2093976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42">
            <a:extLst>
              <a:ext uri="{FF2B5EF4-FFF2-40B4-BE49-F238E27FC236}">
                <a16:creationId xmlns:a16="http://schemas.microsoft.com/office/drawing/2014/main" id="{2C0D438E-5CDA-1B8D-8FE8-89B276731257}"/>
              </a:ext>
            </a:extLst>
          </p:cNvPr>
          <p:cNvSpPr txBox="1"/>
          <p:nvPr/>
        </p:nvSpPr>
        <p:spPr>
          <a:xfrm>
            <a:off x="2359152" y="2093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</p:txBody>
      </p:sp>
      <p:sp>
        <p:nvSpPr>
          <p:cNvPr id="115" name="Shape 43">
            <a:extLst>
              <a:ext uri="{FF2B5EF4-FFF2-40B4-BE49-F238E27FC236}">
                <a16:creationId xmlns:a16="http://schemas.microsoft.com/office/drawing/2014/main" id="{94079524-D755-EE7F-5791-5EB84B113233}"/>
              </a:ext>
            </a:extLst>
          </p:cNvPr>
          <p:cNvSpPr/>
          <p:nvPr/>
        </p:nvSpPr>
        <p:spPr>
          <a:xfrm>
            <a:off x="2834640" y="2093976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44">
            <a:extLst>
              <a:ext uri="{FF2B5EF4-FFF2-40B4-BE49-F238E27FC236}">
                <a16:creationId xmlns:a16="http://schemas.microsoft.com/office/drawing/2014/main" id="{9A187838-3989-3CC9-68B5-5AF1A8EC6194}"/>
              </a:ext>
            </a:extLst>
          </p:cNvPr>
          <p:cNvSpPr txBox="1"/>
          <p:nvPr/>
        </p:nvSpPr>
        <p:spPr>
          <a:xfrm>
            <a:off x="2834640" y="2093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</p:txBody>
      </p:sp>
      <p:sp>
        <p:nvSpPr>
          <p:cNvPr id="119" name="Shape 45">
            <a:extLst>
              <a:ext uri="{FF2B5EF4-FFF2-40B4-BE49-F238E27FC236}">
                <a16:creationId xmlns:a16="http://schemas.microsoft.com/office/drawing/2014/main" id="{832D5E06-0D2F-9C24-F64F-31821CD5FCFF}"/>
              </a:ext>
            </a:extLst>
          </p:cNvPr>
          <p:cNvSpPr/>
          <p:nvPr/>
        </p:nvSpPr>
        <p:spPr>
          <a:xfrm>
            <a:off x="457200" y="2569464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46">
            <a:extLst>
              <a:ext uri="{FF2B5EF4-FFF2-40B4-BE49-F238E27FC236}">
                <a16:creationId xmlns:a16="http://schemas.microsoft.com/office/drawing/2014/main" id="{50AA1323-F27A-C5F8-E326-1BA7EA21F3C6}"/>
              </a:ext>
            </a:extLst>
          </p:cNvPr>
          <p:cNvSpPr txBox="1"/>
          <p:nvPr/>
        </p:nvSpPr>
        <p:spPr>
          <a:xfrm>
            <a:off x="457200" y="2569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123" name="Shape 47">
            <a:extLst>
              <a:ext uri="{FF2B5EF4-FFF2-40B4-BE49-F238E27FC236}">
                <a16:creationId xmlns:a16="http://schemas.microsoft.com/office/drawing/2014/main" id="{AFA0317E-070F-D7D9-08D3-95EF0A2FCE3B}"/>
              </a:ext>
            </a:extLst>
          </p:cNvPr>
          <p:cNvSpPr/>
          <p:nvPr/>
        </p:nvSpPr>
        <p:spPr>
          <a:xfrm>
            <a:off x="932688" y="2569464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 48">
            <a:extLst>
              <a:ext uri="{FF2B5EF4-FFF2-40B4-BE49-F238E27FC236}">
                <a16:creationId xmlns:a16="http://schemas.microsoft.com/office/drawing/2014/main" id="{51AD480B-94F8-7FF9-6DE8-21BEBAEBDB67}"/>
              </a:ext>
            </a:extLst>
          </p:cNvPr>
          <p:cNvSpPr txBox="1"/>
          <p:nvPr/>
        </p:nvSpPr>
        <p:spPr>
          <a:xfrm>
            <a:off x="932688" y="2569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33</a:t>
            </a:r>
            <a:endParaRPr lang="en-US" sz="1200" dirty="0"/>
          </a:p>
        </p:txBody>
      </p:sp>
      <p:sp>
        <p:nvSpPr>
          <p:cNvPr id="127" name="Shape 49">
            <a:extLst>
              <a:ext uri="{FF2B5EF4-FFF2-40B4-BE49-F238E27FC236}">
                <a16:creationId xmlns:a16="http://schemas.microsoft.com/office/drawing/2014/main" id="{B15A14D3-F6BF-AD65-3272-E8C368EB034E}"/>
              </a:ext>
            </a:extLst>
          </p:cNvPr>
          <p:cNvSpPr/>
          <p:nvPr/>
        </p:nvSpPr>
        <p:spPr>
          <a:xfrm>
            <a:off x="1408176" y="2569464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 50">
            <a:extLst>
              <a:ext uri="{FF2B5EF4-FFF2-40B4-BE49-F238E27FC236}">
                <a16:creationId xmlns:a16="http://schemas.microsoft.com/office/drawing/2014/main" id="{03981BFD-4680-AF32-BAA7-FE2A32B51BA9}"/>
              </a:ext>
            </a:extLst>
          </p:cNvPr>
          <p:cNvSpPr txBox="1"/>
          <p:nvPr/>
        </p:nvSpPr>
        <p:spPr>
          <a:xfrm>
            <a:off x="1408176" y="2569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37</a:t>
            </a:r>
            <a:endParaRPr lang="en-US" sz="1200" dirty="0"/>
          </a:p>
        </p:txBody>
      </p:sp>
      <p:sp>
        <p:nvSpPr>
          <p:cNvPr id="131" name="Shape 51">
            <a:extLst>
              <a:ext uri="{FF2B5EF4-FFF2-40B4-BE49-F238E27FC236}">
                <a16:creationId xmlns:a16="http://schemas.microsoft.com/office/drawing/2014/main" id="{F9569B42-E07F-AA2B-AA6D-7414F7993265}"/>
              </a:ext>
            </a:extLst>
          </p:cNvPr>
          <p:cNvSpPr/>
          <p:nvPr/>
        </p:nvSpPr>
        <p:spPr>
          <a:xfrm>
            <a:off x="1883664" y="2569464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Text 52">
            <a:extLst>
              <a:ext uri="{FF2B5EF4-FFF2-40B4-BE49-F238E27FC236}">
                <a16:creationId xmlns:a16="http://schemas.microsoft.com/office/drawing/2014/main" id="{9331528A-B24C-3F88-A96B-07B504CA69B6}"/>
              </a:ext>
            </a:extLst>
          </p:cNvPr>
          <p:cNvSpPr txBox="1"/>
          <p:nvPr/>
        </p:nvSpPr>
        <p:spPr>
          <a:xfrm>
            <a:off x="1883664" y="2569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35</a:t>
            </a:r>
            <a:endParaRPr lang="en-US" sz="1200" dirty="0"/>
          </a:p>
        </p:txBody>
      </p:sp>
      <p:sp>
        <p:nvSpPr>
          <p:cNvPr id="135" name="Shape 53">
            <a:extLst>
              <a:ext uri="{FF2B5EF4-FFF2-40B4-BE49-F238E27FC236}">
                <a16:creationId xmlns:a16="http://schemas.microsoft.com/office/drawing/2014/main" id="{ED671802-3520-CD32-6B26-1411DF5A539C}"/>
              </a:ext>
            </a:extLst>
          </p:cNvPr>
          <p:cNvSpPr/>
          <p:nvPr/>
        </p:nvSpPr>
        <p:spPr>
          <a:xfrm>
            <a:off x="2359152" y="2569464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54">
            <a:extLst>
              <a:ext uri="{FF2B5EF4-FFF2-40B4-BE49-F238E27FC236}">
                <a16:creationId xmlns:a16="http://schemas.microsoft.com/office/drawing/2014/main" id="{AE7A66F5-5034-D2CA-8E0C-555421DFF713}"/>
              </a:ext>
            </a:extLst>
          </p:cNvPr>
          <p:cNvSpPr txBox="1"/>
          <p:nvPr/>
        </p:nvSpPr>
        <p:spPr>
          <a:xfrm>
            <a:off x="2359152" y="2569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29</a:t>
            </a:r>
            <a:endParaRPr lang="en-US" sz="1200" dirty="0"/>
          </a:p>
        </p:txBody>
      </p:sp>
      <p:sp>
        <p:nvSpPr>
          <p:cNvPr id="139" name="Shape 55">
            <a:extLst>
              <a:ext uri="{FF2B5EF4-FFF2-40B4-BE49-F238E27FC236}">
                <a16:creationId xmlns:a16="http://schemas.microsoft.com/office/drawing/2014/main" id="{2E32A4B5-5E83-2EF1-6DEC-D3008BD3E9C0}"/>
              </a:ext>
            </a:extLst>
          </p:cNvPr>
          <p:cNvSpPr/>
          <p:nvPr/>
        </p:nvSpPr>
        <p:spPr>
          <a:xfrm>
            <a:off x="2834640" y="2569464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Text 56">
            <a:extLst>
              <a:ext uri="{FF2B5EF4-FFF2-40B4-BE49-F238E27FC236}">
                <a16:creationId xmlns:a16="http://schemas.microsoft.com/office/drawing/2014/main" id="{B1ADBF3F-48C2-8332-0896-19590D986E6F}"/>
              </a:ext>
            </a:extLst>
          </p:cNvPr>
          <p:cNvSpPr txBox="1"/>
          <p:nvPr/>
        </p:nvSpPr>
        <p:spPr>
          <a:xfrm>
            <a:off x="2834640" y="2569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143" name="Shape 57">
            <a:extLst>
              <a:ext uri="{FF2B5EF4-FFF2-40B4-BE49-F238E27FC236}">
                <a16:creationId xmlns:a16="http://schemas.microsoft.com/office/drawing/2014/main" id="{3B1DEBA8-2EAB-6AED-B344-75ACB3CD5067}"/>
              </a:ext>
            </a:extLst>
          </p:cNvPr>
          <p:cNvSpPr/>
          <p:nvPr/>
        </p:nvSpPr>
        <p:spPr>
          <a:xfrm>
            <a:off x="457200" y="3044952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Text 58">
            <a:extLst>
              <a:ext uri="{FF2B5EF4-FFF2-40B4-BE49-F238E27FC236}">
                <a16:creationId xmlns:a16="http://schemas.microsoft.com/office/drawing/2014/main" id="{06083A6E-E0AB-294E-EDDD-121E3EE1841A}"/>
              </a:ext>
            </a:extLst>
          </p:cNvPr>
          <p:cNvSpPr txBox="1"/>
          <p:nvPr/>
        </p:nvSpPr>
        <p:spPr>
          <a:xfrm>
            <a:off x="457200" y="3044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147" name="Shape 59">
            <a:extLst>
              <a:ext uri="{FF2B5EF4-FFF2-40B4-BE49-F238E27FC236}">
                <a16:creationId xmlns:a16="http://schemas.microsoft.com/office/drawing/2014/main" id="{C159D7AB-A38D-E2C3-79F2-4389993A54BC}"/>
              </a:ext>
            </a:extLst>
          </p:cNvPr>
          <p:cNvSpPr/>
          <p:nvPr/>
        </p:nvSpPr>
        <p:spPr>
          <a:xfrm>
            <a:off x="932688" y="3044952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Text 60">
            <a:extLst>
              <a:ext uri="{FF2B5EF4-FFF2-40B4-BE49-F238E27FC236}">
                <a16:creationId xmlns:a16="http://schemas.microsoft.com/office/drawing/2014/main" id="{10FF2986-4115-4CA6-4434-53035B7B02FD}"/>
              </a:ext>
            </a:extLst>
          </p:cNvPr>
          <p:cNvSpPr txBox="1"/>
          <p:nvPr/>
        </p:nvSpPr>
        <p:spPr>
          <a:xfrm>
            <a:off x="932688" y="3044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22</a:t>
            </a:r>
            <a:endParaRPr lang="en-US" sz="1200" dirty="0"/>
          </a:p>
        </p:txBody>
      </p:sp>
      <p:sp>
        <p:nvSpPr>
          <p:cNvPr id="151" name="Shape 61">
            <a:extLst>
              <a:ext uri="{FF2B5EF4-FFF2-40B4-BE49-F238E27FC236}">
                <a16:creationId xmlns:a16="http://schemas.microsoft.com/office/drawing/2014/main" id="{459840A1-89AF-65B1-E238-2977420E0A5C}"/>
              </a:ext>
            </a:extLst>
          </p:cNvPr>
          <p:cNvSpPr/>
          <p:nvPr/>
        </p:nvSpPr>
        <p:spPr>
          <a:xfrm>
            <a:off x="1408176" y="3044952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Text 62">
            <a:extLst>
              <a:ext uri="{FF2B5EF4-FFF2-40B4-BE49-F238E27FC236}">
                <a16:creationId xmlns:a16="http://schemas.microsoft.com/office/drawing/2014/main" id="{A0706552-8082-45CE-5692-00BAA2F331D6}"/>
              </a:ext>
            </a:extLst>
          </p:cNvPr>
          <p:cNvSpPr txBox="1"/>
          <p:nvPr/>
        </p:nvSpPr>
        <p:spPr>
          <a:xfrm>
            <a:off x="1408176" y="3044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24</a:t>
            </a:r>
            <a:endParaRPr lang="en-US" sz="1200" dirty="0"/>
          </a:p>
        </p:txBody>
      </p:sp>
      <p:sp>
        <p:nvSpPr>
          <p:cNvPr id="155" name="Shape 63">
            <a:extLst>
              <a:ext uri="{FF2B5EF4-FFF2-40B4-BE49-F238E27FC236}">
                <a16:creationId xmlns:a16="http://schemas.microsoft.com/office/drawing/2014/main" id="{4D2A84D2-004F-05F7-5504-A785B629F12E}"/>
              </a:ext>
            </a:extLst>
          </p:cNvPr>
          <p:cNvSpPr/>
          <p:nvPr/>
        </p:nvSpPr>
        <p:spPr>
          <a:xfrm>
            <a:off x="1883664" y="3044952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Text 64">
            <a:extLst>
              <a:ext uri="{FF2B5EF4-FFF2-40B4-BE49-F238E27FC236}">
                <a16:creationId xmlns:a16="http://schemas.microsoft.com/office/drawing/2014/main" id="{003B3890-769E-20A8-2A69-F89CE64DE5B1}"/>
              </a:ext>
            </a:extLst>
          </p:cNvPr>
          <p:cNvSpPr txBox="1"/>
          <p:nvPr/>
        </p:nvSpPr>
        <p:spPr>
          <a:xfrm>
            <a:off x="1883664" y="3044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26</a:t>
            </a:r>
            <a:endParaRPr lang="en-US" sz="1200" dirty="0"/>
          </a:p>
        </p:txBody>
      </p:sp>
      <p:sp>
        <p:nvSpPr>
          <p:cNvPr id="159" name="Shape 65">
            <a:extLst>
              <a:ext uri="{FF2B5EF4-FFF2-40B4-BE49-F238E27FC236}">
                <a16:creationId xmlns:a16="http://schemas.microsoft.com/office/drawing/2014/main" id="{DB50B9A3-D875-9688-E158-E2CA2BE90B07}"/>
              </a:ext>
            </a:extLst>
          </p:cNvPr>
          <p:cNvSpPr/>
          <p:nvPr/>
        </p:nvSpPr>
        <p:spPr>
          <a:xfrm>
            <a:off x="2359152" y="3044952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Text 66">
            <a:extLst>
              <a:ext uri="{FF2B5EF4-FFF2-40B4-BE49-F238E27FC236}">
                <a16:creationId xmlns:a16="http://schemas.microsoft.com/office/drawing/2014/main" id="{818D97A2-0287-6766-A5E5-8860FA1C3993}"/>
              </a:ext>
            </a:extLst>
          </p:cNvPr>
          <p:cNvSpPr txBox="1"/>
          <p:nvPr/>
        </p:nvSpPr>
        <p:spPr>
          <a:xfrm>
            <a:off x="2359152" y="3044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</p:txBody>
      </p:sp>
      <p:sp>
        <p:nvSpPr>
          <p:cNvPr id="163" name="Shape 67">
            <a:extLst>
              <a:ext uri="{FF2B5EF4-FFF2-40B4-BE49-F238E27FC236}">
                <a16:creationId xmlns:a16="http://schemas.microsoft.com/office/drawing/2014/main" id="{E1327007-F7E4-D00A-6AE3-FDBE447DFCC6}"/>
              </a:ext>
            </a:extLst>
          </p:cNvPr>
          <p:cNvSpPr/>
          <p:nvPr/>
        </p:nvSpPr>
        <p:spPr>
          <a:xfrm>
            <a:off x="2834640" y="3044952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Text 68">
            <a:extLst>
              <a:ext uri="{FF2B5EF4-FFF2-40B4-BE49-F238E27FC236}">
                <a16:creationId xmlns:a16="http://schemas.microsoft.com/office/drawing/2014/main" id="{17BD70E9-B65C-913B-7E0A-B1C8BB49368C}"/>
              </a:ext>
            </a:extLst>
          </p:cNvPr>
          <p:cNvSpPr txBox="1"/>
          <p:nvPr/>
        </p:nvSpPr>
        <p:spPr>
          <a:xfrm>
            <a:off x="2834640" y="3044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  <p:sp>
        <p:nvSpPr>
          <p:cNvPr id="167" name="Shape 69">
            <a:extLst>
              <a:ext uri="{FF2B5EF4-FFF2-40B4-BE49-F238E27FC236}">
                <a16:creationId xmlns:a16="http://schemas.microsoft.com/office/drawing/2014/main" id="{5C72EA62-8900-F75F-2424-662A0D4AEA2C}"/>
              </a:ext>
            </a:extLst>
          </p:cNvPr>
          <p:cNvSpPr/>
          <p:nvPr/>
        </p:nvSpPr>
        <p:spPr>
          <a:xfrm>
            <a:off x="457200" y="3520440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Text 70">
            <a:extLst>
              <a:ext uri="{FF2B5EF4-FFF2-40B4-BE49-F238E27FC236}">
                <a16:creationId xmlns:a16="http://schemas.microsoft.com/office/drawing/2014/main" id="{2191CCFD-F813-BB29-59DB-097F92D711A8}"/>
              </a:ext>
            </a:extLst>
          </p:cNvPr>
          <p:cNvSpPr txBox="1"/>
          <p:nvPr/>
        </p:nvSpPr>
        <p:spPr>
          <a:xfrm>
            <a:off x="457200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</p:txBody>
      </p:sp>
      <p:sp>
        <p:nvSpPr>
          <p:cNvPr id="171" name="Shape 71">
            <a:extLst>
              <a:ext uri="{FF2B5EF4-FFF2-40B4-BE49-F238E27FC236}">
                <a16:creationId xmlns:a16="http://schemas.microsoft.com/office/drawing/2014/main" id="{535D34DF-39F5-BB65-A61F-C8AA8F28747E}"/>
              </a:ext>
            </a:extLst>
          </p:cNvPr>
          <p:cNvSpPr/>
          <p:nvPr/>
        </p:nvSpPr>
        <p:spPr>
          <a:xfrm>
            <a:off x="932688" y="3520440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Text 72">
            <a:extLst>
              <a:ext uri="{FF2B5EF4-FFF2-40B4-BE49-F238E27FC236}">
                <a16:creationId xmlns:a16="http://schemas.microsoft.com/office/drawing/2014/main" id="{75888E50-BC04-6E3A-476A-CE7D65832E94}"/>
              </a:ext>
            </a:extLst>
          </p:cNvPr>
          <p:cNvSpPr txBox="1"/>
          <p:nvPr/>
        </p:nvSpPr>
        <p:spPr>
          <a:xfrm>
            <a:off x="932688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23</a:t>
            </a:r>
            <a:endParaRPr lang="en-US" sz="1200" dirty="0"/>
          </a:p>
        </p:txBody>
      </p:sp>
      <p:sp>
        <p:nvSpPr>
          <p:cNvPr id="175" name="Shape 73">
            <a:extLst>
              <a:ext uri="{FF2B5EF4-FFF2-40B4-BE49-F238E27FC236}">
                <a16:creationId xmlns:a16="http://schemas.microsoft.com/office/drawing/2014/main" id="{21B1EBE6-DD32-AD48-5F43-907D4C30DC0B}"/>
              </a:ext>
            </a:extLst>
          </p:cNvPr>
          <p:cNvSpPr/>
          <p:nvPr/>
        </p:nvSpPr>
        <p:spPr>
          <a:xfrm>
            <a:off x="1408176" y="3520440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Text 74">
            <a:extLst>
              <a:ext uri="{FF2B5EF4-FFF2-40B4-BE49-F238E27FC236}">
                <a16:creationId xmlns:a16="http://schemas.microsoft.com/office/drawing/2014/main" id="{43957C0A-1438-48A1-BB76-F4E3CFE5EA61}"/>
              </a:ext>
            </a:extLst>
          </p:cNvPr>
          <p:cNvSpPr txBox="1"/>
          <p:nvPr/>
        </p:nvSpPr>
        <p:spPr>
          <a:xfrm>
            <a:off x="1408176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22</a:t>
            </a:r>
            <a:endParaRPr lang="en-US" sz="1200" dirty="0"/>
          </a:p>
        </p:txBody>
      </p:sp>
      <p:sp>
        <p:nvSpPr>
          <p:cNvPr id="179" name="Shape 75">
            <a:extLst>
              <a:ext uri="{FF2B5EF4-FFF2-40B4-BE49-F238E27FC236}">
                <a16:creationId xmlns:a16="http://schemas.microsoft.com/office/drawing/2014/main" id="{1A36DA79-C213-2E5B-E4A2-743777E7B1A8}"/>
              </a:ext>
            </a:extLst>
          </p:cNvPr>
          <p:cNvSpPr/>
          <p:nvPr/>
        </p:nvSpPr>
        <p:spPr>
          <a:xfrm>
            <a:off x="1883664" y="3520440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Text 76">
            <a:extLst>
              <a:ext uri="{FF2B5EF4-FFF2-40B4-BE49-F238E27FC236}">
                <a16:creationId xmlns:a16="http://schemas.microsoft.com/office/drawing/2014/main" id="{57AD3489-2242-C575-9AD5-C646B5F3B4CC}"/>
              </a:ext>
            </a:extLst>
          </p:cNvPr>
          <p:cNvSpPr txBox="1"/>
          <p:nvPr/>
        </p:nvSpPr>
        <p:spPr>
          <a:xfrm>
            <a:off x="1883664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25</a:t>
            </a:r>
            <a:endParaRPr lang="en-US" sz="1200" dirty="0"/>
          </a:p>
        </p:txBody>
      </p:sp>
      <p:sp>
        <p:nvSpPr>
          <p:cNvPr id="183" name="Shape 77">
            <a:extLst>
              <a:ext uri="{FF2B5EF4-FFF2-40B4-BE49-F238E27FC236}">
                <a16:creationId xmlns:a16="http://schemas.microsoft.com/office/drawing/2014/main" id="{A08EB867-0F9A-4021-BBE9-CD2BC0A83D64}"/>
              </a:ext>
            </a:extLst>
          </p:cNvPr>
          <p:cNvSpPr/>
          <p:nvPr/>
        </p:nvSpPr>
        <p:spPr>
          <a:xfrm>
            <a:off x="2359152" y="3520440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Text 78">
            <a:extLst>
              <a:ext uri="{FF2B5EF4-FFF2-40B4-BE49-F238E27FC236}">
                <a16:creationId xmlns:a16="http://schemas.microsoft.com/office/drawing/2014/main" id="{0B94478A-3FD7-0E88-C873-5626A5F5845A}"/>
              </a:ext>
            </a:extLst>
          </p:cNvPr>
          <p:cNvSpPr txBox="1"/>
          <p:nvPr/>
        </p:nvSpPr>
        <p:spPr>
          <a:xfrm>
            <a:off x="2359152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</p:txBody>
      </p:sp>
      <p:sp>
        <p:nvSpPr>
          <p:cNvPr id="187" name="Shape 79">
            <a:extLst>
              <a:ext uri="{FF2B5EF4-FFF2-40B4-BE49-F238E27FC236}">
                <a16:creationId xmlns:a16="http://schemas.microsoft.com/office/drawing/2014/main" id="{DF9F0C38-96C0-DBC3-C9DF-FCB3E10E0EC0}"/>
              </a:ext>
            </a:extLst>
          </p:cNvPr>
          <p:cNvSpPr/>
          <p:nvPr/>
        </p:nvSpPr>
        <p:spPr>
          <a:xfrm>
            <a:off x="2834640" y="3520440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Text 80">
            <a:extLst>
              <a:ext uri="{FF2B5EF4-FFF2-40B4-BE49-F238E27FC236}">
                <a16:creationId xmlns:a16="http://schemas.microsoft.com/office/drawing/2014/main" id="{B85027C2-AB6B-E1F4-6768-708579D299DA}"/>
              </a:ext>
            </a:extLst>
          </p:cNvPr>
          <p:cNvSpPr txBox="1"/>
          <p:nvPr/>
        </p:nvSpPr>
        <p:spPr>
          <a:xfrm>
            <a:off x="2834640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191" name="Shape 81">
            <a:extLst>
              <a:ext uri="{FF2B5EF4-FFF2-40B4-BE49-F238E27FC236}">
                <a16:creationId xmlns:a16="http://schemas.microsoft.com/office/drawing/2014/main" id="{A9FCDC80-382B-E03E-E6A2-E375F6733D21}"/>
              </a:ext>
            </a:extLst>
          </p:cNvPr>
          <p:cNvSpPr/>
          <p:nvPr/>
        </p:nvSpPr>
        <p:spPr>
          <a:xfrm>
            <a:off x="457200" y="1143000"/>
            <a:ext cx="1426464" cy="1426464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EFA1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Text 82">
            <a:extLst>
              <a:ext uri="{FF2B5EF4-FFF2-40B4-BE49-F238E27FC236}">
                <a16:creationId xmlns:a16="http://schemas.microsoft.com/office/drawing/2014/main" id="{7257797D-5D23-E60D-2E5E-8795762C9023}"/>
              </a:ext>
            </a:extLst>
          </p:cNvPr>
          <p:cNvSpPr txBox="1"/>
          <p:nvPr/>
        </p:nvSpPr>
        <p:spPr>
          <a:xfrm>
            <a:off x="457200" y="4069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  <a:ea typeface="Calibri" pitchFamily="34" charset="-122"/>
                <a:cs typeface="Calibri" pitchFamily="34" charset="-120"/>
              </a:rPr>
              <a:t>Step A: top-left</a:t>
            </a:r>
            <a:endParaRPr lang="en-US" sz="1600" dirty="0"/>
          </a:p>
        </p:txBody>
      </p:sp>
      <p:sp>
        <p:nvSpPr>
          <p:cNvPr id="195" name="Shape 83">
            <a:extLst>
              <a:ext uri="{FF2B5EF4-FFF2-40B4-BE49-F238E27FC236}">
                <a16:creationId xmlns:a16="http://schemas.microsoft.com/office/drawing/2014/main" id="{BD73AD52-6196-E284-EE0C-2E2F275905D3}"/>
              </a:ext>
            </a:extLst>
          </p:cNvPr>
          <p:cNvSpPr/>
          <p:nvPr/>
        </p:nvSpPr>
        <p:spPr>
          <a:xfrm>
            <a:off x="4343400" y="1143000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Text 84">
            <a:extLst>
              <a:ext uri="{FF2B5EF4-FFF2-40B4-BE49-F238E27FC236}">
                <a16:creationId xmlns:a16="http://schemas.microsoft.com/office/drawing/2014/main" id="{9932EDB7-7A8A-DF3E-9AA2-B640EF04EE1E}"/>
              </a:ext>
            </a:extLst>
          </p:cNvPr>
          <p:cNvSpPr txBox="1"/>
          <p:nvPr/>
        </p:nvSpPr>
        <p:spPr>
          <a:xfrm>
            <a:off x="4343400" y="1143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199" name="Shape 85">
            <a:extLst>
              <a:ext uri="{FF2B5EF4-FFF2-40B4-BE49-F238E27FC236}">
                <a16:creationId xmlns:a16="http://schemas.microsoft.com/office/drawing/2014/main" id="{7E9D7131-32BF-803E-7C25-CB01E19B4B80}"/>
              </a:ext>
            </a:extLst>
          </p:cNvPr>
          <p:cNvSpPr/>
          <p:nvPr/>
        </p:nvSpPr>
        <p:spPr>
          <a:xfrm>
            <a:off x="4818888" y="1143000"/>
            <a:ext cx="475488" cy="475488"/>
          </a:xfrm>
          <a:prstGeom prst="rect">
            <a:avLst/>
          </a:prstGeom>
          <a:solidFill>
            <a:srgbClr val="FDF1DC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Text 86">
            <a:extLst>
              <a:ext uri="{FF2B5EF4-FFF2-40B4-BE49-F238E27FC236}">
                <a16:creationId xmlns:a16="http://schemas.microsoft.com/office/drawing/2014/main" id="{C4C71EBA-78BA-A72B-FBB4-21B83F8FD1E1}"/>
              </a:ext>
            </a:extLst>
          </p:cNvPr>
          <p:cNvSpPr txBox="1"/>
          <p:nvPr/>
        </p:nvSpPr>
        <p:spPr>
          <a:xfrm>
            <a:off x="4818888" y="1143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203" name="Shape 87">
            <a:extLst>
              <a:ext uri="{FF2B5EF4-FFF2-40B4-BE49-F238E27FC236}">
                <a16:creationId xmlns:a16="http://schemas.microsoft.com/office/drawing/2014/main" id="{02EE26B4-2B2A-9FA0-8A0A-2C8583DB97CE}"/>
              </a:ext>
            </a:extLst>
          </p:cNvPr>
          <p:cNvSpPr/>
          <p:nvPr/>
        </p:nvSpPr>
        <p:spPr>
          <a:xfrm>
            <a:off x="5294376" y="1143000"/>
            <a:ext cx="475488" cy="475488"/>
          </a:xfrm>
          <a:prstGeom prst="rect">
            <a:avLst/>
          </a:prstGeom>
          <a:solidFill>
            <a:srgbClr val="FDF1DC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Text 88">
            <a:extLst>
              <a:ext uri="{FF2B5EF4-FFF2-40B4-BE49-F238E27FC236}">
                <a16:creationId xmlns:a16="http://schemas.microsoft.com/office/drawing/2014/main" id="{0DE0C080-5F4A-17FE-0756-B4D546ACE917}"/>
              </a:ext>
            </a:extLst>
          </p:cNvPr>
          <p:cNvSpPr txBox="1"/>
          <p:nvPr/>
        </p:nvSpPr>
        <p:spPr>
          <a:xfrm>
            <a:off x="5294376" y="1143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207" name="Shape 89">
            <a:extLst>
              <a:ext uri="{FF2B5EF4-FFF2-40B4-BE49-F238E27FC236}">
                <a16:creationId xmlns:a16="http://schemas.microsoft.com/office/drawing/2014/main" id="{ECFD7CC7-B4C4-E31E-C610-EF2FAE2FFE6A}"/>
              </a:ext>
            </a:extLst>
          </p:cNvPr>
          <p:cNvSpPr/>
          <p:nvPr/>
        </p:nvSpPr>
        <p:spPr>
          <a:xfrm>
            <a:off x="5769864" y="1143000"/>
            <a:ext cx="475488" cy="475488"/>
          </a:xfrm>
          <a:prstGeom prst="rect">
            <a:avLst/>
          </a:prstGeom>
          <a:solidFill>
            <a:srgbClr val="FDF1DC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Text 90">
            <a:extLst>
              <a:ext uri="{FF2B5EF4-FFF2-40B4-BE49-F238E27FC236}">
                <a16:creationId xmlns:a16="http://schemas.microsoft.com/office/drawing/2014/main" id="{12708685-E359-89CF-F896-923FDDD5A044}"/>
              </a:ext>
            </a:extLst>
          </p:cNvPr>
          <p:cNvSpPr txBox="1"/>
          <p:nvPr/>
        </p:nvSpPr>
        <p:spPr>
          <a:xfrm>
            <a:off x="5769864" y="1143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211" name="Shape 91">
            <a:extLst>
              <a:ext uri="{FF2B5EF4-FFF2-40B4-BE49-F238E27FC236}">
                <a16:creationId xmlns:a16="http://schemas.microsoft.com/office/drawing/2014/main" id="{8CF47038-EAA0-D020-22D2-6680A9AE23D7}"/>
              </a:ext>
            </a:extLst>
          </p:cNvPr>
          <p:cNvSpPr/>
          <p:nvPr/>
        </p:nvSpPr>
        <p:spPr>
          <a:xfrm>
            <a:off x="6245352" y="1143000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Text 92">
            <a:extLst>
              <a:ext uri="{FF2B5EF4-FFF2-40B4-BE49-F238E27FC236}">
                <a16:creationId xmlns:a16="http://schemas.microsoft.com/office/drawing/2014/main" id="{8B452443-5B8A-E153-DB69-DB33B4C87405}"/>
              </a:ext>
            </a:extLst>
          </p:cNvPr>
          <p:cNvSpPr txBox="1"/>
          <p:nvPr/>
        </p:nvSpPr>
        <p:spPr>
          <a:xfrm>
            <a:off x="6245352" y="1143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22</a:t>
            </a:r>
            <a:endParaRPr lang="en-US" sz="1200" dirty="0"/>
          </a:p>
        </p:txBody>
      </p:sp>
      <p:sp>
        <p:nvSpPr>
          <p:cNvPr id="215" name="Shape 93">
            <a:extLst>
              <a:ext uri="{FF2B5EF4-FFF2-40B4-BE49-F238E27FC236}">
                <a16:creationId xmlns:a16="http://schemas.microsoft.com/office/drawing/2014/main" id="{CE9AAFFA-1397-3084-8FD9-CFE73FC9AA13}"/>
              </a:ext>
            </a:extLst>
          </p:cNvPr>
          <p:cNvSpPr/>
          <p:nvPr/>
        </p:nvSpPr>
        <p:spPr>
          <a:xfrm>
            <a:off x="6720840" y="1143000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7" name="Text 94">
            <a:extLst>
              <a:ext uri="{FF2B5EF4-FFF2-40B4-BE49-F238E27FC236}">
                <a16:creationId xmlns:a16="http://schemas.microsoft.com/office/drawing/2014/main" id="{4AEA4325-A9A7-F233-0C70-D34CD70B36D1}"/>
              </a:ext>
            </a:extLst>
          </p:cNvPr>
          <p:cNvSpPr txBox="1"/>
          <p:nvPr/>
        </p:nvSpPr>
        <p:spPr>
          <a:xfrm>
            <a:off x="6720840" y="1143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24</a:t>
            </a:r>
            <a:endParaRPr lang="en-US" sz="1200" dirty="0"/>
          </a:p>
        </p:txBody>
      </p:sp>
      <p:sp>
        <p:nvSpPr>
          <p:cNvPr id="219" name="Shape 95">
            <a:extLst>
              <a:ext uri="{FF2B5EF4-FFF2-40B4-BE49-F238E27FC236}">
                <a16:creationId xmlns:a16="http://schemas.microsoft.com/office/drawing/2014/main" id="{8FEFBAD7-0F27-9517-EFE0-051F54EC35A1}"/>
              </a:ext>
            </a:extLst>
          </p:cNvPr>
          <p:cNvSpPr/>
          <p:nvPr/>
        </p:nvSpPr>
        <p:spPr>
          <a:xfrm>
            <a:off x="4343400" y="1618488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1" name="Text 96">
            <a:extLst>
              <a:ext uri="{FF2B5EF4-FFF2-40B4-BE49-F238E27FC236}">
                <a16:creationId xmlns:a16="http://schemas.microsoft.com/office/drawing/2014/main" id="{D6053C71-F05E-A8FF-B065-2EA85A9FB753}"/>
              </a:ext>
            </a:extLst>
          </p:cNvPr>
          <p:cNvSpPr txBox="1"/>
          <p:nvPr/>
        </p:nvSpPr>
        <p:spPr>
          <a:xfrm>
            <a:off x="4343400" y="1618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223" name="Shape 97">
            <a:extLst>
              <a:ext uri="{FF2B5EF4-FFF2-40B4-BE49-F238E27FC236}">
                <a16:creationId xmlns:a16="http://schemas.microsoft.com/office/drawing/2014/main" id="{E8139841-23D1-EBAF-2732-B899EA5686C4}"/>
              </a:ext>
            </a:extLst>
          </p:cNvPr>
          <p:cNvSpPr/>
          <p:nvPr/>
        </p:nvSpPr>
        <p:spPr>
          <a:xfrm>
            <a:off x="4818888" y="1618488"/>
            <a:ext cx="475488" cy="475488"/>
          </a:xfrm>
          <a:prstGeom prst="rect">
            <a:avLst/>
          </a:prstGeom>
          <a:solidFill>
            <a:srgbClr val="FDF1DC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5" name="Text 98">
            <a:extLst>
              <a:ext uri="{FF2B5EF4-FFF2-40B4-BE49-F238E27FC236}">
                <a16:creationId xmlns:a16="http://schemas.microsoft.com/office/drawing/2014/main" id="{F2DB99D7-975B-3288-A298-E81D3C53ED0C}"/>
              </a:ext>
            </a:extLst>
          </p:cNvPr>
          <p:cNvSpPr txBox="1"/>
          <p:nvPr/>
        </p:nvSpPr>
        <p:spPr>
          <a:xfrm>
            <a:off x="4818888" y="1618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</p:txBody>
      </p:sp>
      <p:sp>
        <p:nvSpPr>
          <p:cNvPr id="227" name="Shape 99">
            <a:extLst>
              <a:ext uri="{FF2B5EF4-FFF2-40B4-BE49-F238E27FC236}">
                <a16:creationId xmlns:a16="http://schemas.microsoft.com/office/drawing/2014/main" id="{2F81859E-BB30-1CE3-62D6-9C871FF7C9E5}"/>
              </a:ext>
            </a:extLst>
          </p:cNvPr>
          <p:cNvSpPr/>
          <p:nvPr/>
        </p:nvSpPr>
        <p:spPr>
          <a:xfrm>
            <a:off x="5294376" y="1618488"/>
            <a:ext cx="475488" cy="475488"/>
          </a:xfrm>
          <a:prstGeom prst="rect">
            <a:avLst/>
          </a:prstGeom>
          <a:solidFill>
            <a:srgbClr val="FDF1DC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9" name="Text 100">
            <a:extLst>
              <a:ext uri="{FF2B5EF4-FFF2-40B4-BE49-F238E27FC236}">
                <a16:creationId xmlns:a16="http://schemas.microsoft.com/office/drawing/2014/main" id="{BF1B8C05-BAA5-9564-CB86-08D6F44B3433}"/>
              </a:ext>
            </a:extLst>
          </p:cNvPr>
          <p:cNvSpPr txBox="1"/>
          <p:nvPr/>
        </p:nvSpPr>
        <p:spPr>
          <a:xfrm>
            <a:off x="5294376" y="1618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34</a:t>
            </a:r>
            <a:endParaRPr lang="en-US" sz="1200" dirty="0"/>
          </a:p>
        </p:txBody>
      </p:sp>
      <p:sp>
        <p:nvSpPr>
          <p:cNvPr id="231" name="Shape 101">
            <a:extLst>
              <a:ext uri="{FF2B5EF4-FFF2-40B4-BE49-F238E27FC236}">
                <a16:creationId xmlns:a16="http://schemas.microsoft.com/office/drawing/2014/main" id="{CF676C6C-FD04-71F1-74DE-BAA643C94FC7}"/>
              </a:ext>
            </a:extLst>
          </p:cNvPr>
          <p:cNvSpPr/>
          <p:nvPr/>
        </p:nvSpPr>
        <p:spPr>
          <a:xfrm>
            <a:off x="5769864" y="1618488"/>
            <a:ext cx="475488" cy="475488"/>
          </a:xfrm>
          <a:prstGeom prst="rect">
            <a:avLst/>
          </a:prstGeom>
          <a:solidFill>
            <a:srgbClr val="FDF1DC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3" name="Text 102">
            <a:extLst>
              <a:ext uri="{FF2B5EF4-FFF2-40B4-BE49-F238E27FC236}">
                <a16:creationId xmlns:a16="http://schemas.microsoft.com/office/drawing/2014/main" id="{B967B7D3-20FC-B5DE-CFF5-33AFF1A47DEE}"/>
              </a:ext>
            </a:extLst>
          </p:cNvPr>
          <p:cNvSpPr txBox="1"/>
          <p:nvPr/>
        </p:nvSpPr>
        <p:spPr>
          <a:xfrm>
            <a:off x="5769864" y="1618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36</a:t>
            </a:r>
            <a:endParaRPr lang="en-US" sz="1200" dirty="0"/>
          </a:p>
        </p:txBody>
      </p:sp>
      <p:sp>
        <p:nvSpPr>
          <p:cNvPr id="235" name="Shape 103">
            <a:extLst>
              <a:ext uri="{FF2B5EF4-FFF2-40B4-BE49-F238E27FC236}">
                <a16:creationId xmlns:a16="http://schemas.microsoft.com/office/drawing/2014/main" id="{12621286-705C-3755-DD18-C343255C72D3}"/>
              </a:ext>
            </a:extLst>
          </p:cNvPr>
          <p:cNvSpPr/>
          <p:nvPr/>
        </p:nvSpPr>
        <p:spPr>
          <a:xfrm>
            <a:off x="6245352" y="1618488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7" name="Text 104">
            <a:extLst>
              <a:ext uri="{FF2B5EF4-FFF2-40B4-BE49-F238E27FC236}">
                <a16:creationId xmlns:a16="http://schemas.microsoft.com/office/drawing/2014/main" id="{33E5FD7B-C8AF-FB91-2397-B0CB4F8B5DA6}"/>
              </a:ext>
            </a:extLst>
          </p:cNvPr>
          <p:cNvSpPr txBox="1"/>
          <p:nvPr/>
        </p:nvSpPr>
        <p:spPr>
          <a:xfrm>
            <a:off x="6245352" y="1618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25</a:t>
            </a:r>
            <a:endParaRPr lang="en-US" sz="1200" dirty="0"/>
          </a:p>
        </p:txBody>
      </p:sp>
      <p:sp>
        <p:nvSpPr>
          <p:cNvPr id="239" name="Shape 105">
            <a:extLst>
              <a:ext uri="{FF2B5EF4-FFF2-40B4-BE49-F238E27FC236}">
                <a16:creationId xmlns:a16="http://schemas.microsoft.com/office/drawing/2014/main" id="{02DC18D8-5CC0-8A4E-CFFC-FE6440110A44}"/>
              </a:ext>
            </a:extLst>
          </p:cNvPr>
          <p:cNvSpPr/>
          <p:nvPr/>
        </p:nvSpPr>
        <p:spPr>
          <a:xfrm>
            <a:off x="6720840" y="1618488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1" name="Text 106">
            <a:extLst>
              <a:ext uri="{FF2B5EF4-FFF2-40B4-BE49-F238E27FC236}">
                <a16:creationId xmlns:a16="http://schemas.microsoft.com/office/drawing/2014/main" id="{21D21A4E-ADCE-ABB3-0931-F5798FC86910}"/>
              </a:ext>
            </a:extLst>
          </p:cNvPr>
          <p:cNvSpPr txBox="1"/>
          <p:nvPr/>
        </p:nvSpPr>
        <p:spPr>
          <a:xfrm>
            <a:off x="6720840" y="1618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23</a:t>
            </a:r>
            <a:endParaRPr lang="en-US" sz="1200" dirty="0"/>
          </a:p>
        </p:txBody>
      </p:sp>
      <p:sp>
        <p:nvSpPr>
          <p:cNvPr id="243" name="Shape 107">
            <a:extLst>
              <a:ext uri="{FF2B5EF4-FFF2-40B4-BE49-F238E27FC236}">
                <a16:creationId xmlns:a16="http://schemas.microsoft.com/office/drawing/2014/main" id="{C77CBEE6-D267-DE62-B13A-A1ED5616A311}"/>
              </a:ext>
            </a:extLst>
          </p:cNvPr>
          <p:cNvSpPr/>
          <p:nvPr/>
        </p:nvSpPr>
        <p:spPr>
          <a:xfrm>
            <a:off x="4343400" y="2093976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5" name="Text 108">
            <a:extLst>
              <a:ext uri="{FF2B5EF4-FFF2-40B4-BE49-F238E27FC236}">
                <a16:creationId xmlns:a16="http://schemas.microsoft.com/office/drawing/2014/main" id="{1645BAEE-06DE-7947-B107-2CA080C3B253}"/>
              </a:ext>
            </a:extLst>
          </p:cNvPr>
          <p:cNvSpPr txBox="1"/>
          <p:nvPr/>
        </p:nvSpPr>
        <p:spPr>
          <a:xfrm>
            <a:off x="4343400" y="2093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247" name="Shape 109">
            <a:extLst>
              <a:ext uri="{FF2B5EF4-FFF2-40B4-BE49-F238E27FC236}">
                <a16:creationId xmlns:a16="http://schemas.microsoft.com/office/drawing/2014/main" id="{496F0420-8F89-8D2F-C095-C97F7F6CFD00}"/>
              </a:ext>
            </a:extLst>
          </p:cNvPr>
          <p:cNvSpPr/>
          <p:nvPr/>
        </p:nvSpPr>
        <p:spPr>
          <a:xfrm>
            <a:off x="4818888" y="2093976"/>
            <a:ext cx="475488" cy="475488"/>
          </a:xfrm>
          <a:prstGeom prst="rect">
            <a:avLst/>
          </a:prstGeom>
          <a:solidFill>
            <a:srgbClr val="FDF1DC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9" name="Text 110">
            <a:extLst>
              <a:ext uri="{FF2B5EF4-FFF2-40B4-BE49-F238E27FC236}">
                <a16:creationId xmlns:a16="http://schemas.microsoft.com/office/drawing/2014/main" id="{E75E3506-7535-3C11-1EAD-A69F00D94115}"/>
              </a:ext>
            </a:extLst>
          </p:cNvPr>
          <p:cNvSpPr txBox="1"/>
          <p:nvPr/>
        </p:nvSpPr>
        <p:spPr>
          <a:xfrm>
            <a:off x="4818888" y="2093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32</a:t>
            </a:r>
            <a:endParaRPr lang="en-US" sz="1200" dirty="0"/>
          </a:p>
        </p:txBody>
      </p:sp>
      <p:sp>
        <p:nvSpPr>
          <p:cNvPr id="251" name="Shape 111">
            <a:extLst>
              <a:ext uri="{FF2B5EF4-FFF2-40B4-BE49-F238E27FC236}">
                <a16:creationId xmlns:a16="http://schemas.microsoft.com/office/drawing/2014/main" id="{A314FCEF-ECC7-F5FA-5571-F23960A3B988}"/>
              </a:ext>
            </a:extLst>
          </p:cNvPr>
          <p:cNvSpPr/>
          <p:nvPr/>
        </p:nvSpPr>
        <p:spPr>
          <a:xfrm>
            <a:off x="5294376" y="2093976"/>
            <a:ext cx="475488" cy="475488"/>
          </a:xfrm>
          <a:prstGeom prst="rect">
            <a:avLst/>
          </a:prstGeom>
          <a:solidFill>
            <a:srgbClr val="FDF1DC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3" name="Text 112">
            <a:extLst>
              <a:ext uri="{FF2B5EF4-FFF2-40B4-BE49-F238E27FC236}">
                <a16:creationId xmlns:a16="http://schemas.microsoft.com/office/drawing/2014/main" id="{67A4AD14-2E78-F265-FADD-7D481F8FB917}"/>
              </a:ext>
            </a:extLst>
          </p:cNvPr>
          <p:cNvSpPr txBox="1"/>
          <p:nvPr/>
        </p:nvSpPr>
        <p:spPr>
          <a:xfrm>
            <a:off x="5294376" y="2093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40</a:t>
            </a:r>
            <a:endParaRPr lang="en-US" sz="1200" dirty="0"/>
          </a:p>
        </p:txBody>
      </p:sp>
      <p:sp>
        <p:nvSpPr>
          <p:cNvPr id="255" name="Shape 113">
            <a:extLst>
              <a:ext uri="{FF2B5EF4-FFF2-40B4-BE49-F238E27FC236}">
                <a16:creationId xmlns:a16="http://schemas.microsoft.com/office/drawing/2014/main" id="{C017E44A-2C12-9686-FBF1-A244178B8B98}"/>
              </a:ext>
            </a:extLst>
          </p:cNvPr>
          <p:cNvSpPr/>
          <p:nvPr/>
        </p:nvSpPr>
        <p:spPr>
          <a:xfrm>
            <a:off x="5769864" y="2093976"/>
            <a:ext cx="475488" cy="475488"/>
          </a:xfrm>
          <a:prstGeom prst="rect">
            <a:avLst/>
          </a:prstGeom>
          <a:solidFill>
            <a:srgbClr val="FDF1DC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7" name="Text 114">
            <a:extLst>
              <a:ext uri="{FF2B5EF4-FFF2-40B4-BE49-F238E27FC236}">
                <a16:creationId xmlns:a16="http://schemas.microsoft.com/office/drawing/2014/main" id="{50324E51-77A2-A897-9A83-6A02FF6DE814}"/>
              </a:ext>
            </a:extLst>
          </p:cNvPr>
          <p:cNvSpPr txBox="1"/>
          <p:nvPr/>
        </p:nvSpPr>
        <p:spPr>
          <a:xfrm>
            <a:off x="5769864" y="2093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38</a:t>
            </a:r>
            <a:endParaRPr lang="en-US" sz="1200" dirty="0"/>
          </a:p>
        </p:txBody>
      </p:sp>
      <p:sp>
        <p:nvSpPr>
          <p:cNvPr id="259" name="Shape 115">
            <a:extLst>
              <a:ext uri="{FF2B5EF4-FFF2-40B4-BE49-F238E27FC236}">
                <a16:creationId xmlns:a16="http://schemas.microsoft.com/office/drawing/2014/main" id="{ABE7802F-CE20-7521-4F48-2E3D8E03B5C0}"/>
              </a:ext>
            </a:extLst>
          </p:cNvPr>
          <p:cNvSpPr/>
          <p:nvPr/>
        </p:nvSpPr>
        <p:spPr>
          <a:xfrm>
            <a:off x="6245352" y="2093976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1" name="Text 116">
            <a:extLst>
              <a:ext uri="{FF2B5EF4-FFF2-40B4-BE49-F238E27FC236}">
                <a16:creationId xmlns:a16="http://schemas.microsoft.com/office/drawing/2014/main" id="{55D3E2A1-106B-3083-BEB8-0ACE13043E77}"/>
              </a:ext>
            </a:extLst>
          </p:cNvPr>
          <p:cNvSpPr txBox="1"/>
          <p:nvPr/>
        </p:nvSpPr>
        <p:spPr>
          <a:xfrm>
            <a:off x="6245352" y="2093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</p:txBody>
      </p:sp>
      <p:sp>
        <p:nvSpPr>
          <p:cNvPr id="263" name="Shape 117">
            <a:extLst>
              <a:ext uri="{FF2B5EF4-FFF2-40B4-BE49-F238E27FC236}">
                <a16:creationId xmlns:a16="http://schemas.microsoft.com/office/drawing/2014/main" id="{9C21CC6B-9F2B-E1AD-A917-4993B1A8D6D6}"/>
              </a:ext>
            </a:extLst>
          </p:cNvPr>
          <p:cNvSpPr/>
          <p:nvPr/>
        </p:nvSpPr>
        <p:spPr>
          <a:xfrm>
            <a:off x="6720840" y="2093976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5" name="Text 118">
            <a:extLst>
              <a:ext uri="{FF2B5EF4-FFF2-40B4-BE49-F238E27FC236}">
                <a16:creationId xmlns:a16="http://schemas.microsoft.com/office/drawing/2014/main" id="{281F7F6F-B6B0-CC72-3FE5-151E941E8AF8}"/>
              </a:ext>
            </a:extLst>
          </p:cNvPr>
          <p:cNvSpPr txBox="1"/>
          <p:nvPr/>
        </p:nvSpPr>
        <p:spPr>
          <a:xfrm>
            <a:off x="6720840" y="2093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</p:txBody>
      </p:sp>
      <p:sp>
        <p:nvSpPr>
          <p:cNvPr id="267" name="Shape 119">
            <a:extLst>
              <a:ext uri="{FF2B5EF4-FFF2-40B4-BE49-F238E27FC236}">
                <a16:creationId xmlns:a16="http://schemas.microsoft.com/office/drawing/2014/main" id="{20BEBEC4-409B-FDD3-536F-8EFEBB3F3ACC}"/>
              </a:ext>
            </a:extLst>
          </p:cNvPr>
          <p:cNvSpPr/>
          <p:nvPr/>
        </p:nvSpPr>
        <p:spPr>
          <a:xfrm>
            <a:off x="4343400" y="2569464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9" name="Text 120">
            <a:extLst>
              <a:ext uri="{FF2B5EF4-FFF2-40B4-BE49-F238E27FC236}">
                <a16:creationId xmlns:a16="http://schemas.microsoft.com/office/drawing/2014/main" id="{47D9F73E-6668-2EB0-2E84-09496518C553}"/>
              </a:ext>
            </a:extLst>
          </p:cNvPr>
          <p:cNvSpPr txBox="1"/>
          <p:nvPr/>
        </p:nvSpPr>
        <p:spPr>
          <a:xfrm>
            <a:off x="4343400" y="2569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271" name="Shape 121">
            <a:extLst>
              <a:ext uri="{FF2B5EF4-FFF2-40B4-BE49-F238E27FC236}">
                <a16:creationId xmlns:a16="http://schemas.microsoft.com/office/drawing/2014/main" id="{7C9BC167-1A73-E065-9904-8C1E7A13A5EB}"/>
              </a:ext>
            </a:extLst>
          </p:cNvPr>
          <p:cNvSpPr/>
          <p:nvPr/>
        </p:nvSpPr>
        <p:spPr>
          <a:xfrm>
            <a:off x="4818888" y="2569464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3" name="Text 122">
            <a:extLst>
              <a:ext uri="{FF2B5EF4-FFF2-40B4-BE49-F238E27FC236}">
                <a16:creationId xmlns:a16="http://schemas.microsoft.com/office/drawing/2014/main" id="{82A01418-31CE-B671-01F5-CB63607075E2}"/>
              </a:ext>
            </a:extLst>
          </p:cNvPr>
          <p:cNvSpPr txBox="1"/>
          <p:nvPr/>
        </p:nvSpPr>
        <p:spPr>
          <a:xfrm>
            <a:off x="4818888" y="2569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33</a:t>
            </a:r>
            <a:endParaRPr lang="en-US" sz="1200" dirty="0"/>
          </a:p>
        </p:txBody>
      </p:sp>
      <p:sp>
        <p:nvSpPr>
          <p:cNvPr id="275" name="Shape 123">
            <a:extLst>
              <a:ext uri="{FF2B5EF4-FFF2-40B4-BE49-F238E27FC236}">
                <a16:creationId xmlns:a16="http://schemas.microsoft.com/office/drawing/2014/main" id="{48277572-F984-3442-2FEB-285393FB5565}"/>
              </a:ext>
            </a:extLst>
          </p:cNvPr>
          <p:cNvSpPr/>
          <p:nvPr/>
        </p:nvSpPr>
        <p:spPr>
          <a:xfrm>
            <a:off x="5294376" y="2569464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7" name="Text 124">
            <a:extLst>
              <a:ext uri="{FF2B5EF4-FFF2-40B4-BE49-F238E27FC236}">
                <a16:creationId xmlns:a16="http://schemas.microsoft.com/office/drawing/2014/main" id="{7BB626F3-BF35-3A13-5D5E-A78498ADBE22}"/>
              </a:ext>
            </a:extLst>
          </p:cNvPr>
          <p:cNvSpPr txBox="1"/>
          <p:nvPr/>
        </p:nvSpPr>
        <p:spPr>
          <a:xfrm>
            <a:off x="5294376" y="2569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37</a:t>
            </a:r>
            <a:endParaRPr lang="en-US" sz="1200" dirty="0"/>
          </a:p>
        </p:txBody>
      </p:sp>
      <p:sp>
        <p:nvSpPr>
          <p:cNvPr id="279" name="Shape 125">
            <a:extLst>
              <a:ext uri="{FF2B5EF4-FFF2-40B4-BE49-F238E27FC236}">
                <a16:creationId xmlns:a16="http://schemas.microsoft.com/office/drawing/2014/main" id="{F0D7D5D9-849E-F3AC-C901-44FF11EEEF69}"/>
              </a:ext>
            </a:extLst>
          </p:cNvPr>
          <p:cNvSpPr/>
          <p:nvPr/>
        </p:nvSpPr>
        <p:spPr>
          <a:xfrm>
            <a:off x="5769864" y="2569464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1" name="Text 126">
            <a:extLst>
              <a:ext uri="{FF2B5EF4-FFF2-40B4-BE49-F238E27FC236}">
                <a16:creationId xmlns:a16="http://schemas.microsoft.com/office/drawing/2014/main" id="{BF2B321F-35E0-F51C-4C77-DACD6BEC33D0}"/>
              </a:ext>
            </a:extLst>
          </p:cNvPr>
          <p:cNvSpPr txBox="1"/>
          <p:nvPr/>
        </p:nvSpPr>
        <p:spPr>
          <a:xfrm>
            <a:off x="5769864" y="2569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35</a:t>
            </a:r>
            <a:endParaRPr lang="en-US" sz="1200" dirty="0"/>
          </a:p>
        </p:txBody>
      </p:sp>
      <p:sp>
        <p:nvSpPr>
          <p:cNvPr id="283" name="Shape 127">
            <a:extLst>
              <a:ext uri="{FF2B5EF4-FFF2-40B4-BE49-F238E27FC236}">
                <a16:creationId xmlns:a16="http://schemas.microsoft.com/office/drawing/2014/main" id="{69D5B678-D1DE-B7D2-7E8D-322E15E4318C}"/>
              </a:ext>
            </a:extLst>
          </p:cNvPr>
          <p:cNvSpPr/>
          <p:nvPr/>
        </p:nvSpPr>
        <p:spPr>
          <a:xfrm>
            <a:off x="6245352" y="2569464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5" name="Text 128">
            <a:extLst>
              <a:ext uri="{FF2B5EF4-FFF2-40B4-BE49-F238E27FC236}">
                <a16:creationId xmlns:a16="http://schemas.microsoft.com/office/drawing/2014/main" id="{19857DE1-FEC3-65C1-1565-CF331F408CB6}"/>
              </a:ext>
            </a:extLst>
          </p:cNvPr>
          <p:cNvSpPr txBox="1"/>
          <p:nvPr/>
        </p:nvSpPr>
        <p:spPr>
          <a:xfrm>
            <a:off x="6245352" y="2569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29</a:t>
            </a:r>
            <a:endParaRPr lang="en-US" sz="1200" dirty="0"/>
          </a:p>
        </p:txBody>
      </p:sp>
      <p:sp>
        <p:nvSpPr>
          <p:cNvPr id="287" name="Shape 129">
            <a:extLst>
              <a:ext uri="{FF2B5EF4-FFF2-40B4-BE49-F238E27FC236}">
                <a16:creationId xmlns:a16="http://schemas.microsoft.com/office/drawing/2014/main" id="{F7E88786-1D2C-ECE6-A303-DB9FAA6858DF}"/>
              </a:ext>
            </a:extLst>
          </p:cNvPr>
          <p:cNvSpPr/>
          <p:nvPr/>
        </p:nvSpPr>
        <p:spPr>
          <a:xfrm>
            <a:off x="6720840" y="2569464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9" name="Text 130">
            <a:extLst>
              <a:ext uri="{FF2B5EF4-FFF2-40B4-BE49-F238E27FC236}">
                <a16:creationId xmlns:a16="http://schemas.microsoft.com/office/drawing/2014/main" id="{03DB5464-9165-F028-B286-55B517220AF0}"/>
              </a:ext>
            </a:extLst>
          </p:cNvPr>
          <p:cNvSpPr txBox="1"/>
          <p:nvPr/>
        </p:nvSpPr>
        <p:spPr>
          <a:xfrm>
            <a:off x="6720840" y="2569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291" name="Shape 131">
            <a:extLst>
              <a:ext uri="{FF2B5EF4-FFF2-40B4-BE49-F238E27FC236}">
                <a16:creationId xmlns:a16="http://schemas.microsoft.com/office/drawing/2014/main" id="{4F8B0913-FCE3-2A21-0618-396410A53016}"/>
              </a:ext>
            </a:extLst>
          </p:cNvPr>
          <p:cNvSpPr/>
          <p:nvPr/>
        </p:nvSpPr>
        <p:spPr>
          <a:xfrm>
            <a:off x="4343400" y="3044952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3" name="Text 132">
            <a:extLst>
              <a:ext uri="{FF2B5EF4-FFF2-40B4-BE49-F238E27FC236}">
                <a16:creationId xmlns:a16="http://schemas.microsoft.com/office/drawing/2014/main" id="{4CAFFAF3-8948-6874-45B7-F6E912FE3A86}"/>
              </a:ext>
            </a:extLst>
          </p:cNvPr>
          <p:cNvSpPr txBox="1"/>
          <p:nvPr/>
        </p:nvSpPr>
        <p:spPr>
          <a:xfrm>
            <a:off x="4343400" y="3044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295" name="Shape 133">
            <a:extLst>
              <a:ext uri="{FF2B5EF4-FFF2-40B4-BE49-F238E27FC236}">
                <a16:creationId xmlns:a16="http://schemas.microsoft.com/office/drawing/2014/main" id="{E198E6A6-F411-E68C-4C59-3328C52BAE8A}"/>
              </a:ext>
            </a:extLst>
          </p:cNvPr>
          <p:cNvSpPr/>
          <p:nvPr/>
        </p:nvSpPr>
        <p:spPr>
          <a:xfrm>
            <a:off x="4818888" y="3044952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7" name="Text 134">
            <a:extLst>
              <a:ext uri="{FF2B5EF4-FFF2-40B4-BE49-F238E27FC236}">
                <a16:creationId xmlns:a16="http://schemas.microsoft.com/office/drawing/2014/main" id="{BCF94112-6A8B-A8B6-CBCC-6887444A6656}"/>
              </a:ext>
            </a:extLst>
          </p:cNvPr>
          <p:cNvSpPr txBox="1"/>
          <p:nvPr/>
        </p:nvSpPr>
        <p:spPr>
          <a:xfrm>
            <a:off x="4818888" y="3044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22</a:t>
            </a:r>
            <a:endParaRPr lang="en-US" sz="1200" dirty="0"/>
          </a:p>
        </p:txBody>
      </p:sp>
      <p:sp>
        <p:nvSpPr>
          <p:cNvPr id="299" name="Shape 135">
            <a:extLst>
              <a:ext uri="{FF2B5EF4-FFF2-40B4-BE49-F238E27FC236}">
                <a16:creationId xmlns:a16="http://schemas.microsoft.com/office/drawing/2014/main" id="{95758D60-5B8D-2CBA-9374-1C77F3348E4B}"/>
              </a:ext>
            </a:extLst>
          </p:cNvPr>
          <p:cNvSpPr/>
          <p:nvPr/>
        </p:nvSpPr>
        <p:spPr>
          <a:xfrm>
            <a:off x="5294376" y="3044952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1" name="Text 136">
            <a:extLst>
              <a:ext uri="{FF2B5EF4-FFF2-40B4-BE49-F238E27FC236}">
                <a16:creationId xmlns:a16="http://schemas.microsoft.com/office/drawing/2014/main" id="{44484CEC-FE77-204D-A6F2-6F7FC105094C}"/>
              </a:ext>
            </a:extLst>
          </p:cNvPr>
          <p:cNvSpPr txBox="1"/>
          <p:nvPr/>
        </p:nvSpPr>
        <p:spPr>
          <a:xfrm>
            <a:off x="5294376" y="3044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24</a:t>
            </a:r>
            <a:endParaRPr lang="en-US" sz="1200" dirty="0"/>
          </a:p>
        </p:txBody>
      </p:sp>
      <p:sp>
        <p:nvSpPr>
          <p:cNvPr id="303" name="Shape 137">
            <a:extLst>
              <a:ext uri="{FF2B5EF4-FFF2-40B4-BE49-F238E27FC236}">
                <a16:creationId xmlns:a16="http://schemas.microsoft.com/office/drawing/2014/main" id="{218E854E-1E56-410F-41BC-EDA50D15603F}"/>
              </a:ext>
            </a:extLst>
          </p:cNvPr>
          <p:cNvSpPr/>
          <p:nvPr/>
        </p:nvSpPr>
        <p:spPr>
          <a:xfrm>
            <a:off x="5769864" y="3044952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5" name="Text 138">
            <a:extLst>
              <a:ext uri="{FF2B5EF4-FFF2-40B4-BE49-F238E27FC236}">
                <a16:creationId xmlns:a16="http://schemas.microsoft.com/office/drawing/2014/main" id="{07AA3FA4-4A96-314C-35BE-DD3DFA3B9239}"/>
              </a:ext>
            </a:extLst>
          </p:cNvPr>
          <p:cNvSpPr txBox="1"/>
          <p:nvPr/>
        </p:nvSpPr>
        <p:spPr>
          <a:xfrm>
            <a:off x="5769864" y="3044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26</a:t>
            </a:r>
            <a:endParaRPr lang="en-US" sz="1200" dirty="0"/>
          </a:p>
        </p:txBody>
      </p:sp>
      <p:sp>
        <p:nvSpPr>
          <p:cNvPr id="307" name="Shape 139">
            <a:extLst>
              <a:ext uri="{FF2B5EF4-FFF2-40B4-BE49-F238E27FC236}">
                <a16:creationId xmlns:a16="http://schemas.microsoft.com/office/drawing/2014/main" id="{7C0CC969-BA24-ACB5-0317-640B7BB65BAC}"/>
              </a:ext>
            </a:extLst>
          </p:cNvPr>
          <p:cNvSpPr/>
          <p:nvPr/>
        </p:nvSpPr>
        <p:spPr>
          <a:xfrm>
            <a:off x="6245352" y="3044952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9" name="Text 140">
            <a:extLst>
              <a:ext uri="{FF2B5EF4-FFF2-40B4-BE49-F238E27FC236}">
                <a16:creationId xmlns:a16="http://schemas.microsoft.com/office/drawing/2014/main" id="{78DD8E1B-99FA-D794-4398-9550423B040C}"/>
              </a:ext>
            </a:extLst>
          </p:cNvPr>
          <p:cNvSpPr txBox="1"/>
          <p:nvPr/>
        </p:nvSpPr>
        <p:spPr>
          <a:xfrm>
            <a:off x="6245352" y="3044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</p:txBody>
      </p:sp>
      <p:sp>
        <p:nvSpPr>
          <p:cNvPr id="311" name="Shape 141">
            <a:extLst>
              <a:ext uri="{FF2B5EF4-FFF2-40B4-BE49-F238E27FC236}">
                <a16:creationId xmlns:a16="http://schemas.microsoft.com/office/drawing/2014/main" id="{67F67F9C-27E2-98EF-2A1E-911085476C83}"/>
              </a:ext>
            </a:extLst>
          </p:cNvPr>
          <p:cNvSpPr/>
          <p:nvPr/>
        </p:nvSpPr>
        <p:spPr>
          <a:xfrm>
            <a:off x="6720840" y="3044952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3" name="Text 142">
            <a:extLst>
              <a:ext uri="{FF2B5EF4-FFF2-40B4-BE49-F238E27FC236}">
                <a16:creationId xmlns:a16="http://schemas.microsoft.com/office/drawing/2014/main" id="{B1EE5395-A32E-D02D-8DEB-71F862D9DC81}"/>
              </a:ext>
            </a:extLst>
          </p:cNvPr>
          <p:cNvSpPr txBox="1"/>
          <p:nvPr/>
        </p:nvSpPr>
        <p:spPr>
          <a:xfrm>
            <a:off x="6720840" y="3044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  <p:sp>
        <p:nvSpPr>
          <p:cNvPr id="315" name="Shape 143">
            <a:extLst>
              <a:ext uri="{FF2B5EF4-FFF2-40B4-BE49-F238E27FC236}">
                <a16:creationId xmlns:a16="http://schemas.microsoft.com/office/drawing/2014/main" id="{CC7822E5-65D2-2CBB-C6AB-B25650EB51BA}"/>
              </a:ext>
            </a:extLst>
          </p:cNvPr>
          <p:cNvSpPr/>
          <p:nvPr/>
        </p:nvSpPr>
        <p:spPr>
          <a:xfrm>
            <a:off x="4343400" y="3520440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7" name="Text 144">
            <a:extLst>
              <a:ext uri="{FF2B5EF4-FFF2-40B4-BE49-F238E27FC236}">
                <a16:creationId xmlns:a16="http://schemas.microsoft.com/office/drawing/2014/main" id="{F653ED57-7F93-F32F-C6C2-B37602F8672B}"/>
              </a:ext>
            </a:extLst>
          </p:cNvPr>
          <p:cNvSpPr txBox="1"/>
          <p:nvPr/>
        </p:nvSpPr>
        <p:spPr>
          <a:xfrm>
            <a:off x="4343400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</p:txBody>
      </p:sp>
      <p:sp>
        <p:nvSpPr>
          <p:cNvPr id="319" name="Shape 145">
            <a:extLst>
              <a:ext uri="{FF2B5EF4-FFF2-40B4-BE49-F238E27FC236}">
                <a16:creationId xmlns:a16="http://schemas.microsoft.com/office/drawing/2014/main" id="{4099F05C-15CE-0205-0F91-88FD50CFF6E8}"/>
              </a:ext>
            </a:extLst>
          </p:cNvPr>
          <p:cNvSpPr/>
          <p:nvPr/>
        </p:nvSpPr>
        <p:spPr>
          <a:xfrm>
            <a:off x="4818888" y="3520440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1" name="Text 146">
            <a:extLst>
              <a:ext uri="{FF2B5EF4-FFF2-40B4-BE49-F238E27FC236}">
                <a16:creationId xmlns:a16="http://schemas.microsoft.com/office/drawing/2014/main" id="{1648A277-9955-9778-0AE8-A6AD4D3F344B}"/>
              </a:ext>
            </a:extLst>
          </p:cNvPr>
          <p:cNvSpPr txBox="1"/>
          <p:nvPr/>
        </p:nvSpPr>
        <p:spPr>
          <a:xfrm>
            <a:off x="4818888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23</a:t>
            </a:r>
            <a:endParaRPr lang="en-US" sz="1200" dirty="0"/>
          </a:p>
        </p:txBody>
      </p:sp>
      <p:sp>
        <p:nvSpPr>
          <p:cNvPr id="323" name="Shape 147">
            <a:extLst>
              <a:ext uri="{FF2B5EF4-FFF2-40B4-BE49-F238E27FC236}">
                <a16:creationId xmlns:a16="http://schemas.microsoft.com/office/drawing/2014/main" id="{5E4CF4CD-ED5D-5C65-A9DB-4565893D3568}"/>
              </a:ext>
            </a:extLst>
          </p:cNvPr>
          <p:cNvSpPr/>
          <p:nvPr/>
        </p:nvSpPr>
        <p:spPr>
          <a:xfrm>
            <a:off x="5294376" y="3520440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5" name="Text 148">
            <a:extLst>
              <a:ext uri="{FF2B5EF4-FFF2-40B4-BE49-F238E27FC236}">
                <a16:creationId xmlns:a16="http://schemas.microsoft.com/office/drawing/2014/main" id="{805223D5-2E07-0334-3162-EB18AF3F51C5}"/>
              </a:ext>
            </a:extLst>
          </p:cNvPr>
          <p:cNvSpPr txBox="1"/>
          <p:nvPr/>
        </p:nvSpPr>
        <p:spPr>
          <a:xfrm>
            <a:off x="5294376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22</a:t>
            </a:r>
            <a:endParaRPr lang="en-US" sz="1200" dirty="0"/>
          </a:p>
        </p:txBody>
      </p:sp>
      <p:sp>
        <p:nvSpPr>
          <p:cNvPr id="327" name="Shape 149">
            <a:extLst>
              <a:ext uri="{FF2B5EF4-FFF2-40B4-BE49-F238E27FC236}">
                <a16:creationId xmlns:a16="http://schemas.microsoft.com/office/drawing/2014/main" id="{F17BBCAE-8DC5-110A-833F-9F2949785022}"/>
              </a:ext>
            </a:extLst>
          </p:cNvPr>
          <p:cNvSpPr/>
          <p:nvPr/>
        </p:nvSpPr>
        <p:spPr>
          <a:xfrm>
            <a:off x="5769864" y="3520440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9" name="Text 150">
            <a:extLst>
              <a:ext uri="{FF2B5EF4-FFF2-40B4-BE49-F238E27FC236}">
                <a16:creationId xmlns:a16="http://schemas.microsoft.com/office/drawing/2014/main" id="{6B06F6DD-ABD0-DE7B-CBCB-B4BB2BA941D6}"/>
              </a:ext>
            </a:extLst>
          </p:cNvPr>
          <p:cNvSpPr txBox="1"/>
          <p:nvPr/>
        </p:nvSpPr>
        <p:spPr>
          <a:xfrm>
            <a:off x="5769864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25</a:t>
            </a:r>
            <a:endParaRPr lang="en-US" sz="1200" dirty="0"/>
          </a:p>
        </p:txBody>
      </p:sp>
      <p:sp>
        <p:nvSpPr>
          <p:cNvPr id="331" name="Shape 151">
            <a:extLst>
              <a:ext uri="{FF2B5EF4-FFF2-40B4-BE49-F238E27FC236}">
                <a16:creationId xmlns:a16="http://schemas.microsoft.com/office/drawing/2014/main" id="{1BE1EA30-351D-91FB-2A53-C5141ADEB057}"/>
              </a:ext>
            </a:extLst>
          </p:cNvPr>
          <p:cNvSpPr/>
          <p:nvPr/>
        </p:nvSpPr>
        <p:spPr>
          <a:xfrm>
            <a:off x="6245352" y="3520440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3" name="Text 152">
            <a:extLst>
              <a:ext uri="{FF2B5EF4-FFF2-40B4-BE49-F238E27FC236}">
                <a16:creationId xmlns:a16="http://schemas.microsoft.com/office/drawing/2014/main" id="{2BB69AAB-72C8-4089-9C00-0DFD977EDE16}"/>
              </a:ext>
            </a:extLst>
          </p:cNvPr>
          <p:cNvSpPr txBox="1"/>
          <p:nvPr/>
        </p:nvSpPr>
        <p:spPr>
          <a:xfrm>
            <a:off x="6245352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</p:txBody>
      </p:sp>
      <p:sp>
        <p:nvSpPr>
          <p:cNvPr id="335" name="Shape 153">
            <a:extLst>
              <a:ext uri="{FF2B5EF4-FFF2-40B4-BE49-F238E27FC236}">
                <a16:creationId xmlns:a16="http://schemas.microsoft.com/office/drawing/2014/main" id="{68D9F1DC-E719-E010-3E14-88C3223D1A1A}"/>
              </a:ext>
            </a:extLst>
          </p:cNvPr>
          <p:cNvSpPr/>
          <p:nvPr/>
        </p:nvSpPr>
        <p:spPr>
          <a:xfrm>
            <a:off x="6720840" y="3520440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7" name="Text 154">
            <a:extLst>
              <a:ext uri="{FF2B5EF4-FFF2-40B4-BE49-F238E27FC236}">
                <a16:creationId xmlns:a16="http://schemas.microsoft.com/office/drawing/2014/main" id="{9852488D-E0F9-C463-7289-7CBA58003CC6}"/>
              </a:ext>
            </a:extLst>
          </p:cNvPr>
          <p:cNvSpPr txBox="1"/>
          <p:nvPr/>
        </p:nvSpPr>
        <p:spPr>
          <a:xfrm>
            <a:off x="6720840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339" name="Shape 155">
            <a:extLst>
              <a:ext uri="{FF2B5EF4-FFF2-40B4-BE49-F238E27FC236}">
                <a16:creationId xmlns:a16="http://schemas.microsoft.com/office/drawing/2014/main" id="{5D435AAA-321A-8162-D393-F40B7A3CC03B}"/>
              </a:ext>
            </a:extLst>
          </p:cNvPr>
          <p:cNvSpPr/>
          <p:nvPr/>
        </p:nvSpPr>
        <p:spPr>
          <a:xfrm>
            <a:off x="4818888" y="1143000"/>
            <a:ext cx="1426464" cy="1426464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EFA1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1" name="Text 156">
            <a:extLst>
              <a:ext uri="{FF2B5EF4-FFF2-40B4-BE49-F238E27FC236}">
                <a16:creationId xmlns:a16="http://schemas.microsoft.com/office/drawing/2014/main" id="{07C92B13-AAAE-CFEC-23C3-A2647DA3D8CD}"/>
              </a:ext>
            </a:extLst>
          </p:cNvPr>
          <p:cNvSpPr txBox="1"/>
          <p:nvPr/>
        </p:nvSpPr>
        <p:spPr>
          <a:xfrm>
            <a:off x="4343400" y="4069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  <a:ea typeface="Calibri" pitchFamily="34" charset="-122"/>
                <a:cs typeface="Calibri" pitchFamily="34" charset="-120"/>
              </a:rPr>
              <a:t>Step B: move one to the right</a:t>
            </a:r>
            <a:endParaRPr lang="en-US" sz="1600" dirty="0"/>
          </a:p>
        </p:txBody>
      </p:sp>
      <p:sp>
        <p:nvSpPr>
          <p:cNvPr id="343" name="Shape 157">
            <a:extLst>
              <a:ext uri="{FF2B5EF4-FFF2-40B4-BE49-F238E27FC236}">
                <a16:creationId xmlns:a16="http://schemas.microsoft.com/office/drawing/2014/main" id="{B7AA9BA3-FA12-7833-7469-FD85D2E27C73}"/>
              </a:ext>
            </a:extLst>
          </p:cNvPr>
          <p:cNvSpPr/>
          <p:nvPr/>
        </p:nvSpPr>
        <p:spPr>
          <a:xfrm>
            <a:off x="8229600" y="1143000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5" name="Text 158">
            <a:extLst>
              <a:ext uri="{FF2B5EF4-FFF2-40B4-BE49-F238E27FC236}">
                <a16:creationId xmlns:a16="http://schemas.microsoft.com/office/drawing/2014/main" id="{2D890DFE-C6C4-7065-6478-7F980A35E13C}"/>
              </a:ext>
            </a:extLst>
          </p:cNvPr>
          <p:cNvSpPr txBox="1"/>
          <p:nvPr/>
        </p:nvSpPr>
        <p:spPr>
          <a:xfrm>
            <a:off x="8229600" y="1143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347" name="Shape 159">
            <a:extLst>
              <a:ext uri="{FF2B5EF4-FFF2-40B4-BE49-F238E27FC236}">
                <a16:creationId xmlns:a16="http://schemas.microsoft.com/office/drawing/2014/main" id="{D3A225BD-FFE1-E268-BA13-9EA69DE40B8D}"/>
              </a:ext>
            </a:extLst>
          </p:cNvPr>
          <p:cNvSpPr/>
          <p:nvPr/>
        </p:nvSpPr>
        <p:spPr>
          <a:xfrm>
            <a:off x="8705088" y="1143000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9" name="Text 160">
            <a:extLst>
              <a:ext uri="{FF2B5EF4-FFF2-40B4-BE49-F238E27FC236}">
                <a16:creationId xmlns:a16="http://schemas.microsoft.com/office/drawing/2014/main" id="{15414686-8BE7-8A33-14CA-B0488E353A88}"/>
              </a:ext>
            </a:extLst>
          </p:cNvPr>
          <p:cNvSpPr txBox="1"/>
          <p:nvPr/>
        </p:nvSpPr>
        <p:spPr>
          <a:xfrm>
            <a:off x="8705088" y="1143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351" name="Shape 161">
            <a:extLst>
              <a:ext uri="{FF2B5EF4-FFF2-40B4-BE49-F238E27FC236}">
                <a16:creationId xmlns:a16="http://schemas.microsoft.com/office/drawing/2014/main" id="{43E2E197-4DE9-611B-2EEA-FC8AA90CF783}"/>
              </a:ext>
            </a:extLst>
          </p:cNvPr>
          <p:cNvSpPr/>
          <p:nvPr/>
        </p:nvSpPr>
        <p:spPr>
          <a:xfrm>
            <a:off x="9180576" y="1143000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3" name="Text 162">
            <a:extLst>
              <a:ext uri="{FF2B5EF4-FFF2-40B4-BE49-F238E27FC236}">
                <a16:creationId xmlns:a16="http://schemas.microsoft.com/office/drawing/2014/main" id="{10B54458-D864-1B2C-174A-449FBDA32E77}"/>
              </a:ext>
            </a:extLst>
          </p:cNvPr>
          <p:cNvSpPr txBox="1"/>
          <p:nvPr/>
        </p:nvSpPr>
        <p:spPr>
          <a:xfrm>
            <a:off x="9180576" y="1143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355" name="Shape 163">
            <a:extLst>
              <a:ext uri="{FF2B5EF4-FFF2-40B4-BE49-F238E27FC236}">
                <a16:creationId xmlns:a16="http://schemas.microsoft.com/office/drawing/2014/main" id="{B516D206-A1D1-9054-1212-AFA490032E3F}"/>
              </a:ext>
            </a:extLst>
          </p:cNvPr>
          <p:cNvSpPr/>
          <p:nvPr/>
        </p:nvSpPr>
        <p:spPr>
          <a:xfrm>
            <a:off x="9656064" y="1143000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7" name="Text 164">
            <a:extLst>
              <a:ext uri="{FF2B5EF4-FFF2-40B4-BE49-F238E27FC236}">
                <a16:creationId xmlns:a16="http://schemas.microsoft.com/office/drawing/2014/main" id="{33D3C9C7-7014-4268-09F5-9F888ACB8EA7}"/>
              </a:ext>
            </a:extLst>
          </p:cNvPr>
          <p:cNvSpPr txBox="1"/>
          <p:nvPr/>
        </p:nvSpPr>
        <p:spPr>
          <a:xfrm>
            <a:off x="9656064" y="1143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359" name="Shape 165">
            <a:extLst>
              <a:ext uri="{FF2B5EF4-FFF2-40B4-BE49-F238E27FC236}">
                <a16:creationId xmlns:a16="http://schemas.microsoft.com/office/drawing/2014/main" id="{498CFBC5-B815-7F79-4DD0-CFDEC2763425}"/>
              </a:ext>
            </a:extLst>
          </p:cNvPr>
          <p:cNvSpPr/>
          <p:nvPr/>
        </p:nvSpPr>
        <p:spPr>
          <a:xfrm>
            <a:off x="10131552" y="1143000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1" name="Text 166">
            <a:extLst>
              <a:ext uri="{FF2B5EF4-FFF2-40B4-BE49-F238E27FC236}">
                <a16:creationId xmlns:a16="http://schemas.microsoft.com/office/drawing/2014/main" id="{A08F81E5-6520-DBDB-B52A-5328003DAE64}"/>
              </a:ext>
            </a:extLst>
          </p:cNvPr>
          <p:cNvSpPr txBox="1"/>
          <p:nvPr/>
        </p:nvSpPr>
        <p:spPr>
          <a:xfrm>
            <a:off x="10131552" y="1143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22</a:t>
            </a:r>
            <a:endParaRPr lang="en-US" sz="1200" dirty="0"/>
          </a:p>
        </p:txBody>
      </p:sp>
      <p:sp>
        <p:nvSpPr>
          <p:cNvPr id="363" name="Shape 167">
            <a:extLst>
              <a:ext uri="{FF2B5EF4-FFF2-40B4-BE49-F238E27FC236}">
                <a16:creationId xmlns:a16="http://schemas.microsoft.com/office/drawing/2014/main" id="{CAF6EBD1-2796-0094-8928-C7EB8E7C8F1C}"/>
              </a:ext>
            </a:extLst>
          </p:cNvPr>
          <p:cNvSpPr/>
          <p:nvPr/>
        </p:nvSpPr>
        <p:spPr>
          <a:xfrm>
            <a:off x="10607040" y="1143000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5" name="Text 168">
            <a:extLst>
              <a:ext uri="{FF2B5EF4-FFF2-40B4-BE49-F238E27FC236}">
                <a16:creationId xmlns:a16="http://schemas.microsoft.com/office/drawing/2014/main" id="{60A1418A-3D5F-4088-9D7D-C6E326125C33}"/>
              </a:ext>
            </a:extLst>
          </p:cNvPr>
          <p:cNvSpPr txBox="1"/>
          <p:nvPr/>
        </p:nvSpPr>
        <p:spPr>
          <a:xfrm>
            <a:off x="10607040" y="1143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24</a:t>
            </a:r>
            <a:endParaRPr lang="en-US" sz="1200" dirty="0"/>
          </a:p>
        </p:txBody>
      </p:sp>
      <p:sp>
        <p:nvSpPr>
          <p:cNvPr id="367" name="Shape 169">
            <a:extLst>
              <a:ext uri="{FF2B5EF4-FFF2-40B4-BE49-F238E27FC236}">
                <a16:creationId xmlns:a16="http://schemas.microsoft.com/office/drawing/2014/main" id="{671DFB29-C9BE-903D-DAAC-B2120C88C39E}"/>
              </a:ext>
            </a:extLst>
          </p:cNvPr>
          <p:cNvSpPr/>
          <p:nvPr/>
        </p:nvSpPr>
        <p:spPr>
          <a:xfrm>
            <a:off x="8229600" y="1618488"/>
            <a:ext cx="475488" cy="475488"/>
          </a:xfrm>
          <a:prstGeom prst="rect">
            <a:avLst/>
          </a:prstGeom>
          <a:solidFill>
            <a:srgbClr val="FDF1DC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9" name="Text 170">
            <a:extLst>
              <a:ext uri="{FF2B5EF4-FFF2-40B4-BE49-F238E27FC236}">
                <a16:creationId xmlns:a16="http://schemas.microsoft.com/office/drawing/2014/main" id="{43B60653-C726-EA8A-22D2-980A9F35B14C}"/>
              </a:ext>
            </a:extLst>
          </p:cNvPr>
          <p:cNvSpPr txBox="1"/>
          <p:nvPr/>
        </p:nvSpPr>
        <p:spPr>
          <a:xfrm>
            <a:off x="8229600" y="1618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371" name="Shape 171">
            <a:extLst>
              <a:ext uri="{FF2B5EF4-FFF2-40B4-BE49-F238E27FC236}">
                <a16:creationId xmlns:a16="http://schemas.microsoft.com/office/drawing/2014/main" id="{4752B340-FE25-EFB5-3CCD-939086AA45AB}"/>
              </a:ext>
            </a:extLst>
          </p:cNvPr>
          <p:cNvSpPr/>
          <p:nvPr/>
        </p:nvSpPr>
        <p:spPr>
          <a:xfrm>
            <a:off x="8705088" y="1618488"/>
            <a:ext cx="475488" cy="475488"/>
          </a:xfrm>
          <a:prstGeom prst="rect">
            <a:avLst/>
          </a:prstGeom>
          <a:solidFill>
            <a:srgbClr val="FDF1DC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3" name="Text 172">
            <a:extLst>
              <a:ext uri="{FF2B5EF4-FFF2-40B4-BE49-F238E27FC236}">
                <a16:creationId xmlns:a16="http://schemas.microsoft.com/office/drawing/2014/main" id="{CA027E39-5661-B5F9-D9EB-EB7AC8A97B11}"/>
              </a:ext>
            </a:extLst>
          </p:cNvPr>
          <p:cNvSpPr txBox="1"/>
          <p:nvPr/>
        </p:nvSpPr>
        <p:spPr>
          <a:xfrm>
            <a:off x="8705088" y="1618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</p:txBody>
      </p:sp>
      <p:sp>
        <p:nvSpPr>
          <p:cNvPr id="375" name="Shape 173">
            <a:extLst>
              <a:ext uri="{FF2B5EF4-FFF2-40B4-BE49-F238E27FC236}">
                <a16:creationId xmlns:a16="http://schemas.microsoft.com/office/drawing/2014/main" id="{1F98FE5C-7930-31C9-6026-39833D40084D}"/>
              </a:ext>
            </a:extLst>
          </p:cNvPr>
          <p:cNvSpPr/>
          <p:nvPr/>
        </p:nvSpPr>
        <p:spPr>
          <a:xfrm>
            <a:off x="9180576" y="1618488"/>
            <a:ext cx="475488" cy="475488"/>
          </a:xfrm>
          <a:prstGeom prst="rect">
            <a:avLst/>
          </a:prstGeom>
          <a:solidFill>
            <a:srgbClr val="FDF1DC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7" name="Text 174">
            <a:extLst>
              <a:ext uri="{FF2B5EF4-FFF2-40B4-BE49-F238E27FC236}">
                <a16:creationId xmlns:a16="http://schemas.microsoft.com/office/drawing/2014/main" id="{47FD4615-42EE-F1AD-5B43-3D7C4293A0B7}"/>
              </a:ext>
            </a:extLst>
          </p:cNvPr>
          <p:cNvSpPr txBox="1"/>
          <p:nvPr/>
        </p:nvSpPr>
        <p:spPr>
          <a:xfrm>
            <a:off x="9180576" y="1618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34</a:t>
            </a:r>
            <a:endParaRPr lang="en-US" sz="1200" dirty="0"/>
          </a:p>
        </p:txBody>
      </p:sp>
      <p:sp>
        <p:nvSpPr>
          <p:cNvPr id="379" name="Shape 175">
            <a:extLst>
              <a:ext uri="{FF2B5EF4-FFF2-40B4-BE49-F238E27FC236}">
                <a16:creationId xmlns:a16="http://schemas.microsoft.com/office/drawing/2014/main" id="{73C26E0C-9283-0C51-D5FD-2CDFA5B900C9}"/>
              </a:ext>
            </a:extLst>
          </p:cNvPr>
          <p:cNvSpPr/>
          <p:nvPr/>
        </p:nvSpPr>
        <p:spPr>
          <a:xfrm>
            <a:off x="9656064" y="1618488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1" name="Text 176">
            <a:extLst>
              <a:ext uri="{FF2B5EF4-FFF2-40B4-BE49-F238E27FC236}">
                <a16:creationId xmlns:a16="http://schemas.microsoft.com/office/drawing/2014/main" id="{23DC5366-2EFA-5CD9-0659-5F5FF3A42026}"/>
              </a:ext>
            </a:extLst>
          </p:cNvPr>
          <p:cNvSpPr txBox="1"/>
          <p:nvPr/>
        </p:nvSpPr>
        <p:spPr>
          <a:xfrm>
            <a:off x="9656064" y="1618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36</a:t>
            </a:r>
            <a:endParaRPr lang="en-US" sz="1200" dirty="0"/>
          </a:p>
        </p:txBody>
      </p:sp>
      <p:sp>
        <p:nvSpPr>
          <p:cNvPr id="383" name="Shape 177">
            <a:extLst>
              <a:ext uri="{FF2B5EF4-FFF2-40B4-BE49-F238E27FC236}">
                <a16:creationId xmlns:a16="http://schemas.microsoft.com/office/drawing/2014/main" id="{4EEF4C5D-B7C4-DC1A-EC31-DA933FAF9E20}"/>
              </a:ext>
            </a:extLst>
          </p:cNvPr>
          <p:cNvSpPr/>
          <p:nvPr/>
        </p:nvSpPr>
        <p:spPr>
          <a:xfrm>
            <a:off x="10131552" y="1618488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5" name="Text 178">
            <a:extLst>
              <a:ext uri="{FF2B5EF4-FFF2-40B4-BE49-F238E27FC236}">
                <a16:creationId xmlns:a16="http://schemas.microsoft.com/office/drawing/2014/main" id="{55C55346-98D1-36AF-C5F7-958CE9A08800}"/>
              </a:ext>
            </a:extLst>
          </p:cNvPr>
          <p:cNvSpPr txBox="1"/>
          <p:nvPr/>
        </p:nvSpPr>
        <p:spPr>
          <a:xfrm>
            <a:off x="10131552" y="1618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25</a:t>
            </a:r>
            <a:endParaRPr lang="en-US" sz="1200" dirty="0"/>
          </a:p>
        </p:txBody>
      </p:sp>
      <p:sp>
        <p:nvSpPr>
          <p:cNvPr id="387" name="Shape 179">
            <a:extLst>
              <a:ext uri="{FF2B5EF4-FFF2-40B4-BE49-F238E27FC236}">
                <a16:creationId xmlns:a16="http://schemas.microsoft.com/office/drawing/2014/main" id="{58EDAD00-1B91-6841-71CD-FFDA4249D1A8}"/>
              </a:ext>
            </a:extLst>
          </p:cNvPr>
          <p:cNvSpPr/>
          <p:nvPr/>
        </p:nvSpPr>
        <p:spPr>
          <a:xfrm>
            <a:off x="10607040" y="1618488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9" name="Text 180">
            <a:extLst>
              <a:ext uri="{FF2B5EF4-FFF2-40B4-BE49-F238E27FC236}">
                <a16:creationId xmlns:a16="http://schemas.microsoft.com/office/drawing/2014/main" id="{57BE4D69-022D-DCC1-84EB-144F9FBA095C}"/>
              </a:ext>
            </a:extLst>
          </p:cNvPr>
          <p:cNvSpPr txBox="1"/>
          <p:nvPr/>
        </p:nvSpPr>
        <p:spPr>
          <a:xfrm>
            <a:off x="10607040" y="1618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23</a:t>
            </a:r>
            <a:endParaRPr lang="en-US" sz="1200" dirty="0"/>
          </a:p>
        </p:txBody>
      </p:sp>
      <p:sp>
        <p:nvSpPr>
          <p:cNvPr id="391" name="Shape 181">
            <a:extLst>
              <a:ext uri="{FF2B5EF4-FFF2-40B4-BE49-F238E27FC236}">
                <a16:creationId xmlns:a16="http://schemas.microsoft.com/office/drawing/2014/main" id="{A89E0250-4825-DD03-4686-63BDFAC5985D}"/>
              </a:ext>
            </a:extLst>
          </p:cNvPr>
          <p:cNvSpPr/>
          <p:nvPr/>
        </p:nvSpPr>
        <p:spPr>
          <a:xfrm>
            <a:off x="8229600" y="2093976"/>
            <a:ext cx="475488" cy="475488"/>
          </a:xfrm>
          <a:prstGeom prst="rect">
            <a:avLst/>
          </a:prstGeom>
          <a:solidFill>
            <a:srgbClr val="FDF1DC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3" name="Text 182">
            <a:extLst>
              <a:ext uri="{FF2B5EF4-FFF2-40B4-BE49-F238E27FC236}">
                <a16:creationId xmlns:a16="http://schemas.microsoft.com/office/drawing/2014/main" id="{3C3B5A49-675B-C8DD-005C-8B7AC145AB40}"/>
              </a:ext>
            </a:extLst>
          </p:cNvPr>
          <p:cNvSpPr txBox="1"/>
          <p:nvPr/>
        </p:nvSpPr>
        <p:spPr>
          <a:xfrm>
            <a:off x="8229600" y="2093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395" name="Shape 183">
            <a:extLst>
              <a:ext uri="{FF2B5EF4-FFF2-40B4-BE49-F238E27FC236}">
                <a16:creationId xmlns:a16="http://schemas.microsoft.com/office/drawing/2014/main" id="{308276DC-C6A4-B3F2-AC7A-EC72FE40060C}"/>
              </a:ext>
            </a:extLst>
          </p:cNvPr>
          <p:cNvSpPr/>
          <p:nvPr/>
        </p:nvSpPr>
        <p:spPr>
          <a:xfrm>
            <a:off x="8705088" y="2093976"/>
            <a:ext cx="475488" cy="475488"/>
          </a:xfrm>
          <a:prstGeom prst="rect">
            <a:avLst/>
          </a:prstGeom>
          <a:solidFill>
            <a:srgbClr val="FDF1DC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7" name="Text 184">
            <a:extLst>
              <a:ext uri="{FF2B5EF4-FFF2-40B4-BE49-F238E27FC236}">
                <a16:creationId xmlns:a16="http://schemas.microsoft.com/office/drawing/2014/main" id="{E6A99D01-C616-DB74-D827-BF6895A32128}"/>
              </a:ext>
            </a:extLst>
          </p:cNvPr>
          <p:cNvSpPr txBox="1"/>
          <p:nvPr/>
        </p:nvSpPr>
        <p:spPr>
          <a:xfrm>
            <a:off x="8705088" y="2093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32</a:t>
            </a:r>
            <a:endParaRPr lang="en-US" sz="1200" dirty="0"/>
          </a:p>
        </p:txBody>
      </p:sp>
      <p:sp>
        <p:nvSpPr>
          <p:cNvPr id="399" name="Shape 185">
            <a:extLst>
              <a:ext uri="{FF2B5EF4-FFF2-40B4-BE49-F238E27FC236}">
                <a16:creationId xmlns:a16="http://schemas.microsoft.com/office/drawing/2014/main" id="{7D5547CE-DF5E-F071-B91C-7BA4369F9EB5}"/>
              </a:ext>
            </a:extLst>
          </p:cNvPr>
          <p:cNvSpPr/>
          <p:nvPr/>
        </p:nvSpPr>
        <p:spPr>
          <a:xfrm>
            <a:off x="9180576" y="2093976"/>
            <a:ext cx="475488" cy="475488"/>
          </a:xfrm>
          <a:prstGeom prst="rect">
            <a:avLst/>
          </a:prstGeom>
          <a:solidFill>
            <a:srgbClr val="FDF1DC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1" name="Text 186">
            <a:extLst>
              <a:ext uri="{FF2B5EF4-FFF2-40B4-BE49-F238E27FC236}">
                <a16:creationId xmlns:a16="http://schemas.microsoft.com/office/drawing/2014/main" id="{A6550FE3-9375-2B94-2D88-4B04359F90BF}"/>
              </a:ext>
            </a:extLst>
          </p:cNvPr>
          <p:cNvSpPr txBox="1"/>
          <p:nvPr/>
        </p:nvSpPr>
        <p:spPr>
          <a:xfrm>
            <a:off x="9180576" y="2093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40</a:t>
            </a:r>
            <a:endParaRPr lang="en-US" sz="1200" dirty="0"/>
          </a:p>
        </p:txBody>
      </p:sp>
      <p:sp>
        <p:nvSpPr>
          <p:cNvPr id="403" name="Shape 187">
            <a:extLst>
              <a:ext uri="{FF2B5EF4-FFF2-40B4-BE49-F238E27FC236}">
                <a16:creationId xmlns:a16="http://schemas.microsoft.com/office/drawing/2014/main" id="{9EE8B54B-7517-E223-976C-A0D48C33DDA7}"/>
              </a:ext>
            </a:extLst>
          </p:cNvPr>
          <p:cNvSpPr/>
          <p:nvPr/>
        </p:nvSpPr>
        <p:spPr>
          <a:xfrm>
            <a:off x="9656064" y="2093976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5" name="Text 188">
            <a:extLst>
              <a:ext uri="{FF2B5EF4-FFF2-40B4-BE49-F238E27FC236}">
                <a16:creationId xmlns:a16="http://schemas.microsoft.com/office/drawing/2014/main" id="{A39A6EA4-028C-77F6-C4C1-E288DC1A75E8}"/>
              </a:ext>
            </a:extLst>
          </p:cNvPr>
          <p:cNvSpPr txBox="1"/>
          <p:nvPr/>
        </p:nvSpPr>
        <p:spPr>
          <a:xfrm>
            <a:off x="9656064" y="2093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38</a:t>
            </a:r>
            <a:endParaRPr lang="en-US" sz="1200" dirty="0"/>
          </a:p>
        </p:txBody>
      </p:sp>
      <p:sp>
        <p:nvSpPr>
          <p:cNvPr id="407" name="Shape 189">
            <a:extLst>
              <a:ext uri="{FF2B5EF4-FFF2-40B4-BE49-F238E27FC236}">
                <a16:creationId xmlns:a16="http://schemas.microsoft.com/office/drawing/2014/main" id="{795BB9DC-C229-9198-FCA8-B84AF81683EA}"/>
              </a:ext>
            </a:extLst>
          </p:cNvPr>
          <p:cNvSpPr/>
          <p:nvPr/>
        </p:nvSpPr>
        <p:spPr>
          <a:xfrm>
            <a:off x="10131552" y="2093976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9" name="Text 190">
            <a:extLst>
              <a:ext uri="{FF2B5EF4-FFF2-40B4-BE49-F238E27FC236}">
                <a16:creationId xmlns:a16="http://schemas.microsoft.com/office/drawing/2014/main" id="{87791B81-5025-FC6A-E183-524DEB2EA0B2}"/>
              </a:ext>
            </a:extLst>
          </p:cNvPr>
          <p:cNvSpPr txBox="1"/>
          <p:nvPr/>
        </p:nvSpPr>
        <p:spPr>
          <a:xfrm>
            <a:off x="10131552" y="2093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</p:txBody>
      </p:sp>
      <p:sp>
        <p:nvSpPr>
          <p:cNvPr id="411" name="Shape 191">
            <a:extLst>
              <a:ext uri="{FF2B5EF4-FFF2-40B4-BE49-F238E27FC236}">
                <a16:creationId xmlns:a16="http://schemas.microsoft.com/office/drawing/2014/main" id="{46C3D786-BA24-D9E6-35B6-6A37EF1BFF72}"/>
              </a:ext>
            </a:extLst>
          </p:cNvPr>
          <p:cNvSpPr/>
          <p:nvPr/>
        </p:nvSpPr>
        <p:spPr>
          <a:xfrm>
            <a:off x="10607040" y="2093976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3" name="Text 192">
            <a:extLst>
              <a:ext uri="{FF2B5EF4-FFF2-40B4-BE49-F238E27FC236}">
                <a16:creationId xmlns:a16="http://schemas.microsoft.com/office/drawing/2014/main" id="{4A3F5013-B9B6-3CB9-1F7D-5869C5BEBDF9}"/>
              </a:ext>
            </a:extLst>
          </p:cNvPr>
          <p:cNvSpPr txBox="1"/>
          <p:nvPr/>
        </p:nvSpPr>
        <p:spPr>
          <a:xfrm>
            <a:off x="10607040" y="2093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</p:txBody>
      </p:sp>
      <p:sp>
        <p:nvSpPr>
          <p:cNvPr id="415" name="Shape 193">
            <a:extLst>
              <a:ext uri="{FF2B5EF4-FFF2-40B4-BE49-F238E27FC236}">
                <a16:creationId xmlns:a16="http://schemas.microsoft.com/office/drawing/2014/main" id="{301BBBD2-3C3D-3A38-2490-6F420DBFA755}"/>
              </a:ext>
            </a:extLst>
          </p:cNvPr>
          <p:cNvSpPr/>
          <p:nvPr/>
        </p:nvSpPr>
        <p:spPr>
          <a:xfrm>
            <a:off x="8229600" y="2569464"/>
            <a:ext cx="475488" cy="475488"/>
          </a:xfrm>
          <a:prstGeom prst="rect">
            <a:avLst/>
          </a:prstGeom>
          <a:solidFill>
            <a:srgbClr val="FDF1DC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7" name="Text 194">
            <a:extLst>
              <a:ext uri="{FF2B5EF4-FFF2-40B4-BE49-F238E27FC236}">
                <a16:creationId xmlns:a16="http://schemas.microsoft.com/office/drawing/2014/main" id="{06A4B920-2330-0F3B-79CF-3A62744BC85A}"/>
              </a:ext>
            </a:extLst>
          </p:cNvPr>
          <p:cNvSpPr txBox="1"/>
          <p:nvPr/>
        </p:nvSpPr>
        <p:spPr>
          <a:xfrm>
            <a:off x="8229600" y="2569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419" name="Shape 195">
            <a:extLst>
              <a:ext uri="{FF2B5EF4-FFF2-40B4-BE49-F238E27FC236}">
                <a16:creationId xmlns:a16="http://schemas.microsoft.com/office/drawing/2014/main" id="{39DD937B-CF2F-E9E7-1B70-2EC691F4EFFE}"/>
              </a:ext>
            </a:extLst>
          </p:cNvPr>
          <p:cNvSpPr/>
          <p:nvPr/>
        </p:nvSpPr>
        <p:spPr>
          <a:xfrm>
            <a:off x="8705088" y="2569464"/>
            <a:ext cx="475488" cy="475488"/>
          </a:xfrm>
          <a:prstGeom prst="rect">
            <a:avLst/>
          </a:prstGeom>
          <a:solidFill>
            <a:srgbClr val="FDF1DC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1" name="Text 196">
            <a:extLst>
              <a:ext uri="{FF2B5EF4-FFF2-40B4-BE49-F238E27FC236}">
                <a16:creationId xmlns:a16="http://schemas.microsoft.com/office/drawing/2014/main" id="{E84C8EA1-D37D-E8B2-3F25-FEE52E64934C}"/>
              </a:ext>
            </a:extLst>
          </p:cNvPr>
          <p:cNvSpPr txBox="1"/>
          <p:nvPr/>
        </p:nvSpPr>
        <p:spPr>
          <a:xfrm>
            <a:off x="8705088" y="2569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33</a:t>
            </a:r>
            <a:endParaRPr lang="en-US" sz="1200" dirty="0"/>
          </a:p>
        </p:txBody>
      </p:sp>
      <p:sp>
        <p:nvSpPr>
          <p:cNvPr id="423" name="Shape 197">
            <a:extLst>
              <a:ext uri="{FF2B5EF4-FFF2-40B4-BE49-F238E27FC236}">
                <a16:creationId xmlns:a16="http://schemas.microsoft.com/office/drawing/2014/main" id="{DBEB3477-7851-C7DF-BF2A-49B714EAA194}"/>
              </a:ext>
            </a:extLst>
          </p:cNvPr>
          <p:cNvSpPr/>
          <p:nvPr/>
        </p:nvSpPr>
        <p:spPr>
          <a:xfrm>
            <a:off x="9180576" y="2569464"/>
            <a:ext cx="475488" cy="475488"/>
          </a:xfrm>
          <a:prstGeom prst="rect">
            <a:avLst/>
          </a:prstGeom>
          <a:solidFill>
            <a:srgbClr val="FDF1DC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5" name="Text 198">
            <a:extLst>
              <a:ext uri="{FF2B5EF4-FFF2-40B4-BE49-F238E27FC236}">
                <a16:creationId xmlns:a16="http://schemas.microsoft.com/office/drawing/2014/main" id="{D77892FC-ADE5-6D30-4F38-76F7F86C7FF7}"/>
              </a:ext>
            </a:extLst>
          </p:cNvPr>
          <p:cNvSpPr txBox="1"/>
          <p:nvPr/>
        </p:nvSpPr>
        <p:spPr>
          <a:xfrm>
            <a:off x="9180576" y="2569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37</a:t>
            </a:r>
            <a:endParaRPr lang="en-US" sz="1200" dirty="0"/>
          </a:p>
        </p:txBody>
      </p:sp>
      <p:sp>
        <p:nvSpPr>
          <p:cNvPr id="427" name="Shape 199">
            <a:extLst>
              <a:ext uri="{FF2B5EF4-FFF2-40B4-BE49-F238E27FC236}">
                <a16:creationId xmlns:a16="http://schemas.microsoft.com/office/drawing/2014/main" id="{04105648-DF38-1318-4A28-09AF6F8B67FA}"/>
              </a:ext>
            </a:extLst>
          </p:cNvPr>
          <p:cNvSpPr/>
          <p:nvPr/>
        </p:nvSpPr>
        <p:spPr>
          <a:xfrm>
            <a:off x="9656064" y="2569464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9" name="Text 200">
            <a:extLst>
              <a:ext uri="{FF2B5EF4-FFF2-40B4-BE49-F238E27FC236}">
                <a16:creationId xmlns:a16="http://schemas.microsoft.com/office/drawing/2014/main" id="{C8E80B0D-672F-D360-2792-970827F2BB86}"/>
              </a:ext>
            </a:extLst>
          </p:cNvPr>
          <p:cNvSpPr txBox="1"/>
          <p:nvPr/>
        </p:nvSpPr>
        <p:spPr>
          <a:xfrm>
            <a:off x="9656064" y="2569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35</a:t>
            </a:r>
            <a:endParaRPr lang="en-US" sz="1200" dirty="0"/>
          </a:p>
        </p:txBody>
      </p:sp>
      <p:sp>
        <p:nvSpPr>
          <p:cNvPr id="431" name="Shape 201">
            <a:extLst>
              <a:ext uri="{FF2B5EF4-FFF2-40B4-BE49-F238E27FC236}">
                <a16:creationId xmlns:a16="http://schemas.microsoft.com/office/drawing/2014/main" id="{EE3399AD-1A17-5796-61DC-1378D4D3CD9E}"/>
              </a:ext>
            </a:extLst>
          </p:cNvPr>
          <p:cNvSpPr/>
          <p:nvPr/>
        </p:nvSpPr>
        <p:spPr>
          <a:xfrm>
            <a:off x="10131552" y="2569464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3" name="Text 202">
            <a:extLst>
              <a:ext uri="{FF2B5EF4-FFF2-40B4-BE49-F238E27FC236}">
                <a16:creationId xmlns:a16="http://schemas.microsoft.com/office/drawing/2014/main" id="{FD1F6FF9-2CF7-4041-EC9F-5E7B785DAB76}"/>
              </a:ext>
            </a:extLst>
          </p:cNvPr>
          <p:cNvSpPr txBox="1"/>
          <p:nvPr/>
        </p:nvSpPr>
        <p:spPr>
          <a:xfrm>
            <a:off x="10131552" y="2569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29</a:t>
            </a:r>
            <a:endParaRPr lang="en-US" sz="1200" dirty="0"/>
          </a:p>
        </p:txBody>
      </p:sp>
      <p:sp>
        <p:nvSpPr>
          <p:cNvPr id="435" name="Shape 203">
            <a:extLst>
              <a:ext uri="{FF2B5EF4-FFF2-40B4-BE49-F238E27FC236}">
                <a16:creationId xmlns:a16="http://schemas.microsoft.com/office/drawing/2014/main" id="{2FDE3BEB-8F64-4EB0-C4E2-31E843226A81}"/>
              </a:ext>
            </a:extLst>
          </p:cNvPr>
          <p:cNvSpPr/>
          <p:nvPr/>
        </p:nvSpPr>
        <p:spPr>
          <a:xfrm>
            <a:off x="10607040" y="2569464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7" name="Text 204">
            <a:extLst>
              <a:ext uri="{FF2B5EF4-FFF2-40B4-BE49-F238E27FC236}">
                <a16:creationId xmlns:a16="http://schemas.microsoft.com/office/drawing/2014/main" id="{E35B4A85-9242-A1B6-A9B5-CCE0A383DAAF}"/>
              </a:ext>
            </a:extLst>
          </p:cNvPr>
          <p:cNvSpPr txBox="1"/>
          <p:nvPr/>
        </p:nvSpPr>
        <p:spPr>
          <a:xfrm>
            <a:off x="10607040" y="2569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439" name="Shape 205">
            <a:extLst>
              <a:ext uri="{FF2B5EF4-FFF2-40B4-BE49-F238E27FC236}">
                <a16:creationId xmlns:a16="http://schemas.microsoft.com/office/drawing/2014/main" id="{C1B47DA3-5FBC-6A66-6F8B-7E06DB481D29}"/>
              </a:ext>
            </a:extLst>
          </p:cNvPr>
          <p:cNvSpPr/>
          <p:nvPr/>
        </p:nvSpPr>
        <p:spPr>
          <a:xfrm>
            <a:off x="8229600" y="3044952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1" name="Text 206">
            <a:extLst>
              <a:ext uri="{FF2B5EF4-FFF2-40B4-BE49-F238E27FC236}">
                <a16:creationId xmlns:a16="http://schemas.microsoft.com/office/drawing/2014/main" id="{349881AA-A150-30AC-D630-6E55D6D98A44}"/>
              </a:ext>
            </a:extLst>
          </p:cNvPr>
          <p:cNvSpPr txBox="1"/>
          <p:nvPr/>
        </p:nvSpPr>
        <p:spPr>
          <a:xfrm>
            <a:off x="8229600" y="3044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443" name="Shape 207">
            <a:extLst>
              <a:ext uri="{FF2B5EF4-FFF2-40B4-BE49-F238E27FC236}">
                <a16:creationId xmlns:a16="http://schemas.microsoft.com/office/drawing/2014/main" id="{5D88361F-828C-75B9-20A3-B35430FC7F5B}"/>
              </a:ext>
            </a:extLst>
          </p:cNvPr>
          <p:cNvSpPr/>
          <p:nvPr/>
        </p:nvSpPr>
        <p:spPr>
          <a:xfrm>
            <a:off x="8705088" y="3044952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5" name="Text 208">
            <a:extLst>
              <a:ext uri="{FF2B5EF4-FFF2-40B4-BE49-F238E27FC236}">
                <a16:creationId xmlns:a16="http://schemas.microsoft.com/office/drawing/2014/main" id="{F91AC816-16DE-1593-A212-3B12C85B3A9C}"/>
              </a:ext>
            </a:extLst>
          </p:cNvPr>
          <p:cNvSpPr txBox="1"/>
          <p:nvPr/>
        </p:nvSpPr>
        <p:spPr>
          <a:xfrm>
            <a:off x="8705088" y="3044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22</a:t>
            </a:r>
            <a:endParaRPr lang="en-US" sz="1200" dirty="0"/>
          </a:p>
        </p:txBody>
      </p:sp>
      <p:sp>
        <p:nvSpPr>
          <p:cNvPr id="447" name="Shape 209">
            <a:extLst>
              <a:ext uri="{FF2B5EF4-FFF2-40B4-BE49-F238E27FC236}">
                <a16:creationId xmlns:a16="http://schemas.microsoft.com/office/drawing/2014/main" id="{6A19192D-C63E-B379-EA80-2756DB15661F}"/>
              </a:ext>
            </a:extLst>
          </p:cNvPr>
          <p:cNvSpPr/>
          <p:nvPr/>
        </p:nvSpPr>
        <p:spPr>
          <a:xfrm>
            <a:off x="9180576" y="3044952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9" name="Text 210">
            <a:extLst>
              <a:ext uri="{FF2B5EF4-FFF2-40B4-BE49-F238E27FC236}">
                <a16:creationId xmlns:a16="http://schemas.microsoft.com/office/drawing/2014/main" id="{51A4CA55-85F2-CB7A-E080-067EA5165A48}"/>
              </a:ext>
            </a:extLst>
          </p:cNvPr>
          <p:cNvSpPr txBox="1"/>
          <p:nvPr/>
        </p:nvSpPr>
        <p:spPr>
          <a:xfrm>
            <a:off x="9180576" y="3044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24</a:t>
            </a:r>
            <a:endParaRPr lang="en-US" sz="1200" dirty="0"/>
          </a:p>
        </p:txBody>
      </p:sp>
      <p:sp>
        <p:nvSpPr>
          <p:cNvPr id="451" name="Shape 211">
            <a:extLst>
              <a:ext uri="{FF2B5EF4-FFF2-40B4-BE49-F238E27FC236}">
                <a16:creationId xmlns:a16="http://schemas.microsoft.com/office/drawing/2014/main" id="{EC762D07-C5EB-A7F2-ABA9-B529F06C962E}"/>
              </a:ext>
            </a:extLst>
          </p:cNvPr>
          <p:cNvSpPr/>
          <p:nvPr/>
        </p:nvSpPr>
        <p:spPr>
          <a:xfrm>
            <a:off x="9656064" y="3044952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3" name="Text 212">
            <a:extLst>
              <a:ext uri="{FF2B5EF4-FFF2-40B4-BE49-F238E27FC236}">
                <a16:creationId xmlns:a16="http://schemas.microsoft.com/office/drawing/2014/main" id="{61640CE6-535E-9016-6579-9CE32978446E}"/>
              </a:ext>
            </a:extLst>
          </p:cNvPr>
          <p:cNvSpPr txBox="1"/>
          <p:nvPr/>
        </p:nvSpPr>
        <p:spPr>
          <a:xfrm>
            <a:off x="9656064" y="3044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26</a:t>
            </a:r>
            <a:endParaRPr lang="en-US" sz="1200" dirty="0"/>
          </a:p>
        </p:txBody>
      </p:sp>
      <p:sp>
        <p:nvSpPr>
          <p:cNvPr id="455" name="Shape 213">
            <a:extLst>
              <a:ext uri="{FF2B5EF4-FFF2-40B4-BE49-F238E27FC236}">
                <a16:creationId xmlns:a16="http://schemas.microsoft.com/office/drawing/2014/main" id="{D718AF34-35CC-6B46-0C2E-3B2A2BBA98FA}"/>
              </a:ext>
            </a:extLst>
          </p:cNvPr>
          <p:cNvSpPr/>
          <p:nvPr/>
        </p:nvSpPr>
        <p:spPr>
          <a:xfrm>
            <a:off x="10131552" y="3044952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7" name="Text 214">
            <a:extLst>
              <a:ext uri="{FF2B5EF4-FFF2-40B4-BE49-F238E27FC236}">
                <a16:creationId xmlns:a16="http://schemas.microsoft.com/office/drawing/2014/main" id="{9FC00268-97B6-3432-F35B-EEB7EF4BC8EA}"/>
              </a:ext>
            </a:extLst>
          </p:cNvPr>
          <p:cNvSpPr txBox="1"/>
          <p:nvPr/>
        </p:nvSpPr>
        <p:spPr>
          <a:xfrm>
            <a:off x="10131552" y="3044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</p:txBody>
      </p:sp>
      <p:sp>
        <p:nvSpPr>
          <p:cNvPr id="459" name="Shape 215">
            <a:extLst>
              <a:ext uri="{FF2B5EF4-FFF2-40B4-BE49-F238E27FC236}">
                <a16:creationId xmlns:a16="http://schemas.microsoft.com/office/drawing/2014/main" id="{F0C4C58C-0125-D070-D0D2-2B4B776AB040}"/>
              </a:ext>
            </a:extLst>
          </p:cNvPr>
          <p:cNvSpPr/>
          <p:nvPr/>
        </p:nvSpPr>
        <p:spPr>
          <a:xfrm>
            <a:off x="10607040" y="3044952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1" name="Text 216">
            <a:extLst>
              <a:ext uri="{FF2B5EF4-FFF2-40B4-BE49-F238E27FC236}">
                <a16:creationId xmlns:a16="http://schemas.microsoft.com/office/drawing/2014/main" id="{C45C0D28-CF2C-9F38-904E-D509938B4995}"/>
              </a:ext>
            </a:extLst>
          </p:cNvPr>
          <p:cNvSpPr txBox="1"/>
          <p:nvPr/>
        </p:nvSpPr>
        <p:spPr>
          <a:xfrm>
            <a:off x="10607040" y="3044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  <p:sp>
        <p:nvSpPr>
          <p:cNvPr id="463" name="Shape 217">
            <a:extLst>
              <a:ext uri="{FF2B5EF4-FFF2-40B4-BE49-F238E27FC236}">
                <a16:creationId xmlns:a16="http://schemas.microsoft.com/office/drawing/2014/main" id="{97163FB9-3F67-AE48-F273-7D12120DECEF}"/>
              </a:ext>
            </a:extLst>
          </p:cNvPr>
          <p:cNvSpPr/>
          <p:nvPr/>
        </p:nvSpPr>
        <p:spPr>
          <a:xfrm>
            <a:off x="8229600" y="3520440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5" name="Text 218">
            <a:extLst>
              <a:ext uri="{FF2B5EF4-FFF2-40B4-BE49-F238E27FC236}">
                <a16:creationId xmlns:a16="http://schemas.microsoft.com/office/drawing/2014/main" id="{71631934-D60C-E371-5653-8E06F557D552}"/>
              </a:ext>
            </a:extLst>
          </p:cNvPr>
          <p:cNvSpPr txBox="1"/>
          <p:nvPr/>
        </p:nvSpPr>
        <p:spPr>
          <a:xfrm>
            <a:off x="8229600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</p:txBody>
      </p:sp>
      <p:sp>
        <p:nvSpPr>
          <p:cNvPr id="467" name="Shape 219">
            <a:extLst>
              <a:ext uri="{FF2B5EF4-FFF2-40B4-BE49-F238E27FC236}">
                <a16:creationId xmlns:a16="http://schemas.microsoft.com/office/drawing/2014/main" id="{03107980-D849-A5AA-9FD8-6CD7F2CA27E3}"/>
              </a:ext>
            </a:extLst>
          </p:cNvPr>
          <p:cNvSpPr/>
          <p:nvPr/>
        </p:nvSpPr>
        <p:spPr>
          <a:xfrm>
            <a:off x="8705088" y="3520440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9" name="Text 220">
            <a:extLst>
              <a:ext uri="{FF2B5EF4-FFF2-40B4-BE49-F238E27FC236}">
                <a16:creationId xmlns:a16="http://schemas.microsoft.com/office/drawing/2014/main" id="{0CB90824-8A83-8A02-206B-62A75DE994CF}"/>
              </a:ext>
            </a:extLst>
          </p:cNvPr>
          <p:cNvSpPr txBox="1"/>
          <p:nvPr/>
        </p:nvSpPr>
        <p:spPr>
          <a:xfrm>
            <a:off x="8705088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23</a:t>
            </a:r>
            <a:endParaRPr lang="en-US" sz="1200" dirty="0"/>
          </a:p>
        </p:txBody>
      </p:sp>
      <p:sp>
        <p:nvSpPr>
          <p:cNvPr id="471" name="Shape 221">
            <a:extLst>
              <a:ext uri="{FF2B5EF4-FFF2-40B4-BE49-F238E27FC236}">
                <a16:creationId xmlns:a16="http://schemas.microsoft.com/office/drawing/2014/main" id="{0E727E4E-802D-83D1-EB87-92933EF9167E}"/>
              </a:ext>
            </a:extLst>
          </p:cNvPr>
          <p:cNvSpPr/>
          <p:nvPr/>
        </p:nvSpPr>
        <p:spPr>
          <a:xfrm>
            <a:off x="9180576" y="3520440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3" name="Text 222">
            <a:extLst>
              <a:ext uri="{FF2B5EF4-FFF2-40B4-BE49-F238E27FC236}">
                <a16:creationId xmlns:a16="http://schemas.microsoft.com/office/drawing/2014/main" id="{8BF42AFD-8D83-C7FE-7AAF-016137DB4F05}"/>
              </a:ext>
            </a:extLst>
          </p:cNvPr>
          <p:cNvSpPr txBox="1"/>
          <p:nvPr/>
        </p:nvSpPr>
        <p:spPr>
          <a:xfrm>
            <a:off x="9180576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22</a:t>
            </a:r>
            <a:endParaRPr lang="en-US" sz="1200" dirty="0"/>
          </a:p>
        </p:txBody>
      </p:sp>
      <p:sp>
        <p:nvSpPr>
          <p:cNvPr id="475" name="Shape 223">
            <a:extLst>
              <a:ext uri="{FF2B5EF4-FFF2-40B4-BE49-F238E27FC236}">
                <a16:creationId xmlns:a16="http://schemas.microsoft.com/office/drawing/2014/main" id="{2C20031E-F82A-7EC0-D401-5F482104E519}"/>
              </a:ext>
            </a:extLst>
          </p:cNvPr>
          <p:cNvSpPr/>
          <p:nvPr/>
        </p:nvSpPr>
        <p:spPr>
          <a:xfrm>
            <a:off x="9656064" y="3520440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7" name="Text 224">
            <a:extLst>
              <a:ext uri="{FF2B5EF4-FFF2-40B4-BE49-F238E27FC236}">
                <a16:creationId xmlns:a16="http://schemas.microsoft.com/office/drawing/2014/main" id="{BE054A2E-E744-D7E1-7BA3-E99029CD2CCB}"/>
              </a:ext>
            </a:extLst>
          </p:cNvPr>
          <p:cNvSpPr txBox="1"/>
          <p:nvPr/>
        </p:nvSpPr>
        <p:spPr>
          <a:xfrm>
            <a:off x="9656064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25</a:t>
            </a:r>
            <a:endParaRPr lang="en-US" sz="1200" dirty="0"/>
          </a:p>
        </p:txBody>
      </p:sp>
      <p:sp>
        <p:nvSpPr>
          <p:cNvPr id="479" name="Shape 225">
            <a:extLst>
              <a:ext uri="{FF2B5EF4-FFF2-40B4-BE49-F238E27FC236}">
                <a16:creationId xmlns:a16="http://schemas.microsoft.com/office/drawing/2014/main" id="{CB3AD520-F651-4B4C-394B-78553B06B5A5}"/>
              </a:ext>
            </a:extLst>
          </p:cNvPr>
          <p:cNvSpPr/>
          <p:nvPr/>
        </p:nvSpPr>
        <p:spPr>
          <a:xfrm>
            <a:off x="10131552" y="3520440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1" name="Text 226">
            <a:extLst>
              <a:ext uri="{FF2B5EF4-FFF2-40B4-BE49-F238E27FC236}">
                <a16:creationId xmlns:a16="http://schemas.microsoft.com/office/drawing/2014/main" id="{7C11C7EE-7FB5-84BC-C4DC-43AF564C15A6}"/>
              </a:ext>
            </a:extLst>
          </p:cNvPr>
          <p:cNvSpPr txBox="1"/>
          <p:nvPr/>
        </p:nvSpPr>
        <p:spPr>
          <a:xfrm>
            <a:off x="10131552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</p:txBody>
      </p:sp>
      <p:sp>
        <p:nvSpPr>
          <p:cNvPr id="483" name="Shape 227">
            <a:extLst>
              <a:ext uri="{FF2B5EF4-FFF2-40B4-BE49-F238E27FC236}">
                <a16:creationId xmlns:a16="http://schemas.microsoft.com/office/drawing/2014/main" id="{0E8F35F6-D5D0-D427-E2F2-0310065CBFB5}"/>
              </a:ext>
            </a:extLst>
          </p:cNvPr>
          <p:cNvSpPr/>
          <p:nvPr/>
        </p:nvSpPr>
        <p:spPr>
          <a:xfrm>
            <a:off x="10607040" y="3520440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5" name="Text 228">
            <a:extLst>
              <a:ext uri="{FF2B5EF4-FFF2-40B4-BE49-F238E27FC236}">
                <a16:creationId xmlns:a16="http://schemas.microsoft.com/office/drawing/2014/main" id="{112AE023-9364-1CA0-BF86-AA48C23232B4}"/>
              </a:ext>
            </a:extLst>
          </p:cNvPr>
          <p:cNvSpPr txBox="1"/>
          <p:nvPr/>
        </p:nvSpPr>
        <p:spPr>
          <a:xfrm>
            <a:off x="10607040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487" name="Shape 229">
            <a:extLst>
              <a:ext uri="{FF2B5EF4-FFF2-40B4-BE49-F238E27FC236}">
                <a16:creationId xmlns:a16="http://schemas.microsoft.com/office/drawing/2014/main" id="{C31A45ED-BC66-571A-652A-2ACC104D471E}"/>
              </a:ext>
            </a:extLst>
          </p:cNvPr>
          <p:cNvSpPr/>
          <p:nvPr/>
        </p:nvSpPr>
        <p:spPr>
          <a:xfrm>
            <a:off x="8229600" y="1618488"/>
            <a:ext cx="1426464" cy="1426464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EFA1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9" name="Text 230">
            <a:extLst>
              <a:ext uri="{FF2B5EF4-FFF2-40B4-BE49-F238E27FC236}">
                <a16:creationId xmlns:a16="http://schemas.microsoft.com/office/drawing/2014/main" id="{2643C7F9-63E5-36B6-68A8-F47CD3278CD1}"/>
              </a:ext>
            </a:extLst>
          </p:cNvPr>
          <p:cNvSpPr txBox="1"/>
          <p:nvPr/>
        </p:nvSpPr>
        <p:spPr>
          <a:xfrm>
            <a:off x="8229600" y="4069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  <a:ea typeface="Calibri" pitchFamily="34" charset="-122"/>
                <a:cs typeface="Calibri" pitchFamily="34" charset="-120"/>
              </a:rPr>
              <a:t>…then the next row</a:t>
            </a:r>
            <a:endParaRPr lang="en-US" sz="1600" dirty="0"/>
          </a:p>
        </p:txBody>
      </p:sp>
      <p:sp>
        <p:nvSpPr>
          <p:cNvPr id="491" name="Shape 231">
            <a:extLst>
              <a:ext uri="{FF2B5EF4-FFF2-40B4-BE49-F238E27FC236}">
                <a16:creationId xmlns:a16="http://schemas.microsoft.com/office/drawing/2014/main" id="{8DDC5832-8BA1-3D42-A69E-101765B73EF4}"/>
              </a:ext>
            </a:extLst>
          </p:cNvPr>
          <p:cNvSpPr/>
          <p:nvPr/>
        </p:nvSpPr>
        <p:spPr>
          <a:xfrm>
            <a:off x="457200" y="4754880"/>
            <a:ext cx="594360" cy="59436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3" name="Text 232">
            <a:extLst>
              <a:ext uri="{FF2B5EF4-FFF2-40B4-BE49-F238E27FC236}">
                <a16:creationId xmlns:a16="http://schemas.microsoft.com/office/drawing/2014/main" id="{CCCD3DF4-92B8-79C1-1E1C-DDD5D18818E6}"/>
              </a:ext>
            </a:extLst>
          </p:cNvPr>
          <p:cNvSpPr txBox="1"/>
          <p:nvPr/>
        </p:nvSpPr>
        <p:spPr>
          <a:xfrm>
            <a:off x="457200" y="4754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95" name="Text 233">
            <a:extLst>
              <a:ext uri="{FF2B5EF4-FFF2-40B4-BE49-F238E27FC236}">
                <a16:creationId xmlns:a16="http://schemas.microsoft.com/office/drawing/2014/main" id="{3EB6F96E-10C7-F4A5-865A-761F632F696F}"/>
              </a:ext>
            </a:extLst>
          </p:cNvPr>
          <p:cNvSpPr txBox="1"/>
          <p:nvPr/>
        </p:nvSpPr>
        <p:spPr>
          <a:xfrm>
            <a:off x="1188720" y="4709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ea typeface="Calibri" pitchFamily="34" charset="-122"/>
                <a:cs typeface="Calibri" pitchFamily="34" charset="-120"/>
              </a:rPr>
              <a:t>Place</a:t>
            </a:r>
            <a:endParaRPr lang="en-US" sz="2000" dirty="0"/>
          </a:p>
        </p:txBody>
      </p:sp>
      <p:sp>
        <p:nvSpPr>
          <p:cNvPr id="497" name="Text 234">
            <a:extLst>
              <a:ext uri="{FF2B5EF4-FFF2-40B4-BE49-F238E27FC236}">
                <a16:creationId xmlns:a16="http://schemas.microsoft.com/office/drawing/2014/main" id="{119759D5-217E-4BDD-2205-71C7E594D09E}"/>
              </a:ext>
            </a:extLst>
          </p:cNvPr>
          <p:cNvSpPr txBox="1"/>
          <p:nvPr/>
        </p:nvSpPr>
        <p:spPr>
          <a:xfrm>
            <a:off x="1188720" y="50749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ea typeface="Calibri" pitchFamily="34" charset="-122"/>
                <a:cs typeface="Calibri" pitchFamily="34" charset="-120"/>
              </a:rPr>
              <a:t>the window on a pixel</a:t>
            </a:r>
            <a:endParaRPr lang="en-US" sz="1600" dirty="0"/>
          </a:p>
        </p:txBody>
      </p:sp>
      <p:sp>
        <p:nvSpPr>
          <p:cNvPr id="499" name="Shape 235">
            <a:extLst>
              <a:ext uri="{FF2B5EF4-FFF2-40B4-BE49-F238E27FC236}">
                <a16:creationId xmlns:a16="http://schemas.microsoft.com/office/drawing/2014/main" id="{66CA6E7E-7F11-2F6A-1EB2-776715ECA82A}"/>
              </a:ext>
            </a:extLst>
          </p:cNvPr>
          <p:cNvSpPr/>
          <p:nvPr/>
        </p:nvSpPr>
        <p:spPr>
          <a:xfrm>
            <a:off x="3337560" y="4754880"/>
            <a:ext cx="594360" cy="59436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1" name="Text 236">
            <a:extLst>
              <a:ext uri="{FF2B5EF4-FFF2-40B4-BE49-F238E27FC236}">
                <a16:creationId xmlns:a16="http://schemas.microsoft.com/office/drawing/2014/main" id="{5B657C48-B4A6-40B1-B0E4-BF88ECC7024C}"/>
              </a:ext>
            </a:extLst>
          </p:cNvPr>
          <p:cNvSpPr txBox="1"/>
          <p:nvPr/>
        </p:nvSpPr>
        <p:spPr>
          <a:xfrm>
            <a:off x="3337560" y="4754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503" name="Text 237">
            <a:extLst>
              <a:ext uri="{FF2B5EF4-FFF2-40B4-BE49-F238E27FC236}">
                <a16:creationId xmlns:a16="http://schemas.microsoft.com/office/drawing/2014/main" id="{FCE5242C-7E3F-07E3-2F05-152C7727D2C6}"/>
              </a:ext>
            </a:extLst>
          </p:cNvPr>
          <p:cNvSpPr txBox="1"/>
          <p:nvPr/>
        </p:nvSpPr>
        <p:spPr>
          <a:xfrm>
            <a:off x="4069080" y="4709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ea typeface="Calibri" pitchFamily="34" charset="-122"/>
                <a:cs typeface="Calibri" pitchFamily="34" charset="-120"/>
              </a:rPr>
              <a:t>Combine</a:t>
            </a:r>
            <a:endParaRPr lang="en-US" sz="2000" dirty="0"/>
          </a:p>
        </p:txBody>
      </p:sp>
      <p:sp>
        <p:nvSpPr>
          <p:cNvPr id="505" name="Text 238">
            <a:extLst>
              <a:ext uri="{FF2B5EF4-FFF2-40B4-BE49-F238E27FC236}">
                <a16:creationId xmlns:a16="http://schemas.microsoft.com/office/drawing/2014/main" id="{EECB5DAF-58E6-A8B8-67EA-04D03251543B}"/>
              </a:ext>
            </a:extLst>
          </p:cNvPr>
          <p:cNvSpPr txBox="1"/>
          <p:nvPr/>
        </p:nvSpPr>
        <p:spPr>
          <a:xfrm>
            <a:off x="4069080" y="50749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ea typeface="Calibri" pitchFamily="34" charset="-122"/>
                <a:cs typeface="Calibri" pitchFamily="34" charset="-120"/>
              </a:rPr>
              <a:t>the 9 numbers with a rule</a:t>
            </a:r>
            <a:endParaRPr lang="en-US" sz="1600" dirty="0"/>
          </a:p>
        </p:txBody>
      </p:sp>
      <p:sp>
        <p:nvSpPr>
          <p:cNvPr id="507" name="Shape 239">
            <a:extLst>
              <a:ext uri="{FF2B5EF4-FFF2-40B4-BE49-F238E27FC236}">
                <a16:creationId xmlns:a16="http://schemas.microsoft.com/office/drawing/2014/main" id="{AD854C11-C3D2-07E1-0250-BC692DB1634C}"/>
              </a:ext>
            </a:extLst>
          </p:cNvPr>
          <p:cNvSpPr/>
          <p:nvPr/>
        </p:nvSpPr>
        <p:spPr>
          <a:xfrm>
            <a:off x="6217920" y="4754880"/>
            <a:ext cx="594360" cy="59436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9" name="Text 240">
            <a:extLst>
              <a:ext uri="{FF2B5EF4-FFF2-40B4-BE49-F238E27FC236}">
                <a16:creationId xmlns:a16="http://schemas.microsoft.com/office/drawing/2014/main" id="{C2675D2F-5E17-555F-43D5-F313F63B7C0D}"/>
              </a:ext>
            </a:extLst>
          </p:cNvPr>
          <p:cNvSpPr txBox="1"/>
          <p:nvPr/>
        </p:nvSpPr>
        <p:spPr>
          <a:xfrm>
            <a:off x="6217920" y="4754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511" name="Text 241">
            <a:extLst>
              <a:ext uri="{FF2B5EF4-FFF2-40B4-BE49-F238E27FC236}">
                <a16:creationId xmlns:a16="http://schemas.microsoft.com/office/drawing/2014/main" id="{6DC82EF7-6C30-D1E0-22A2-B63B97E542FF}"/>
              </a:ext>
            </a:extLst>
          </p:cNvPr>
          <p:cNvSpPr txBox="1"/>
          <p:nvPr/>
        </p:nvSpPr>
        <p:spPr>
          <a:xfrm>
            <a:off x="6949440" y="4709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ea typeface="Calibri" pitchFamily="34" charset="-122"/>
                <a:cs typeface="Calibri" pitchFamily="34" charset="-120"/>
              </a:rPr>
              <a:t>Write</a:t>
            </a:r>
            <a:endParaRPr lang="en-US" sz="2000" dirty="0"/>
          </a:p>
        </p:txBody>
      </p:sp>
      <p:sp>
        <p:nvSpPr>
          <p:cNvPr id="513" name="Text 242">
            <a:extLst>
              <a:ext uri="{FF2B5EF4-FFF2-40B4-BE49-F238E27FC236}">
                <a16:creationId xmlns:a16="http://schemas.microsoft.com/office/drawing/2014/main" id="{740A1DB1-5C0E-6831-910F-51EE1ECE1C1A}"/>
              </a:ext>
            </a:extLst>
          </p:cNvPr>
          <p:cNvSpPr txBox="1"/>
          <p:nvPr/>
        </p:nvSpPr>
        <p:spPr>
          <a:xfrm>
            <a:off x="6949440" y="50749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ea typeface="Calibri" pitchFamily="34" charset="-122"/>
                <a:cs typeface="Calibri" pitchFamily="34" charset="-120"/>
              </a:rPr>
              <a:t>the answer in the new image</a:t>
            </a:r>
            <a:endParaRPr lang="en-US" sz="1600" dirty="0"/>
          </a:p>
        </p:txBody>
      </p:sp>
      <p:sp>
        <p:nvSpPr>
          <p:cNvPr id="515" name="Shape 243">
            <a:extLst>
              <a:ext uri="{FF2B5EF4-FFF2-40B4-BE49-F238E27FC236}">
                <a16:creationId xmlns:a16="http://schemas.microsoft.com/office/drawing/2014/main" id="{762BE0FA-2960-0746-4049-261809C685D1}"/>
              </a:ext>
            </a:extLst>
          </p:cNvPr>
          <p:cNvSpPr/>
          <p:nvPr/>
        </p:nvSpPr>
        <p:spPr>
          <a:xfrm>
            <a:off x="9098280" y="4754880"/>
            <a:ext cx="594360" cy="59436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7" name="Text 244">
            <a:extLst>
              <a:ext uri="{FF2B5EF4-FFF2-40B4-BE49-F238E27FC236}">
                <a16:creationId xmlns:a16="http://schemas.microsoft.com/office/drawing/2014/main" id="{C8923F8B-F184-13E7-0441-0B8C32CF339F}"/>
              </a:ext>
            </a:extLst>
          </p:cNvPr>
          <p:cNvSpPr txBox="1"/>
          <p:nvPr/>
        </p:nvSpPr>
        <p:spPr>
          <a:xfrm>
            <a:off x="9098280" y="4754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519" name="Text 245">
            <a:extLst>
              <a:ext uri="{FF2B5EF4-FFF2-40B4-BE49-F238E27FC236}">
                <a16:creationId xmlns:a16="http://schemas.microsoft.com/office/drawing/2014/main" id="{B2ECA5AD-07FA-56FC-2576-F2E600C2AAE8}"/>
              </a:ext>
            </a:extLst>
          </p:cNvPr>
          <p:cNvSpPr txBox="1"/>
          <p:nvPr/>
        </p:nvSpPr>
        <p:spPr>
          <a:xfrm>
            <a:off x="9829800" y="4709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ea typeface="Calibri" pitchFamily="34" charset="-122"/>
                <a:cs typeface="Calibri" pitchFamily="34" charset="-120"/>
              </a:rPr>
              <a:t>Slide</a:t>
            </a:r>
            <a:endParaRPr lang="en-US" sz="2000" dirty="0"/>
          </a:p>
        </p:txBody>
      </p:sp>
      <p:sp>
        <p:nvSpPr>
          <p:cNvPr id="521" name="Text 246">
            <a:extLst>
              <a:ext uri="{FF2B5EF4-FFF2-40B4-BE49-F238E27FC236}">
                <a16:creationId xmlns:a16="http://schemas.microsoft.com/office/drawing/2014/main" id="{99D11EFF-A5B8-8DC6-EB73-E2609C20036D}"/>
              </a:ext>
            </a:extLst>
          </p:cNvPr>
          <p:cNvSpPr txBox="1"/>
          <p:nvPr/>
        </p:nvSpPr>
        <p:spPr>
          <a:xfrm>
            <a:off x="9829800" y="50749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ea typeface="Calibri" pitchFamily="34" charset="-122"/>
                <a:cs typeface="Calibri" pitchFamily="34" charset="-120"/>
              </a:rPr>
              <a:t>to the next pixel and repeat</a:t>
            </a:r>
            <a:endParaRPr lang="en-US" sz="1600" dirty="0"/>
          </a:p>
        </p:txBody>
      </p:sp>
      <p:sp>
        <p:nvSpPr>
          <p:cNvPr id="523" name="Text 247">
            <a:extLst>
              <a:ext uri="{FF2B5EF4-FFF2-40B4-BE49-F238E27FC236}">
                <a16:creationId xmlns:a16="http://schemas.microsoft.com/office/drawing/2014/main" id="{FDB57F63-DF3A-5ACC-E57E-F9E29C4D3E7D}"/>
              </a:ext>
            </a:extLst>
          </p:cNvPr>
          <p:cNvSpPr txBox="1"/>
          <p:nvPr/>
        </p:nvSpPr>
        <p:spPr>
          <a:xfrm>
            <a:off x="2408825" y="5835572"/>
            <a:ext cx="7362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8E0B"/>
                </a:solidFill>
                <a:ea typeface="Calibri" pitchFamily="34" charset="-122"/>
                <a:cs typeface="Calibri" pitchFamily="34" charset="-120"/>
              </a:rPr>
              <a:t>The main difference between filters is how Step 2 combines the neighborhood values.</a:t>
            </a:r>
            <a:endParaRPr lang="en-US" sz="1600" dirty="0"/>
          </a:p>
        </p:txBody>
      </p:sp>
      <p:sp>
        <p:nvSpPr>
          <p:cNvPr id="525" name="Parallelogram 41">
            <a:extLst>
              <a:ext uri="{FF2B5EF4-FFF2-40B4-BE49-F238E27FC236}">
                <a16:creationId xmlns:a16="http://schemas.microsoft.com/office/drawing/2014/main" id="{1445F428-91B7-5B8C-5CA9-C3E2449FAD1B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9/33</a:t>
            </a:r>
          </a:p>
        </p:txBody>
      </p:sp>
    </p:spTree>
    <p:extLst>
      <p:ext uri="{BB962C8B-B14F-4D97-AF65-F5344CB8AC3E}">
        <p14:creationId xmlns:p14="http://schemas.microsoft.com/office/powerpoint/2010/main" val="393613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B803B-593D-5BD3-399F-7410FD7DF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73E8F9A-104E-DC27-5F09-519818E134BB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E6F14CC2-9381-8A2B-F458-B24CB1856E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CB822E2-DF9E-8E35-193A-E4D3264F5767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310527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59EFFD4-7F43-577E-FA66-853990051C4D}"/>
              </a:ext>
            </a:extLst>
          </p:cNvPr>
          <p:cNvSpPr txBox="1"/>
          <p:nvPr/>
        </p:nvSpPr>
        <p:spPr>
          <a:xfrm>
            <a:off x="550276" y="364476"/>
            <a:ext cx="60583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The math of linear spatial filtering </a:t>
            </a:r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AD40F515-3F93-794A-2851-1745098D8AB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372F7F4-8B3F-43B9-AB43-28C11A5298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pic>
        <p:nvPicPr>
          <p:cNvPr id="7" name="Image 2" descr="eq/sf.png">
            <a:extLst>
              <a:ext uri="{FF2B5EF4-FFF2-40B4-BE49-F238E27FC236}">
                <a16:creationId xmlns:a16="http://schemas.microsoft.com/office/drawing/2014/main" id="{3BB20977-FB53-B5B2-170B-CA68AA835E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1123182"/>
            <a:ext cx="6953250" cy="1190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9">
                <a:extLst>
                  <a:ext uri="{FF2B5EF4-FFF2-40B4-BE49-F238E27FC236}">
                    <a16:creationId xmlns:a16="http://schemas.microsoft.com/office/drawing/2014/main" id="{4C26F590-2F7D-BEED-E9D1-D97915534980}"/>
                  </a:ext>
                </a:extLst>
              </p:cNvPr>
              <p:cNvSpPr txBox="1"/>
              <p:nvPr/>
            </p:nvSpPr>
            <p:spPr>
              <a:xfrm>
                <a:off x="822960" y="2526030"/>
                <a:ext cx="2103120" cy="5486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000" b="1" i="1" dirty="0" smtClean="0">
                          <a:solidFill>
                            <a:srgbClr val="EFA135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𝒈</m:t>
                      </m:r>
                      <m:r>
                        <a:rPr lang="en-US" sz="2000" b="1" i="1" dirty="0" smtClean="0">
                          <a:solidFill>
                            <a:srgbClr val="EFA135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(</m:t>
                      </m:r>
                      <m:r>
                        <a:rPr lang="en-US" sz="2000" b="1" i="1" dirty="0" smtClean="0">
                          <a:solidFill>
                            <a:srgbClr val="EFA135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𝒙</m:t>
                      </m:r>
                      <m:r>
                        <a:rPr lang="en-US" sz="2000" b="1" i="1" dirty="0" smtClean="0">
                          <a:solidFill>
                            <a:srgbClr val="EFA135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, </m:t>
                      </m:r>
                      <m:r>
                        <a:rPr lang="en-US" sz="2000" b="1" i="1" dirty="0" smtClean="0">
                          <a:solidFill>
                            <a:srgbClr val="EFA135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𝒚</m:t>
                      </m:r>
                      <m:r>
                        <a:rPr lang="en-US" sz="2000" b="1" i="1" dirty="0" smtClean="0">
                          <a:solidFill>
                            <a:srgbClr val="EFA135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" name="Text 9">
                <a:extLst>
                  <a:ext uri="{FF2B5EF4-FFF2-40B4-BE49-F238E27FC236}">
                    <a16:creationId xmlns:a16="http://schemas.microsoft.com/office/drawing/2014/main" id="{4C26F590-2F7D-BEED-E9D1-D979155349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2526030"/>
                <a:ext cx="2103120" cy="548640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10">
            <a:extLst>
              <a:ext uri="{FF2B5EF4-FFF2-40B4-BE49-F238E27FC236}">
                <a16:creationId xmlns:a16="http://schemas.microsoft.com/office/drawing/2014/main" id="{822E1F32-4057-D925-AF02-8FEB583544BF}"/>
              </a:ext>
            </a:extLst>
          </p:cNvPr>
          <p:cNvSpPr txBox="1"/>
          <p:nvPr/>
        </p:nvSpPr>
        <p:spPr>
          <a:xfrm>
            <a:off x="3017520" y="252603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pixel value we are computing</a:t>
            </a:r>
            <a:endParaRPr lang="en-US" sz="1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11">
                <a:extLst>
                  <a:ext uri="{FF2B5EF4-FFF2-40B4-BE49-F238E27FC236}">
                    <a16:creationId xmlns:a16="http://schemas.microsoft.com/office/drawing/2014/main" id="{3CFE4A3C-210B-330C-5890-72D97D06640C}"/>
                  </a:ext>
                </a:extLst>
              </p:cNvPr>
              <p:cNvSpPr txBox="1"/>
              <p:nvPr/>
            </p:nvSpPr>
            <p:spPr>
              <a:xfrm>
                <a:off x="822960" y="3303270"/>
                <a:ext cx="2103120" cy="5486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0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𝒇</m:t>
                      </m:r>
                      <m:r>
                        <a:rPr lang="en-US" sz="20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(</m:t>
                      </m:r>
                      <m:r>
                        <a:rPr lang="en-US" sz="20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𝒙</m:t>
                      </m:r>
                      <m:r>
                        <a:rPr lang="en-US" sz="20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+</m:t>
                      </m:r>
                      <m:r>
                        <a:rPr lang="en-US" sz="20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𝒔</m:t>
                      </m:r>
                      <m:r>
                        <a:rPr lang="en-US" sz="20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, </m:t>
                      </m:r>
                      <m:r>
                        <a:rPr lang="en-US" sz="20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𝒚</m:t>
                      </m:r>
                      <m:r>
                        <a:rPr lang="en-US" sz="20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+</m:t>
                      </m:r>
                      <m:r>
                        <a:rPr lang="en-US" sz="20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𝒕</m:t>
                      </m:r>
                      <m:r>
                        <a:rPr lang="en-US" sz="20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7" name="Text 11">
                <a:extLst>
                  <a:ext uri="{FF2B5EF4-FFF2-40B4-BE49-F238E27FC236}">
                    <a16:creationId xmlns:a16="http://schemas.microsoft.com/office/drawing/2014/main" id="{3CFE4A3C-210B-330C-5890-72D97D0664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3303270"/>
                <a:ext cx="2103120" cy="548640"/>
              </a:xfrm>
              <a:prstGeom prst="rect">
                <a:avLst/>
              </a:prstGeom>
              <a:blipFill>
                <a:blip r:embed="rId7"/>
                <a:stretch>
                  <a:fillRect b="-555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12">
            <a:extLst>
              <a:ext uri="{FF2B5EF4-FFF2-40B4-BE49-F238E27FC236}">
                <a16:creationId xmlns:a16="http://schemas.microsoft.com/office/drawing/2014/main" id="{6EB96EE4-0D5F-5F7C-78FA-1CDC7C61652E}"/>
              </a:ext>
            </a:extLst>
          </p:cNvPr>
          <p:cNvSpPr txBox="1"/>
          <p:nvPr/>
        </p:nvSpPr>
        <p:spPr>
          <a:xfrm>
            <a:off x="3017520" y="330327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old pixel inside the 3 × 3 window</a:t>
            </a:r>
            <a:endParaRPr lang="en-US" sz="1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13">
                <a:extLst>
                  <a:ext uri="{FF2B5EF4-FFF2-40B4-BE49-F238E27FC236}">
                    <a16:creationId xmlns:a16="http://schemas.microsoft.com/office/drawing/2014/main" id="{75052F03-CD29-78DF-B6BC-9931B9663EC1}"/>
                  </a:ext>
                </a:extLst>
              </p:cNvPr>
              <p:cNvSpPr txBox="1"/>
              <p:nvPr/>
            </p:nvSpPr>
            <p:spPr>
              <a:xfrm>
                <a:off x="822960" y="4080510"/>
                <a:ext cx="2103120" cy="5486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0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𝒘</m:t>
                      </m:r>
                      <m:r>
                        <a:rPr lang="en-US" sz="20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(</m:t>
                      </m:r>
                      <m:r>
                        <a:rPr lang="en-US" sz="20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𝒔</m:t>
                      </m:r>
                      <m:r>
                        <a:rPr lang="en-US" sz="20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, </m:t>
                      </m:r>
                      <m:r>
                        <a:rPr lang="en-US" sz="20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𝒕</m:t>
                      </m:r>
                      <m:r>
                        <a:rPr lang="en-US" sz="20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4" name="Text 13">
                <a:extLst>
                  <a:ext uri="{FF2B5EF4-FFF2-40B4-BE49-F238E27FC236}">
                    <a16:creationId xmlns:a16="http://schemas.microsoft.com/office/drawing/2014/main" id="{75052F03-CD29-78DF-B6BC-9931B9663E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4080510"/>
                <a:ext cx="2103120" cy="548640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 14">
            <a:extLst>
              <a:ext uri="{FF2B5EF4-FFF2-40B4-BE49-F238E27FC236}">
                <a16:creationId xmlns:a16="http://schemas.microsoft.com/office/drawing/2014/main" id="{80C23B53-FAC0-A33D-7B80-83826A722E3B}"/>
              </a:ext>
            </a:extLst>
          </p:cNvPr>
          <p:cNvSpPr txBox="1"/>
          <p:nvPr/>
        </p:nvSpPr>
        <p:spPr>
          <a:xfrm>
            <a:off x="3017520" y="408051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weight: how much that pixel counts</a:t>
            </a:r>
            <a:endParaRPr lang="en-US" sz="1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 15">
                <a:extLst>
                  <a:ext uri="{FF2B5EF4-FFF2-40B4-BE49-F238E27FC236}">
                    <a16:creationId xmlns:a16="http://schemas.microsoft.com/office/drawing/2014/main" id="{A7DA6D2F-869E-EEBC-D967-D40617B190C3}"/>
                  </a:ext>
                </a:extLst>
              </p:cNvPr>
              <p:cNvSpPr txBox="1"/>
              <p:nvPr/>
            </p:nvSpPr>
            <p:spPr>
              <a:xfrm>
                <a:off x="822960" y="4857750"/>
                <a:ext cx="2103120" cy="5486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000" b="1" i="0" dirty="0" smtClean="0">
                          <a:solidFill>
                            <a:srgbClr val="16A99A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𝚺</m:t>
                      </m:r>
                      <m:r>
                        <a:rPr lang="en-US" sz="2000" b="1" i="1" dirty="0">
                          <a:solidFill>
                            <a:srgbClr val="16A99A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 </m:t>
                      </m:r>
                      <m:r>
                        <a:rPr lang="en-US" sz="2000" b="1" i="0" dirty="0">
                          <a:solidFill>
                            <a:srgbClr val="16A99A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𝚺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2" name="Text 15">
                <a:extLst>
                  <a:ext uri="{FF2B5EF4-FFF2-40B4-BE49-F238E27FC236}">
                    <a16:creationId xmlns:a16="http://schemas.microsoft.com/office/drawing/2014/main" id="{A7DA6D2F-869E-EEBC-D967-D40617B190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4857750"/>
                <a:ext cx="2103120" cy="548640"/>
              </a:xfrm>
              <a:prstGeom prst="rect">
                <a:avLst/>
              </a:prstGeom>
              <a:blipFill>
                <a:blip r:embed="rId9"/>
                <a:stretch>
                  <a:fillRect b="-555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 16">
            <a:extLst>
              <a:ext uri="{FF2B5EF4-FFF2-40B4-BE49-F238E27FC236}">
                <a16:creationId xmlns:a16="http://schemas.microsoft.com/office/drawing/2014/main" id="{038B9E16-97DA-AACA-2A41-C16F2E8A316D}"/>
              </a:ext>
            </a:extLst>
          </p:cNvPr>
          <p:cNvSpPr txBox="1"/>
          <p:nvPr/>
        </p:nvSpPr>
        <p:spPr>
          <a:xfrm>
            <a:off x="3017520" y="485775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up all 9 products (s and t go −1, 0, +1)</a:t>
            </a:r>
            <a:endParaRPr lang="en-US" sz="1900" dirty="0"/>
          </a:p>
        </p:txBody>
      </p:sp>
      <p:sp>
        <p:nvSpPr>
          <p:cNvPr id="37" name="Shape 17">
            <a:extLst>
              <a:ext uri="{FF2B5EF4-FFF2-40B4-BE49-F238E27FC236}">
                <a16:creationId xmlns:a16="http://schemas.microsoft.com/office/drawing/2014/main" id="{E4ACA0D7-F029-095D-9F73-0589F0E9DFB9}"/>
              </a:ext>
            </a:extLst>
          </p:cNvPr>
          <p:cNvSpPr/>
          <p:nvPr/>
        </p:nvSpPr>
        <p:spPr>
          <a:xfrm>
            <a:off x="8724900" y="2651760"/>
            <a:ext cx="868680" cy="868680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 18">
                <a:extLst>
                  <a:ext uri="{FF2B5EF4-FFF2-40B4-BE49-F238E27FC236}">
                    <a16:creationId xmlns:a16="http://schemas.microsoft.com/office/drawing/2014/main" id="{9C0AB59F-8511-5126-3C74-AE3995B4FFFC}"/>
                  </a:ext>
                </a:extLst>
              </p:cNvPr>
              <p:cNvSpPr txBox="1"/>
              <p:nvPr/>
            </p:nvSpPr>
            <p:spPr>
              <a:xfrm>
                <a:off x="8724900" y="2651760"/>
                <a:ext cx="868680" cy="8686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1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𝒘</m:t>
                      </m:r>
                      <m:r>
                        <a:rPr lang="en-US" sz="11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(−</m:t>
                      </m:r>
                      <m:r>
                        <a:rPr lang="en-US" sz="11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𝟏</m:t>
                      </m:r>
                      <m:r>
                        <a:rPr lang="en-US" sz="11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,−</m:t>
                      </m:r>
                      <m:r>
                        <a:rPr lang="en-US" sz="11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𝟏</m:t>
                      </m:r>
                      <m:r>
                        <a:rPr lang="en-US" sz="11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0" name="Text 18">
                <a:extLst>
                  <a:ext uri="{FF2B5EF4-FFF2-40B4-BE49-F238E27FC236}">
                    <a16:creationId xmlns:a16="http://schemas.microsoft.com/office/drawing/2014/main" id="{9C0AB59F-8511-5126-3C74-AE3995B4FF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4900" y="2651760"/>
                <a:ext cx="868680" cy="86868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Shape 19">
            <a:extLst>
              <a:ext uri="{FF2B5EF4-FFF2-40B4-BE49-F238E27FC236}">
                <a16:creationId xmlns:a16="http://schemas.microsoft.com/office/drawing/2014/main" id="{2506C2AF-12BF-FA03-65D6-B93FB31DFC99}"/>
              </a:ext>
            </a:extLst>
          </p:cNvPr>
          <p:cNvSpPr/>
          <p:nvPr/>
        </p:nvSpPr>
        <p:spPr>
          <a:xfrm>
            <a:off x="9593580" y="2651760"/>
            <a:ext cx="868680" cy="868680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 20">
                <a:extLst>
                  <a:ext uri="{FF2B5EF4-FFF2-40B4-BE49-F238E27FC236}">
                    <a16:creationId xmlns:a16="http://schemas.microsoft.com/office/drawing/2014/main" id="{F3AD1ABC-60E7-C592-76E2-FBC8AED239B7}"/>
                  </a:ext>
                </a:extLst>
              </p:cNvPr>
              <p:cNvSpPr txBox="1"/>
              <p:nvPr/>
            </p:nvSpPr>
            <p:spPr>
              <a:xfrm>
                <a:off x="9593580" y="2651760"/>
                <a:ext cx="868680" cy="8686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1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𝒘</m:t>
                      </m:r>
                      <m:r>
                        <a:rPr lang="en-US" sz="11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(−</m:t>
                      </m:r>
                      <m:r>
                        <a:rPr lang="en-US" sz="11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𝟏</m:t>
                      </m:r>
                      <m:r>
                        <a:rPr lang="en-US" sz="11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,</m:t>
                      </m:r>
                      <m:r>
                        <a:rPr lang="en-US" sz="11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𝟎</m:t>
                      </m:r>
                      <m:r>
                        <a:rPr lang="en-US" sz="11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5" name="Text 20">
                <a:extLst>
                  <a:ext uri="{FF2B5EF4-FFF2-40B4-BE49-F238E27FC236}">
                    <a16:creationId xmlns:a16="http://schemas.microsoft.com/office/drawing/2014/main" id="{F3AD1ABC-60E7-C592-76E2-FBC8AED239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3580" y="2651760"/>
                <a:ext cx="868680" cy="86868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Shape 21">
            <a:extLst>
              <a:ext uri="{FF2B5EF4-FFF2-40B4-BE49-F238E27FC236}">
                <a16:creationId xmlns:a16="http://schemas.microsoft.com/office/drawing/2014/main" id="{D110ACB5-AB6A-718F-D808-EEA2E415772E}"/>
              </a:ext>
            </a:extLst>
          </p:cNvPr>
          <p:cNvSpPr/>
          <p:nvPr/>
        </p:nvSpPr>
        <p:spPr>
          <a:xfrm>
            <a:off x="10462260" y="2651760"/>
            <a:ext cx="868680" cy="868680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 22">
                <a:extLst>
                  <a:ext uri="{FF2B5EF4-FFF2-40B4-BE49-F238E27FC236}">
                    <a16:creationId xmlns:a16="http://schemas.microsoft.com/office/drawing/2014/main" id="{93D40276-C6E6-3055-DAA6-42DC17D2241F}"/>
                  </a:ext>
                </a:extLst>
              </p:cNvPr>
              <p:cNvSpPr txBox="1"/>
              <p:nvPr/>
            </p:nvSpPr>
            <p:spPr>
              <a:xfrm>
                <a:off x="10462260" y="2651760"/>
                <a:ext cx="868680" cy="8686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1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𝒘</m:t>
                      </m:r>
                      <m:r>
                        <a:rPr lang="en-US" sz="11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(−</m:t>
                      </m:r>
                      <m:r>
                        <a:rPr lang="en-US" sz="11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𝟏</m:t>
                      </m:r>
                      <m:r>
                        <a:rPr lang="en-US" sz="11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,</m:t>
                      </m:r>
                      <m:r>
                        <a:rPr lang="en-US" sz="11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𝟏</m:t>
                      </m:r>
                      <m:r>
                        <a:rPr lang="en-US" sz="11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0" name="Text 22">
                <a:extLst>
                  <a:ext uri="{FF2B5EF4-FFF2-40B4-BE49-F238E27FC236}">
                    <a16:creationId xmlns:a16="http://schemas.microsoft.com/office/drawing/2014/main" id="{93D40276-C6E6-3055-DAA6-42DC17D224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2260" y="2651760"/>
                <a:ext cx="868680" cy="86868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Shape 23">
            <a:extLst>
              <a:ext uri="{FF2B5EF4-FFF2-40B4-BE49-F238E27FC236}">
                <a16:creationId xmlns:a16="http://schemas.microsoft.com/office/drawing/2014/main" id="{0334E76F-D91E-2A2B-5C6A-878F6DBAE0EA}"/>
              </a:ext>
            </a:extLst>
          </p:cNvPr>
          <p:cNvSpPr/>
          <p:nvPr/>
        </p:nvSpPr>
        <p:spPr>
          <a:xfrm>
            <a:off x="8724900" y="3520440"/>
            <a:ext cx="868680" cy="868680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 24">
                <a:extLst>
                  <a:ext uri="{FF2B5EF4-FFF2-40B4-BE49-F238E27FC236}">
                    <a16:creationId xmlns:a16="http://schemas.microsoft.com/office/drawing/2014/main" id="{E2F1939D-F1D7-A20C-54CC-B5F28323C214}"/>
                  </a:ext>
                </a:extLst>
              </p:cNvPr>
              <p:cNvSpPr txBox="1"/>
              <p:nvPr/>
            </p:nvSpPr>
            <p:spPr>
              <a:xfrm>
                <a:off x="8724900" y="3520440"/>
                <a:ext cx="868680" cy="8686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1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𝒘</m:t>
                      </m:r>
                      <m:r>
                        <a:rPr lang="en-US" sz="11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(</m:t>
                      </m:r>
                      <m:r>
                        <a:rPr lang="en-US" sz="11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𝟎</m:t>
                      </m:r>
                      <m:r>
                        <a:rPr lang="en-US" sz="11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,−</m:t>
                      </m:r>
                      <m:r>
                        <a:rPr lang="en-US" sz="11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𝟏</m:t>
                      </m:r>
                      <m:r>
                        <a:rPr lang="en-US" sz="11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7" name="Text 24">
                <a:extLst>
                  <a:ext uri="{FF2B5EF4-FFF2-40B4-BE49-F238E27FC236}">
                    <a16:creationId xmlns:a16="http://schemas.microsoft.com/office/drawing/2014/main" id="{E2F1939D-F1D7-A20C-54CC-B5F28323C2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4900" y="3520440"/>
                <a:ext cx="868680" cy="86868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Shape 25">
            <a:extLst>
              <a:ext uri="{FF2B5EF4-FFF2-40B4-BE49-F238E27FC236}">
                <a16:creationId xmlns:a16="http://schemas.microsoft.com/office/drawing/2014/main" id="{23BE25F2-DFC1-E53D-2361-EE1C8DC3A327}"/>
              </a:ext>
            </a:extLst>
          </p:cNvPr>
          <p:cNvSpPr/>
          <p:nvPr/>
        </p:nvSpPr>
        <p:spPr>
          <a:xfrm>
            <a:off x="9593580" y="3520440"/>
            <a:ext cx="868680" cy="868680"/>
          </a:xfrm>
          <a:prstGeom prst="rect">
            <a:avLst/>
          </a:prstGeom>
          <a:solidFill>
            <a:srgbClr val="FDF1DC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 26">
                <a:extLst>
                  <a:ext uri="{FF2B5EF4-FFF2-40B4-BE49-F238E27FC236}">
                    <a16:creationId xmlns:a16="http://schemas.microsoft.com/office/drawing/2014/main" id="{8A3ADF1C-3A14-1D6A-E933-726FB009256F}"/>
                  </a:ext>
                </a:extLst>
              </p:cNvPr>
              <p:cNvSpPr txBox="1"/>
              <p:nvPr/>
            </p:nvSpPr>
            <p:spPr>
              <a:xfrm>
                <a:off x="9593580" y="3520440"/>
                <a:ext cx="868680" cy="8686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1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𝒘</m:t>
                      </m:r>
                      <m:r>
                        <a:rPr lang="en-US" sz="11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(</m:t>
                      </m:r>
                      <m:r>
                        <a:rPr lang="en-US" sz="11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𝟎</m:t>
                      </m:r>
                      <m:r>
                        <a:rPr lang="en-US" sz="11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,</m:t>
                      </m:r>
                      <m:r>
                        <a:rPr lang="en-US" sz="11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𝟎</m:t>
                      </m:r>
                      <m:r>
                        <a:rPr lang="en-US" sz="11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2" name="Text 26">
                <a:extLst>
                  <a:ext uri="{FF2B5EF4-FFF2-40B4-BE49-F238E27FC236}">
                    <a16:creationId xmlns:a16="http://schemas.microsoft.com/office/drawing/2014/main" id="{8A3ADF1C-3A14-1D6A-E933-726FB00925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3580" y="3520440"/>
                <a:ext cx="868680" cy="86868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8" name="Shape 27">
            <a:extLst>
              <a:ext uri="{FF2B5EF4-FFF2-40B4-BE49-F238E27FC236}">
                <a16:creationId xmlns:a16="http://schemas.microsoft.com/office/drawing/2014/main" id="{C18D5553-DC09-9247-3559-C4AE01BF9070}"/>
              </a:ext>
            </a:extLst>
          </p:cNvPr>
          <p:cNvSpPr/>
          <p:nvPr/>
        </p:nvSpPr>
        <p:spPr>
          <a:xfrm>
            <a:off x="10462260" y="3520440"/>
            <a:ext cx="868680" cy="868680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2" name="Text 28">
                <a:extLst>
                  <a:ext uri="{FF2B5EF4-FFF2-40B4-BE49-F238E27FC236}">
                    <a16:creationId xmlns:a16="http://schemas.microsoft.com/office/drawing/2014/main" id="{7D702428-85CD-7A64-86E6-DE44ECE0EFDE}"/>
                  </a:ext>
                </a:extLst>
              </p:cNvPr>
              <p:cNvSpPr txBox="1"/>
              <p:nvPr/>
            </p:nvSpPr>
            <p:spPr>
              <a:xfrm>
                <a:off x="10462260" y="3520440"/>
                <a:ext cx="868680" cy="8686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1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𝒘</m:t>
                      </m:r>
                      <m:r>
                        <a:rPr lang="en-US" sz="11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(</m:t>
                      </m:r>
                      <m:r>
                        <a:rPr lang="en-US" sz="11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𝟎</m:t>
                      </m:r>
                      <m:r>
                        <a:rPr lang="en-US" sz="11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,</m:t>
                      </m:r>
                      <m:r>
                        <a:rPr lang="en-US" sz="11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𝟏</m:t>
                      </m:r>
                      <m:r>
                        <a:rPr lang="en-US" sz="11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52" name="Text 28">
                <a:extLst>
                  <a:ext uri="{FF2B5EF4-FFF2-40B4-BE49-F238E27FC236}">
                    <a16:creationId xmlns:a16="http://schemas.microsoft.com/office/drawing/2014/main" id="{7D702428-85CD-7A64-86E6-DE44ECE0EF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2260" y="3520440"/>
                <a:ext cx="868680" cy="86868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6" name="Shape 29">
            <a:extLst>
              <a:ext uri="{FF2B5EF4-FFF2-40B4-BE49-F238E27FC236}">
                <a16:creationId xmlns:a16="http://schemas.microsoft.com/office/drawing/2014/main" id="{4626625B-510A-7290-FE36-53A31C8023E2}"/>
              </a:ext>
            </a:extLst>
          </p:cNvPr>
          <p:cNvSpPr/>
          <p:nvPr/>
        </p:nvSpPr>
        <p:spPr>
          <a:xfrm>
            <a:off x="8724900" y="4389120"/>
            <a:ext cx="868680" cy="868680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0" name="Text 30">
                <a:extLst>
                  <a:ext uri="{FF2B5EF4-FFF2-40B4-BE49-F238E27FC236}">
                    <a16:creationId xmlns:a16="http://schemas.microsoft.com/office/drawing/2014/main" id="{BFC105C6-3428-07BE-BCC3-CD898332D243}"/>
                  </a:ext>
                </a:extLst>
              </p:cNvPr>
              <p:cNvSpPr txBox="1"/>
              <p:nvPr/>
            </p:nvSpPr>
            <p:spPr>
              <a:xfrm>
                <a:off x="8724900" y="4389120"/>
                <a:ext cx="868680" cy="8686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1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𝒘</m:t>
                      </m:r>
                      <m:r>
                        <a:rPr lang="en-US" sz="11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(</m:t>
                      </m:r>
                      <m:r>
                        <a:rPr lang="en-US" sz="11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𝟏</m:t>
                      </m:r>
                      <m:r>
                        <a:rPr lang="en-US" sz="11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,−</m:t>
                      </m:r>
                      <m:r>
                        <a:rPr lang="en-US" sz="11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𝟏</m:t>
                      </m:r>
                      <m:r>
                        <a:rPr lang="en-US" sz="11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60" name="Text 30">
                <a:extLst>
                  <a:ext uri="{FF2B5EF4-FFF2-40B4-BE49-F238E27FC236}">
                    <a16:creationId xmlns:a16="http://schemas.microsoft.com/office/drawing/2014/main" id="{BFC105C6-3428-07BE-BCC3-CD898332D2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4900" y="4389120"/>
                <a:ext cx="868680" cy="86868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4" name="Shape 31">
            <a:extLst>
              <a:ext uri="{FF2B5EF4-FFF2-40B4-BE49-F238E27FC236}">
                <a16:creationId xmlns:a16="http://schemas.microsoft.com/office/drawing/2014/main" id="{D7F1B469-4B08-8544-9E8C-7BB6D5626310}"/>
              </a:ext>
            </a:extLst>
          </p:cNvPr>
          <p:cNvSpPr/>
          <p:nvPr/>
        </p:nvSpPr>
        <p:spPr>
          <a:xfrm>
            <a:off x="9593580" y="4389120"/>
            <a:ext cx="868680" cy="868680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8" name="Text 32">
                <a:extLst>
                  <a:ext uri="{FF2B5EF4-FFF2-40B4-BE49-F238E27FC236}">
                    <a16:creationId xmlns:a16="http://schemas.microsoft.com/office/drawing/2014/main" id="{BB0177A6-FCC6-1310-1C37-A0A3CCD47A80}"/>
                  </a:ext>
                </a:extLst>
              </p:cNvPr>
              <p:cNvSpPr txBox="1"/>
              <p:nvPr/>
            </p:nvSpPr>
            <p:spPr>
              <a:xfrm>
                <a:off x="9593580" y="4389120"/>
                <a:ext cx="868680" cy="8686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1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𝒘</m:t>
                      </m:r>
                      <m:r>
                        <a:rPr lang="en-US" sz="11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(</m:t>
                      </m:r>
                      <m:r>
                        <a:rPr lang="en-US" sz="11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𝟏</m:t>
                      </m:r>
                      <m:r>
                        <a:rPr lang="en-US" sz="11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,</m:t>
                      </m:r>
                      <m:r>
                        <a:rPr lang="en-US" sz="11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𝟎</m:t>
                      </m:r>
                      <m:r>
                        <a:rPr lang="en-US" sz="11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68" name="Text 32">
                <a:extLst>
                  <a:ext uri="{FF2B5EF4-FFF2-40B4-BE49-F238E27FC236}">
                    <a16:creationId xmlns:a16="http://schemas.microsoft.com/office/drawing/2014/main" id="{BB0177A6-FCC6-1310-1C37-A0A3CCD47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3580" y="4389120"/>
                <a:ext cx="868680" cy="86868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2" name="Shape 33">
            <a:extLst>
              <a:ext uri="{FF2B5EF4-FFF2-40B4-BE49-F238E27FC236}">
                <a16:creationId xmlns:a16="http://schemas.microsoft.com/office/drawing/2014/main" id="{94945EBD-1282-71D1-7881-2CBF3C2FA241}"/>
              </a:ext>
            </a:extLst>
          </p:cNvPr>
          <p:cNvSpPr/>
          <p:nvPr/>
        </p:nvSpPr>
        <p:spPr>
          <a:xfrm>
            <a:off x="10462260" y="4389120"/>
            <a:ext cx="868680" cy="868680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6" name="Text 34">
                <a:extLst>
                  <a:ext uri="{FF2B5EF4-FFF2-40B4-BE49-F238E27FC236}">
                    <a16:creationId xmlns:a16="http://schemas.microsoft.com/office/drawing/2014/main" id="{E048EFA2-A997-5FB0-C8A5-90EA55E23D69}"/>
                  </a:ext>
                </a:extLst>
              </p:cNvPr>
              <p:cNvSpPr txBox="1"/>
              <p:nvPr/>
            </p:nvSpPr>
            <p:spPr>
              <a:xfrm>
                <a:off x="10462260" y="4389120"/>
                <a:ext cx="868680" cy="8686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1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𝒘</m:t>
                      </m:r>
                      <m:r>
                        <a:rPr lang="en-US" sz="11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(</m:t>
                      </m:r>
                      <m:r>
                        <a:rPr lang="en-US" sz="11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𝟏</m:t>
                      </m:r>
                      <m:r>
                        <a:rPr lang="en-US" sz="11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,</m:t>
                      </m:r>
                      <m:r>
                        <a:rPr lang="en-US" sz="11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𝟏</m:t>
                      </m:r>
                      <m:r>
                        <a:rPr lang="en-US" sz="11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76" name="Text 34">
                <a:extLst>
                  <a:ext uri="{FF2B5EF4-FFF2-40B4-BE49-F238E27FC236}">
                    <a16:creationId xmlns:a16="http://schemas.microsoft.com/office/drawing/2014/main" id="{E048EFA2-A997-5FB0-C8A5-90EA55E23D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2260" y="4389120"/>
                <a:ext cx="868680" cy="86868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0" name="Text 35">
            <a:extLst>
              <a:ext uri="{FF2B5EF4-FFF2-40B4-BE49-F238E27FC236}">
                <a16:creationId xmlns:a16="http://schemas.microsoft.com/office/drawing/2014/main" id="{4D490CE6-DB0D-6B2B-7F95-3D15FCCB3C73}"/>
              </a:ext>
            </a:extLst>
          </p:cNvPr>
          <p:cNvSpPr txBox="1"/>
          <p:nvPr/>
        </p:nvSpPr>
        <p:spPr>
          <a:xfrm>
            <a:off x="8724900" y="5349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kernel (mask): 9 weights</a:t>
            </a:r>
            <a:endParaRPr lang="en-US" sz="1500" b="1" dirty="0"/>
          </a:p>
        </p:txBody>
      </p:sp>
      <p:sp>
        <p:nvSpPr>
          <p:cNvPr id="484" name="Shape 36">
            <a:extLst>
              <a:ext uri="{FF2B5EF4-FFF2-40B4-BE49-F238E27FC236}">
                <a16:creationId xmlns:a16="http://schemas.microsoft.com/office/drawing/2014/main" id="{6C64CCB3-E3A2-3F11-8D7C-3FEC6557E567}"/>
              </a:ext>
            </a:extLst>
          </p:cNvPr>
          <p:cNvSpPr/>
          <p:nvPr/>
        </p:nvSpPr>
        <p:spPr>
          <a:xfrm>
            <a:off x="822960" y="5634990"/>
            <a:ext cx="6766560" cy="548640"/>
          </a:xfrm>
          <a:prstGeom prst="rect">
            <a:avLst/>
          </a:prstGeom>
          <a:solidFill>
            <a:srgbClr val="E6EBF4"/>
          </a:solidFill>
          <a:ln w="12700">
            <a:solidFill>
              <a:srgbClr val="E6EBF4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each neighbor by its weight, then add everything.</a:t>
            </a:r>
            <a:endParaRPr lang="en-US" dirty="0"/>
          </a:p>
        </p:txBody>
      </p:sp>
      <p:sp>
        <p:nvSpPr>
          <p:cNvPr id="496" name="Parallelogram 41">
            <a:extLst>
              <a:ext uri="{FF2B5EF4-FFF2-40B4-BE49-F238E27FC236}">
                <a16:creationId xmlns:a16="http://schemas.microsoft.com/office/drawing/2014/main" id="{D87CD139-7A85-AB26-A71F-138B1CA3B340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10/33</a:t>
            </a:r>
          </a:p>
        </p:txBody>
      </p:sp>
    </p:spTree>
    <p:extLst>
      <p:ext uri="{BB962C8B-B14F-4D97-AF65-F5344CB8AC3E}">
        <p14:creationId xmlns:p14="http://schemas.microsoft.com/office/powerpoint/2010/main" val="1239633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B2A89-0695-3384-2A8D-77B551701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01A2773-B58F-C76E-E11E-7399A417D4FA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D9007B05-49DF-74E5-EB7D-26330CF4F7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CF2C71F-25FE-9F62-C563-BAA78C7FEBA5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342725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9E9BCF3-DC74-948D-7319-48841B22D376}"/>
              </a:ext>
            </a:extLst>
          </p:cNvPr>
          <p:cNvSpPr txBox="1"/>
          <p:nvPr/>
        </p:nvSpPr>
        <p:spPr>
          <a:xfrm>
            <a:off x="550276" y="364476"/>
            <a:ext cx="20313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Smoothing</a:t>
            </a:r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4D0044A4-577C-2568-75B8-01E5C892DEE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578F0D7-9CB2-A476-A85A-AA47043A69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4" name="Text 9028">
            <a:extLst>
              <a:ext uri="{FF2B5EF4-FFF2-40B4-BE49-F238E27FC236}">
                <a16:creationId xmlns:a16="http://schemas.microsoft.com/office/drawing/2014/main" id="{93C00671-2AFB-97DE-5174-F9EA02439C79}"/>
              </a:ext>
            </a:extLst>
          </p:cNvPr>
          <p:cNvSpPr txBox="1"/>
          <p:nvPr/>
        </p:nvSpPr>
        <p:spPr>
          <a:xfrm>
            <a:off x="438912" y="1371600"/>
            <a:ext cx="5574538" cy="7738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1F2937"/>
                </a:solidFill>
                <a:latin typeface="Calibri"/>
                <a:cs typeface="Calibri"/>
              </a:rPr>
              <a:t>➜ </a:t>
            </a:r>
            <a:r>
              <a:rPr lang="en-US" sz="2400" b="0" i="0" dirty="0">
                <a:solidFill>
                  <a:srgbClr val="1F2937"/>
                </a:solidFill>
                <a:latin typeface="Calibri"/>
                <a:cs typeface="Calibri"/>
              </a:rPr>
              <a:t>Reducing unwanted local intensity variations.</a:t>
            </a:r>
          </a:p>
          <a:p>
            <a:r>
              <a:rPr lang="en-US" sz="2400" b="1" dirty="0">
                <a:solidFill>
                  <a:srgbClr val="1F2937"/>
                </a:solidFill>
                <a:cs typeface="Calibri"/>
              </a:rPr>
              <a:t>➜ </a:t>
            </a:r>
            <a:r>
              <a:rPr lang="en-US" sz="2400" dirty="0">
                <a:cs typeface="Calibri"/>
              </a:rPr>
              <a:t>Also called blurring or low-pass filtering.</a:t>
            </a:r>
          </a:p>
        </p:txBody>
      </p:sp>
      <p:sp>
        <p:nvSpPr>
          <p:cNvPr id="9" name="Text 9029">
            <a:extLst>
              <a:ext uri="{FF2B5EF4-FFF2-40B4-BE49-F238E27FC236}">
                <a16:creationId xmlns:a16="http://schemas.microsoft.com/office/drawing/2014/main" id="{EAB468DF-7D2B-CDAB-8095-C5E26899AFB9}"/>
              </a:ext>
            </a:extLst>
          </p:cNvPr>
          <p:cNvSpPr txBox="1"/>
          <p:nvPr/>
        </p:nvSpPr>
        <p:spPr>
          <a:xfrm>
            <a:off x="694120" y="2361699"/>
            <a:ext cx="5120640" cy="147945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400" b="1" i="0" dirty="0">
                <a:latin typeface="Calibri"/>
                <a:cs typeface="Calibri"/>
              </a:rPr>
              <a:t>2 smoothing tools: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i="0" dirty="0">
                <a:latin typeface="Calibri"/>
                <a:cs typeface="Calibri"/>
              </a:rPr>
              <a:t>Averaging filter</a:t>
            </a:r>
            <a:endParaRPr lang="en-US" sz="2400" dirty="0">
              <a:latin typeface="Calibri"/>
              <a:cs typeface="Calibri"/>
            </a:endParaRP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i="0" dirty="0">
                <a:latin typeface="Calibri"/>
                <a:cs typeface="Calibri"/>
              </a:rPr>
              <a:t>Median filter</a:t>
            </a:r>
          </a:p>
        </p:txBody>
      </p:sp>
      <p:pic>
        <p:nvPicPr>
          <p:cNvPr id="25" name="fig/noise_g.png" descr="fig/noise_g.png">
            <a:extLst>
              <a:ext uri="{FF2B5EF4-FFF2-40B4-BE49-F238E27FC236}">
                <a16:creationId xmlns:a16="http://schemas.microsoft.com/office/drawing/2014/main" id="{4E8CFB68-EE3F-DE42-A803-F55A2EAF86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2260" y="3611880"/>
            <a:ext cx="2194560" cy="2194560"/>
          </a:xfrm>
          <a:prstGeom prst="rect">
            <a:avLst/>
          </a:prstGeom>
        </p:spPr>
      </p:pic>
      <p:pic>
        <p:nvPicPr>
          <p:cNvPr id="27" name="fig/g_avg.png" descr="fig/g_avg.png">
            <a:extLst>
              <a:ext uri="{FF2B5EF4-FFF2-40B4-BE49-F238E27FC236}">
                <a16:creationId xmlns:a16="http://schemas.microsoft.com/office/drawing/2014/main" id="{AB9A14A8-B695-ECE0-6AF7-CF7FFC5696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2580" y="3611880"/>
            <a:ext cx="2194560" cy="2194560"/>
          </a:xfrm>
          <a:prstGeom prst="rect">
            <a:avLst/>
          </a:prstGeom>
        </p:spPr>
      </p:pic>
      <p:sp>
        <p:nvSpPr>
          <p:cNvPr id="31" name="Text 9036">
            <a:extLst>
              <a:ext uri="{FF2B5EF4-FFF2-40B4-BE49-F238E27FC236}">
                <a16:creationId xmlns:a16="http://schemas.microsoft.com/office/drawing/2014/main" id="{131A6911-CBEE-074C-AE7B-04FB046ABFC7}"/>
              </a:ext>
            </a:extLst>
          </p:cNvPr>
          <p:cNvSpPr txBox="1"/>
          <p:nvPr/>
        </p:nvSpPr>
        <p:spPr>
          <a:xfrm>
            <a:off x="6583680" y="5852160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6B7280"/>
                </a:solidFill>
                <a:latin typeface="Calibri"/>
                <a:cs typeface="Calibri"/>
              </a:rPr>
              <a:t>noisy</a:t>
            </a:r>
          </a:p>
        </p:txBody>
      </p:sp>
      <p:sp>
        <p:nvSpPr>
          <p:cNvPr id="35" name="Text 9037">
            <a:extLst>
              <a:ext uri="{FF2B5EF4-FFF2-40B4-BE49-F238E27FC236}">
                <a16:creationId xmlns:a16="http://schemas.microsoft.com/office/drawing/2014/main" id="{587E682C-3798-2025-2A5E-30235399EC31}"/>
              </a:ext>
            </a:extLst>
          </p:cNvPr>
          <p:cNvSpPr txBox="1"/>
          <p:nvPr/>
        </p:nvSpPr>
        <p:spPr>
          <a:xfrm>
            <a:off x="9144000" y="5852160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6A99A"/>
                </a:solidFill>
                <a:latin typeface="Calibri"/>
                <a:cs typeface="Calibri"/>
              </a:rPr>
              <a:t>smoothed (3 × 3 average)</a:t>
            </a:r>
          </a:p>
        </p:txBody>
      </p:sp>
      <p:sp>
        <p:nvSpPr>
          <p:cNvPr id="38" name="Parallelogram 41">
            <a:extLst>
              <a:ext uri="{FF2B5EF4-FFF2-40B4-BE49-F238E27FC236}">
                <a16:creationId xmlns:a16="http://schemas.microsoft.com/office/drawing/2014/main" id="{891C42C1-0239-7D0E-AB22-897F95EE2A96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11/33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A0FB7F-BE87-274A-799C-1181047F7F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8176" y="1154268"/>
            <a:ext cx="4908964" cy="2241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400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C809A-712E-3149-12B7-ECBB2928D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A586264-37D4-06F4-3330-6E44069419AB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4099B60E-152D-31CB-78D0-4E38E6F09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B2CEC67-C13B-0FE1-6B4C-9155A18DEE9D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325195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CD99EC8-04B6-9206-510C-0E33D3C36DCD}"/>
              </a:ext>
            </a:extLst>
          </p:cNvPr>
          <p:cNvSpPr txBox="1"/>
          <p:nvPr/>
        </p:nvSpPr>
        <p:spPr>
          <a:xfrm>
            <a:off x="550276" y="364476"/>
            <a:ext cx="45452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Averaging filter: the math</a:t>
            </a:r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C9598C80-1DD6-1E73-7621-22767DC3EB3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sp>
        <p:nvSpPr>
          <p:cNvPr id="4" name="Text 3">
            <a:extLst>
              <a:ext uri="{FF2B5EF4-FFF2-40B4-BE49-F238E27FC236}">
                <a16:creationId xmlns:a16="http://schemas.microsoft.com/office/drawing/2014/main" id="{E778580C-28F6-E623-2238-C0A969181E8B}"/>
              </a:ext>
            </a:extLst>
          </p:cNvPr>
          <p:cNvSpPr txBox="1"/>
          <p:nvPr/>
        </p:nvSpPr>
        <p:spPr>
          <a:xfrm>
            <a:off x="646815" y="1296109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b="1" dirty="0">
                <a:solidFill>
                  <a:srgbClr val="1F2937"/>
                </a:solidFill>
                <a:cs typeface="Calibri"/>
              </a:rPr>
              <a:t>➜ </a:t>
            </a:r>
            <a:r>
              <a:rPr lang="en-US" sz="2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output pixel is the mean of the nine values in a 3×3 neighborhood.</a:t>
            </a: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 7">
                <a:extLst>
                  <a:ext uri="{FF2B5EF4-FFF2-40B4-BE49-F238E27FC236}">
                    <a16:creationId xmlns:a16="http://schemas.microsoft.com/office/drawing/2014/main" id="{A14A5E4D-ACD2-122B-236C-C2387FFF0E03}"/>
                  </a:ext>
                </a:extLst>
              </p:cNvPr>
              <p:cNvSpPr txBox="1"/>
              <p:nvPr/>
            </p:nvSpPr>
            <p:spPr>
              <a:xfrm>
                <a:off x="7005588" y="2851145"/>
                <a:ext cx="116908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𝑾</m:t>
                    </m:r>
                  </m:oMath>
                </a14:m>
                <a:r>
                  <a:rPr lang="en-US" sz="2400" b="1" dirty="0">
                    <a:solidFill>
                      <a:srgbClr val="0070C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sz="2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  <m:t>𝟗</m:t>
                        </m:r>
                      </m:den>
                    </m:f>
                  </m:oMath>
                </a14:m>
                <a:r>
                  <a:rPr lang="en-US" sz="2400" b="1" dirty="0">
                    <a:solidFill>
                      <a:srgbClr val="0070C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×</a:t>
                </a:r>
                <a:endParaRPr lang="en-US" sz="2400" dirty="0"/>
              </a:p>
            </p:txBody>
          </p:sp>
        </mc:Choice>
        <mc:Fallback>
          <p:sp>
            <p:nvSpPr>
              <p:cNvPr id="19" name="Text 7">
                <a:extLst>
                  <a:ext uri="{FF2B5EF4-FFF2-40B4-BE49-F238E27FC236}">
                    <a16:creationId xmlns:a16="http://schemas.microsoft.com/office/drawing/2014/main" id="{A14A5E4D-ACD2-122B-236C-C2387FFF0E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5588" y="2851145"/>
                <a:ext cx="1169080" cy="457200"/>
              </a:xfrm>
              <a:prstGeom prst="rect">
                <a:avLst/>
              </a:prstGeom>
              <a:blipFill>
                <a:blip r:embed="rId4"/>
                <a:stretch>
                  <a:fillRect t="-10667" r="-6250" b="-3066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Text 26">
            <a:extLst>
              <a:ext uri="{FF2B5EF4-FFF2-40B4-BE49-F238E27FC236}">
                <a16:creationId xmlns:a16="http://schemas.microsoft.com/office/drawing/2014/main" id="{EB09D318-CF44-8139-9D0A-89D16E8B5125}"/>
              </a:ext>
            </a:extLst>
          </p:cNvPr>
          <p:cNvSpPr txBox="1"/>
          <p:nvPr/>
        </p:nvSpPr>
        <p:spPr>
          <a:xfrm>
            <a:off x="7733889" y="4628626"/>
            <a:ext cx="3826062" cy="546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3×3 averaging kernel</a:t>
            </a:r>
          </a:p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Every weight equals 1/9, and all weights sum to 1.</a:t>
            </a:r>
            <a:endParaRPr lang="en-US" sz="1400" b="1" dirty="0"/>
          </a:p>
        </p:txBody>
      </p:sp>
      <p:sp>
        <p:nvSpPr>
          <p:cNvPr id="101" name="Shape 8">
            <a:extLst>
              <a:ext uri="{FF2B5EF4-FFF2-40B4-BE49-F238E27FC236}">
                <a16:creationId xmlns:a16="http://schemas.microsoft.com/office/drawing/2014/main" id="{70560F85-EBC7-E603-6F71-4F348C3DAA24}"/>
              </a:ext>
            </a:extLst>
          </p:cNvPr>
          <p:cNvSpPr/>
          <p:nvPr/>
        </p:nvSpPr>
        <p:spPr>
          <a:xfrm>
            <a:off x="8206740" y="1639565"/>
            <a:ext cx="960120" cy="960120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9">
            <a:extLst>
              <a:ext uri="{FF2B5EF4-FFF2-40B4-BE49-F238E27FC236}">
                <a16:creationId xmlns:a16="http://schemas.microsoft.com/office/drawing/2014/main" id="{C25D420E-7CDA-5B37-9424-5CCF4DE00B9E}"/>
              </a:ext>
            </a:extLst>
          </p:cNvPr>
          <p:cNvSpPr txBox="1"/>
          <p:nvPr/>
        </p:nvSpPr>
        <p:spPr>
          <a:xfrm>
            <a:off x="8206740" y="1639565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105" name="Shape 10">
            <a:extLst>
              <a:ext uri="{FF2B5EF4-FFF2-40B4-BE49-F238E27FC236}">
                <a16:creationId xmlns:a16="http://schemas.microsoft.com/office/drawing/2014/main" id="{88752AB2-254C-A4F1-EDD8-3AF5A63B39D4}"/>
              </a:ext>
            </a:extLst>
          </p:cNvPr>
          <p:cNvSpPr/>
          <p:nvPr/>
        </p:nvSpPr>
        <p:spPr>
          <a:xfrm>
            <a:off x="9166860" y="1639565"/>
            <a:ext cx="960120" cy="960120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1">
            <a:extLst>
              <a:ext uri="{FF2B5EF4-FFF2-40B4-BE49-F238E27FC236}">
                <a16:creationId xmlns:a16="http://schemas.microsoft.com/office/drawing/2014/main" id="{08B0006F-35B4-F7FA-0DD4-EA9A7EE7FB2F}"/>
              </a:ext>
            </a:extLst>
          </p:cNvPr>
          <p:cNvSpPr txBox="1"/>
          <p:nvPr/>
        </p:nvSpPr>
        <p:spPr>
          <a:xfrm>
            <a:off x="9166860" y="1639565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110" name="Shape 12">
            <a:extLst>
              <a:ext uri="{FF2B5EF4-FFF2-40B4-BE49-F238E27FC236}">
                <a16:creationId xmlns:a16="http://schemas.microsoft.com/office/drawing/2014/main" id="{196575D5-3FEC-9749-64E1-E71007ED6A89}"/>
              </a:ext>
            </a:extLst>
          </p:cNvPr>
          <p:cNvSpPr/>
          <p:nvPr/>
        </p:nvSpPr>
        <p:spPr>
          <a:xfrm>
            <a:off x="10126980" y="1639565"/>
            <a:ext cx="960120" cy="960120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3">
            <a:extLst>
              <a:ext uri="{FF2B5EF4-FFF2-40B4-BE49-F238E27FC236}">
                <a16:creationId xmlns:a16="http://schemas.microsoft.com/office/drawing/2014/main" id="{980D35FE-9560-1304-73FE-41EC420306A1}"/>
              </a:ext>
            </a:extLst>
          </p:cNvPr>
          <p:cNvSpPr txBox="1"/>
          <p:nvPr/>
        </p:nvSpPr>
        <p:spPr>
          <a:xfrm>
            <a:off x="10126980" y="1639565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116" name="Shape 14">
            <a:extLst>
              <a:ext uri="{FF2B5EF4-FFF2-40B4-BE49-F238E27FC236}">
                <a16:creationId xmlns:a16="http://schemas.microsoft.com/office/drawing/2014/main" id="{6A40E3D3-49A6-3513-8D74-A671944F7BBD}"/>
              </a:ext>
            </a:extLst>
          </p:cNvPr>
          <p:cNvSpPr/>
          <p:nvPr/>
        </p:nvSpPr>
        <p:spPr>
          <a:xfrm>
            <a:off x="8206740" y="2599685"/>
            <a:ext cx="960120" cy="960120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15">
            <a:extLst>
              <a:ext uri="{FF2B5EF4-FFF2-40B4-BE49-F238E27FC236}">
                <a16:creationId xmlns:a16="http://schemas.microsoft.com/office/drawing/2014/main" id="{4ECAEF9D-B88E-40C0-3C13-037A1DD963BD}"/>
              </a:ext>
            </a:extLst>
          </p:cNvPr>
          <p:cNvSpPr txBox="1"/>
          <p:nvPr/>
        </p:nvSpPr>
        <p:spPr>
          <a:xfrm>
            <a:off x="8206740" y="2599685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122" name="Shape 16">
            <a:extLst>
              <a:ext uri="{FF2B5EF4-FFF2-40B4-BE49-F238E27FC236}">
                <a16:creationId xmlns:a16="http://schemas.microsoft.com/office/drawing/2014/main" id="{1056BDE0-D69B-57DB-4779-AFB9C42230F8}"/>
              </a:ext>
            </a:extLst>
          </p:cNvPr>
          <p:cNvSpPr/>
          <p:nvPr/>
        </p:nvSpPr>
        <p:spPr>
          <a:xfrm>
            <a:off x="9166860" y="2599685"/>
            <a:ext cx="960120" cy="960120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 17">
            <a:extLst>
              <a:ext uri="{FF2B5EF4-FFF2-40B4-BE49-F238E27FC236}">
                <a16:creationId xmlns:a16="http://schemas.microsoft.com/office/drawing/2014/main" id="{031EC578-FF33-CB2D-93FD-2FE9090A85CD}"/>
              </a:ext>
            </a:extLst>
          </p:cNvPr>
          <p:cNvSpPr txBox="1"/>
          <p:nvPr/>
        </p:nvSpPr>
        <p:spPr>
          <a:xfrm>
            <a:off x="9166860" y="2599685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127" name="Shape 18">
            <a:extLst>
              <a:ext uri="{FF2B5EF4-FFF2-40B4-BE49-F238E27FC236}">
                <a16:creationId xmlns:a16="http://schemas.microsoft.com/office/drawing/2014/main" id="{A229F69A-A9CF-DFB9-F92D-2E6A28C474C5}"/>
              </a:ext>
            </a:extLst>
          </p:cNvPr>
          <p:cNvSpPr/>
          <p:nvPr/>
        </p:nvSpPr>
        <p:spPr>
          <a:xfrm>
            <a:off x="10126980" y="2599685"/>
            <a:ext cx="960120" cy="960120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6" name="Text 19">
            <a:extLst>
              <a:ext uri="{FF2B5EF4-FFF2-40B4-BE49-F238E27FC236}">
                <a16:creationId xmlns:a16="http://schemas.microsoft.com/office/drawing/2014/main" id="{6933A77F-276A-8FDD-8184-55B5D28F20AF}"/>
              </a:ext>
            </a:extLst>
          </p:cNvPr>
          <p:cNvSpPr txBox="1"/>
          <p:nvPr/>
        </p:nvSpPr>
        <p:spPr>
          <a:xfrm>
            <a:off x="10126980" y="2599685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1029" name="Shape 20">
            <a:extLst>
              <a:ext uri="{FF2B5EF4-FFF2-40B4-BE49-F238E27FC236}">
                <a16:creationId xmlns:a16="http://schemas.microsoft.com/office/drawing/2014/main" id="{865931B3-5B49-AC38-80F0-6C1FDAAF2A97}"/>
              </a:ext>
            </a:extLst>
          </p:cNvPr>
          <p:cNvSpPr/>
          <p:nvPr/>
        </p:nvSpPr>
        <p:spPr>
          <a:xfrm>
            <a:off x="8206740" y="3559805"/>
            <a:ext cx="960120" cy="960120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1" name="Text 21">
            <a:extLst>
              <a:ext uri="{FF2B5EF4-FFF2-40B4-BE49-F238E27FC236}">
                <a16:creationId xmlns:a16="http://schemas.microsoft.com/office/drawing/2014/main" id="{D6FD39E8-3B85-6ED2-13AB-92D21B521048}"/>
              </a:ext>
            </a:extLst>
          </p:cNvPr>
          <p:cNvSpPr txBox="1"/>
          <p:nvPr/>
        </p:nvSpPr>
        <p:spPr>
          <a:xfrm>
            <a:off x="8206740" y="3559805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1034" name="Shape 22">
            <a:extLst>
              <a:ext uri="{FF2B5EF4-FFF2-40B4-BE49-F238E27FC236}">
                <a16:creationId xmlns:a16="http://schemas.microsoft.com/office/drawing/2014/main" id="{848D3381-CDB3-A76F-4A91-098ED7C4D8DF}"/>
              </a:ext>
            </a:extLst>
          </p:cNvPr>
          <p:cNvSpPr/>
          <p:nvPr/>
        </p:nvSpPr>
        <p:spPr>
          <a:xfrm>
            <a:off x="9166860" y="3559805"/>
            <a:ext cx="960120" cy="960120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8" name="Text 23">
            <a:extLst>
              <a:ext uri="{FF2B5EF4-FFF2-40B4-BE49-F238E27FC236}">
                <a16:creationId xmlns:a16="http://schemas.microsoft.com/office/drawing/2014/main" id="{DB70F5EC-A322-FB1A-C1EE-794AD4C718FB}"/>
              </a:ext>
            </a:extLst>
          </p:cNvPr>
          <p:cNvSpPr txBox="1"/>
          <p:nvPr/>
        </p:nvSpPr>
        <p:spPr>
          <a:xfrm>
            <a:off x="9166860" y="3559805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1042" name="Shape 24">
            <a:extLst>
              <a:ext uri="{FF2B5EF4-FFF2-40B4-BE49-F238E27FC236}">
                <a16:creationId xmlns:a16="http://schemas.microsoft.com/office/drawing/2014/main" id="{7DB0CD8F-9A14-23AD-75AF-9ECFDAEA4650}"/>
              </a:ext>
            </a:extLst>
          </p:cNvPr>
          <p:cNvSpPr/>
          <p:nvPr/>
        </p:nvSpPr>
        <p:spPr>
          <a:xfrm>
            <a:off x="10126980" y="3559805"/>
            <a:ext cx="960120" cy="960120"/>
          </a:xfrm>
          <a:prstGeom prst="rect">
            <a:avLst/>
          </a:prstGeom>
          <a:solidFill>
            <a:srgbClr val="E3EFF9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6" name="Text 25">
            <a:extLst>
              <a:ext uri="{FF2B5EF4-FFF2-40B4-BE49-F238E27FC236}">
                <a16:creationId xmlns:a16="http://schemas.microsoft.com/office/drawing/2014/main" id="{34A6D2D8-D41A-E02B-C116-170CEFA9DE7A}"/>
              </a:ext>
            </a:extLst>
          </p:cNvPr>
          <p:cNvSpPr txBox="1"/>
          <p:nvPr/>
        </p:nvSpPr>
        <p:spPr>
          <a:xfrm>
            <a:off x="10126980" y="3559805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pic>
        <p:nvPicPr>
          <p:cNvPr id="1050" name="Image 2" descr="eq/avg.png">
            <a:extLst>
              <a:ext uri="{FF2B5EF4-FFF2-40B4-BE49-F238E27FC236}">
                <a16:creationId xmlns:a16="http://schemas.microsoft.com/office/drawing/2014/main" id="{38B23998-D20A-7212-7EC7-529D345EF3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815" y="2607305"/>
            <a:ext cx="4800600" cy="952500"/>
          </a:xfrm>
          <a:prstGeom prst="rect">
            <a:avLst/>
          </a:prstGeom>
        </p:spPr>
      </p:pic>
      <p:sp>
        <p:nvSpPr>
          <p:cNvPr id="1054" name="Text 9">
            <a:extLst>
              <a:ext uri="{FF2B5EF4-FFF2-40B4-BE49-F238E27FC236}">
                <a16:creationId xmlns:a16="http://schemas.microsoft.com/office/drawing/2014/main" id="{735B279D-AA20-0609-BB6E-E7F44E2C84C1}"/>
              </a:ext>
            </a:extLst>
          </p:cNvPr>
          <p:cNvSpPr txBox="1"/>
          <p:nvPr/>
        </p:nvSpPr>
        <p:spPr>
          <a:xfrm>
            <a:off x="646815" y="4161785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9-pixel values in the window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by 9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new centre pixel</a:t>
            </a:r>
            <a:endParaRPr lang="en-US" sz="2100" dirty="0"/>
          </a:p>
        </p:txBody>
      </p:sp>
      <p:pic>
        <p:nvPicPr>
          <p:cNvPr id="1062" name="Picture 1061">
            <a:extLst>
              <a:ext uri="{FF2B5EF4-FFF2-40B4-BE49-F238E27FC236}">
                <a16:creationId xmlns:a16="http://schemas.microsoft.com/office/drawing/2014/main" id="{140241AE-6F49-B9D0-FE5C-8FAF550BB3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1068" name="Parallelogram 41">
            <a:extLst>
              <a:ext uri="{FF2B5EF4-FFF2-40B4-BE49-F238E27FC236}">
                <a16:creationId xmlns:a16="http://schemas.microsoft.com/office/drawing/2014/main" id="{B2FE7393-FB1C-8AAC-7E78-C3C80A258F01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12/33</a:t>
            </a:r>
          </a:p>
        </p:txBody>
      </p:sp>
    </p:spTree>
    <p:extLst>
      <p:ext uri="{BB962C8B-B14F-4D97-AF65-F5344CB8AC3E}">
        <p14:creationId xmlns:p14="http://schemas.microsoft.com/office/powerpoint/2010/main" val="746310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F8435-3B4D-875F-A517-5820D4AFA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70AE099-BC64-D79A-5F63-56D15F892B4B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7EB91E5C-2B36-100B-249B-2D86A03D14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5B796C1-F334-E6D4-C008-112B75CF74D4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342725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0885231-0E03-6678-C8F5-1C5EEB712E45}"/>
              </a:ext>
            </a:extLst>
          </p:cNvPr>
          <p:cNvSpPr txBox="1"/>
          <p:nvPr/>
        </p:nvSpPr>
        <p:spPr>
          <a:xfrm>
            <a:off x="550276" y="364476"/>
            <a:ext cx="44352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Averaging filter: example</a:t>
            </a:r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941CAA98-22E4-A5B9-F2EF-4D4E941F871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sp>
        <p:nvSpPr>
          <p:cNvPr id="1078" name="Text 9">
            <a:extLst>
              <a:ext uri="{FF2B5EF4-FFF2-40B4-BE49-F238E27FC236}">
                <a16:creationId xmlns:a16="http://schemas.microsoft.com/office/drawing/2014/main" id="{DEDCD03C-CAFD-992C-C776-CB8A979D2F26}"/>
              </a:ext>
            </a:extLst>
          </p:cNvPr>
          <p:cNvSpPr txBox="1"/>
          <p:nvPr/>
        </p:nvSpPr>
        <p:spPr>
          <a:xfrm>
            <a:off x="550276" y="1244544"/>
            <a:ext cx="50186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A flat area (value 10) with one noisy pixel (100):</a:t>
            </a:r>
            <a:endParaRPr lang="en-US" sz="1900" dirty="0"/>
          </a:p>
        </p:txBody>
      </p:sp>
      <p:sp>
        <p:nvSpPr>
          <p:cNvPr id="1080" name="Shape 10">
            <a:extLst>
              <a:ext uri="{FF2B5EF4-FFF2-40B4-BE49-F238E27FC236}">
                <a16:creationId xmlns:a16="http://schemas.microsoft.com/office/drawing/2014/main" id="{AA3EEFB1-A3F7-7620-A4DA-ED8AD37B9BC0}"/>
              </a:ext>
            </a:extLst>
          </p:cNvPr>
          <p:cNvSpPr/>
          <p:nvPr/>
        </p:nvSpPr>
        <p:spPr>
          <a:xfrm>
            <a:off x="824596" y="1884624"/>
            <a:ext cx="9144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2" name="Text 11">
            <a:extLst>
              <a:ext uri="{FF2B5EF4-FFF2-40B4-BE49-F238E27FC236}">
                <a16:creationId xmlns:a16="http://schemas.microsoft.com/office/drawing/2014/main" id="{E6590D37-D8C5-FE94-85EC-88AD1847C2E4}"/>
              </a:ext>
            </a:extLst>
          </p:cNvPr>
          <p:cNvSpPr txBox="1"/>
          <p:nvPr/>
        </p:nvSpPr>
        <p:spPr>
          <a:xfrm>
            <a:off x="824596" y="1884624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10</a:t>
            </a:r>
            <a:endParaRPr lang="en-US" sz="2400" dirty="0"/>
          </a:p>
        </p:txBody>
      </p:sp>
      <p:sp>
        <p:nvSpPr>
          <p:cNvPr id="1084" name="Shape 12">
            <a:extLst>
              <a:ext uri="{FF2B5EF4-FFF2-40B4-BE49-F238E27FC236}">
                <a16:creationId xmlns:a16="http://schemas.microsoft.com/office/drawing/2014/main" id="{EF467D6A-E17A-B418-CC35-8C64D0BEE70E}"/>
              </a:ext>
            </a:extLst>
          </p:cNvPr>
          <p:cNvSpPr/>
          <p:nvPr/>
        </p:nvSpPr>
        <p:spPr>
          <a:xfrm>
            <a:off x="1738996" y="1884624"/>
            <a:ext cx="9144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6" name="Text 13">
            <a:extLst>
              <a:ext uri="{FF2B5EF4-FFF2-40B4-BE49-F238E27FC236}">
                <a16:creationId xmlns:a16="http://schemas.microsoft.com/office/drawing/2014/main" id="{F88E5ABC-BF0D-6E79-ED74-B44BE1861A04}"/>
              </a:ext>
            </a:extLst>
          </p:cNvPr>
          <p:cNvSpPr txBox="1"/>
          <p:nvPr/>
        </p:nvSpPr>
        <p:spPr>
          <a:xfrm>
            <a:off x="1738996" y="1884624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10</a:t>
            </a:r>
            <a:endParaRPr lang="en-US" sz="2400" dirty="0"/>
          </a:p>
        </p:txBody>
      </p:sp>
      <p:sp>
        <p:nvSpPr>
          <p:cNvPr id="1088" name="Shape 14">
            <a:extLst>
              <a:ext uri="{FF2B5EF4-FFF2-40B4-BE49-F238E27FC236}">
                <a16:creationId xmlns:a16="http://schemas.microsoft.com/office/drawing/2014/main" id="{EB3C415A-7D0E-FD8C-9A60-D9C2A9255201}"/>
              </a:ext>
            </a:extLst>
          </p:cNvPr>
          <p:cNvSpPr/>
          <p:nvPr/>
        </p:nvSpPr>
        <p:spPr>
          <a:xfrm>
            <a:off x="2653396" y="1884624"/>
            <a:ext cx="9144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0" name="Text 15">
            <a:extLst>
              <a:ext uri="{FF2B5EF4-FFF2-40B4-BE49-F238E27FC236}">
                <a16:creationId xmlns:a16="http://schemas.microsoft.com/office/drawing/2014/main" id="{41916C1A-D1B0-9F41-AA99-8067A0A60BB1}"/>
              </a:ext>
            </a:extLst>
          </p:cNvPr>
          <p:cNvSpPr txBox="1"/>
          <p:nvPr/>
        </p:nvSpPr>
        <p:spPr>
          <a:xfrm>
            <a:off x="2653396" y="1884624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10</a:t>
            </a:r>
            <a:endParaRPr lang="en-US" sz="2400" dirty="0"/>
          </a:p>
        </p:txBody>
      </p:sp>
      <p:sp>
        <p:nvSpPr>
          <p:cNvPr id="1092" name="Shape 16">
            <a:extLst>
              <a:ext uri="{FF2B5EF4-FFF2-40B4-BE49-F238E27FC236}">
                <a16:creationId xmlns:a16="http://schemas.microsoft.com/office/drawing/2014/main" id="{B3550482-1A9A-624E-0D09-367E63E361D5}"/>
              </a:ext>
            </a:extLst>
          </p:cNvPr>
          <p:cNvSpPr/>
          <p:nvPr/>
        </p:nvSpPr>
        <p:spPr>
          <a:xfrm>
            <a:off x="824596" y="2799024"/>
            <a:ext cx="9144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4" name="Text 17">
            <a:extLst>
              <a:ext uri="{FF2B5EF4-FFF2-40B4-BE49-F238E27FC236}">
                <a16:creationId xmlns:a16="http://schemas.microsoft.com/office/drawing/2014/main" id="{337C92FC-917D-3C0E-F2FE-CF36836E2D4C}"/>
              </a:ext>
            </a:extLst>
          </p:cNvPr>
          <p:cNvSpPr txBox="1"/>
          <p:nvPr/>
        </p:nvSpPr>
        <p:spPr>
          <a:xfrm>
            <a:off x="824596" y="2799024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10</a:t>
            </a:r>
            <a:endParaRPr lang="en-US" sz="2400" dirty="0"/>
          </a:p>
        </p:txBody>
      </p:sp>
      <p:sp>
        <p:nvSpPr>
          <p:cNvPr id="1096" name="Shape 18">
            <a:extLst>
              <a:ext uri="{FF2B5EF4-FFF2-40B4-BE49-F238E27FC236}">
                <a16:creationId xmlns:a16="http://schemas.microsoft.com/office/drawing/2014/main" id="{D5528FE9-19E7-E4F6-71D9-F01B767D6181}"/>
              </a:ext>
            </a:extLst>
          </p:cNvPr>
          <p:cNvSpPr/>
          <p:nvPr/>
        </p:nvSpPr>
        <p:spPr>
          <a:xfrm>
            <a:off x="1738996" y="2799024"/>
            <a:ext cx="914400" cy="914400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8" name="Text 19">
            <a:extLst>
              <a:ext uri="{FF2B5EF4-FFF2-40B4-BE49-F238E27FC236}">
                <a16:creationId xmlns:a16="http://schemas.microsoft.com/office/drawing/2014/main" id="{4132B983-A44D-6FE6-5D85-A155DDC2D61C}"/>
              </a:ext>
            </a:extLst>
          </p:cNvPr>
          <p:cNvSpPr txBox="1"/>
          <p:nvPr/>
        </p:nvSpPr>
        <p:spPr>
          <a:xfrm>
            <a:off x="1738996" y="2799024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0392B"/>
                </a:solidFill>
                <a:ea typeface="Calibri" pitchFamily="34" charset="-122"/>
                <a:cs typeface="Calibri" pitchFamily="34" charset="-120"/>
              </a:rPr>
              <a:t>100</a:t>
            </a:r>
            <a:endParaRPr lang="en-US" sz="2400" dirty="0"/>
          </a:p>
        </p:txBody>
      </p:sp>
      <p:sp>
        <p:nvSpPr>
          <p:cNvPr id="1100" name="Shape 20">
            <a:extLst>
              <a:ext uri="{FF2B5EF4-FFF2-40B4-BE49-F238E27FC236}">
                <a16:creationId xmlns:a16="http://schemas.microsoft.com/office/drawing/2014/main" id="{50055EB8-C849-ED67-C281-0423344925BD}"/>
              </a:ext>
            </a:extLst>
          </p:cNvPr>
          <p:cNvSpPr/>
          <p:nvPr/>
        </p:nvSpPr>
        <p:spPr>
          <a:xfrm>
            <a:off x="2653396" y="2799024"/>
            <a:ext cx="9144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2" name="Text 21">
            <a:extLst>
              <a:ext uri="{FF2B5EF4-FFF2-40B4-BE49-F238E27FC236}">
                <a16:creationId xmlns:a16="http://schemas.microsoft.com/office/drawing/2014/main" id="{91F86458-EC7C-D383-2543-A03926819A36}"/>
              </a:ext>
            </a:extLst>
          </p:cNvPr>
          <p:cNvSpPr txBox="1"/>
          <p:nvPr/>
        </p:nvSpPr>
        <p:spPr>
          <a:xfrm>
            <a:off x="2653396" y="2799024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10</a:t>
            </a:r>
            <a:endParaRPr lang="en-US" sz="2400" dirty="0"/>
          </a:p>
        </p:txBody>
      </p:sp>
      <p:sp>
        <p:nvSpPr>
          <p:cNvPr id="1104" name="Shape 22">
            <a:extLst>
              <a:ext uri="{FF2B5EF4-FFF2-40B4-BE49-F238E27FC236}">
                <a16:creationId xmlns:a16="http://schemas.microsoft.com/office/drawing/2014/main" id="{ABF8C27D-5376-A233-D652-E4D940490AA5}"/>
              </a:ext>
            </a:extLst>
          </p:cNvPr>
          <p:cNvSpPr/>
          <p:nvPr/>
        </p:nvSpPr>
        <p:spPr>
          <a:xfrm>
            <a:off x="824596" y="3713424"/>
            <a:ext cx="9144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6" name="Text 23">
            <a:extLst>
              <a:ext uri="{FF2B5EF4-FFF2-40B4-BE49-F238E27FC236}">
                <a16:creationId xmlns:a16="http://schemas.microsoft.com/office/drawing/2014/main" id="{A723BA23-5AB3-735A-AFE0-AFE645C433CF}"/>
              </a:ext>
            </a:extLst>
          </p:cNvPr>
          <p:cNvSpPr txBox="1"/>
          <p:nvPr/>
        </p:nvSpPr>
        <p:spPr>
          <a:xfrm>
            <a:off x="824596" y="3713424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10</a:t>
            </a:r>
            <a:endParaRPr lang="en-US" sz="2400" dirty="0"/>
          </a:p>
        </p:txBody>
      </p:sp>
      <p:sp>
        <p:nvSpPr>
          <p:cNvPr id="1108" name="Shape 24">
            <a:extLst>
              <a:ext uri="{FF2B5EF4-FFF2-40B4-BE49-F238E27FC236}">
                <a16:creationId xmlns:a16="http://schemas.microsoft.com/office/drawing/2014/main" id="{97511FF8-4222-93CD-4B1E-81D44F44E1FB}"/>
              </a:ext>
            </a:extLst>
          </p:cNvPr>
          <p:cNvSpPr/>
          <p:nvPr/>
        </p:nvSpPr>
        <p:spPr>
          <a:xfrm>
            <a:off x="1738996" y="3713424"/>
            <a:ext cx="9144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0" name="Text 25">
            <a:extLst>
              <a:ext uri="{FF2B5EF4-FFF2-40B4-BE49-F238E27FC236}">
                <a16:creationId xmlns:a16="http://schemas.microsoft.com/office/drawing/2014/main" id="{1E16B739-7980-67D9-FDF0-FFC19415C620}"/>
              </a:ext>
            </a:extLst>
          </p:cNvPr>
          <p:cNvSpPr txBox="1"/>
          <p:nvPr/>
        </p:nvSpPr>
        <p:spPr>
          <a:xfrm>
            <a:off x="1738996" y="3713424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10</a:t>
            </a:r>
            <a:endParaRPr lang="en-US" sz="2400" dirty="0"/>
          </a:p>
        </p:txBody>
      </p:sp>
      <p:sp>
        <p:nvSpPr>
          <p:cNvPr id="1112" name="Shape 26">
            <a:extLst>
              <a:ext uri="{FF2B5EF4-FFF2-40B4-BE49-F238E27FC236}">
                <a16:creationId xmlns:a16="http://schemas.microsoft.com/office/drawing/2014/main" id="{5B989788-11E9-9663-8147-D393E0930508}"/>
              </a:ext>
            </a:extLst>
          </p:cNvPr>
          <p:cNvSpPr/>
          <p:nvPr/>
        </p:nvSpPr>
        <p:spPr>
          <a:xfrm>
            <a:off x="2653396" y="3713424"/>
            <a:ext cx="9144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4" name="Text 27">
            <a:extLst>
              <a:ext uri="{FF2B5EF4-FFF2-40B4-BE49-F238E27FC236}">
                <a16:creationId xmlns:a16="http://schemas.microsoft.com/office/drawing/2014/main" id="{4F7D07E7-4BE5-C98E-4F02-D73DD1650620}"/>
              </a:ext>
            </a:extLst>
          </p:cNvPr>
          <p:cNvSpPr txBox="1"/>
          <p:nvPr/>
        </p:nvSpPr>
        <p:spPr>
          <a:xfrm>
            <a:off x="2653396" y="3713424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10</a:t>
            </a:r>
            <a:endParaRPr lang="en-US" sz="2400" dirty="0"/>
          </a:p>
        </p:txBody>
      </p:sp>
      <p:sp>
        <p:nvSpPr>
          <p:cNvPr id="1118" name="Shape 29">
            <a:extLst>
              <a:ext uri="{FF2B5EF4-FFF2-40B4-BE49-F238E27FC236}">
                <a16:creationId xmlns:a16="http://schemas.microsoft.com/office/drawing/2014/main" id="{F15367F2-4A4F-E44B-9DE9-0CCB6FF025DD}"/>
              </a:ext>
            </a:extLst>
          </p:cNvPr>
          <p:cNvSpPr/>
          <p:nvPr/>
        </p:nvSpPr>
        <p:spPr>
          <a:xfrm>
            <a:off x="4573636" y="1884624"/>
            <a:ext cx="7132320" cy="27432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0" name="Text 30">
            <a:extLst>
              <a:ext uri="{FF2B5EF4-FFF2-40B4-BE49-F238E27FC236}">
                <a16:creationId xmlns:a16="http://schemas.microsoft.com/office/drawing/2014/main" id="{924F2510-6914-73E0-9062-F729DB44BBA4}"/>
              </a:ext>
            </a:extLst>
          </p:cNvPr>
          <p:cNvSpPr txBox="1"/>
          <p:nvPr/>
        </p:nvSpPr>
        <p:spPr>
          <a:xfrm>
            <a:off x="4847956" y="2067504"/>
            <a:ext cx="44674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ea typeface="Courier New" pitchFamily="34" charset="-122"/>
                <a:cs typeface="Courier New" pitchFamily="34" charset="-120"/>
              </a:rPr>
              <a:t>Sum  = 10+10+10+10+100+10+10+10+10 = 180</a:t>
            </a:r>
            <a:endParaRPr lang="en-US" sz="1700" dirty="0"/>
          </a:p>
        </p:txBody>
      </p:sp>
      <p:sp>
        <p:nvSpPr>
          <p:cNvPr id="1122" name="Text 31">
            <a:extLst>
              <a:ext uri="{FF2B5EF4-FFF2-40B4-BE49-F238E27FC236}">
                <a16:creationId xmlns:a16="http://schemas.microsoft.com/office/drawing/2014/main" id="{1BC06D28-25AC-EBE8-D5DE-9C02A5E8A537}"/>
              </a:ext>
            </a:extLst>
          </p:cNvPr>
          <p:cNvSpPr txBox="1"/>
          <p:nvPr/>
        </p:nvSpPr>
        <p:spPr>
          <a:xfrm>
            <a:off x="4847956" y="2753304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ea typeface="Courier New" pitchFamily="34" charset="-122"/>
                <a:cs typeface="Courier New" pitchFamily="34" charset="-120"/>
              </a:rPr>
              <a:t>Mean = 180 ÷ 9 =</a:t>
            </a:r>
            <a:endParaRPr lang="en-US" sz="1700" dirty="0"/>
          </a:p>
        </p:txBody>
      </p:sp>
      <p:sp>
        <p:nvSpPr>
          <p:cNvPr id="1124" name="Text 32">
            <a:extLst>
              <a:ext uri="{FF2B5EF4-FFF2-40B4-BE49-F238E27FC236}">
                <a16:creationId xmlns:a16="http://schemas.microsoft.com/office/drawing/2014/main" id="{606C96F8-09B8-FE95-0561-9B4ACF10769B}"/>
              </a:ext>
            </a:extLst>
          </p:cNvPr>
          <p:cNvSpPr txBox="1"/>
          <p:nvPr/>
        </p:nvSpPr>
        <p:spPr>
          <a:xfrm>
            <a:off x="6298479" y="2550887"/>
            <a:ext cx="121375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070C0"/>
                </a:solidFill>
                <a:ea typeface="Calibri" pitchFamily="34" charset="-122"/>
                <a:cs typeface="Calibri" pitchFamily="34" charset="-120"/>
              </a:rPr>
              <a:t>20</a:t>
            </a:r>
            <a:endParaRPr lang="en-US" sz="6000" dirty="0"/>
          </a:p>
        </p:txBody>
      </p:sp>
      <p:sp>
        <p:nvSpPr>
          <p:cNvPr id="1126" name="Text 33">
            <a:extLst>
              <a:ext uri="{FF2B5EF4-FFF2-40B4-BE49-F238E27FC236}">
                <a16:creationId xmlns:a16="http://schemas.microsoft.com/office/drawing/2014/main" id="{E3CC52DD-7DE3-DE2D-9918-E911A10AC3E8}"/>
              </a:ext>
            </a:extLst>
          </p:cNvPr>
          <p:cNvSpPr txBox="1"/>
          <p:nvPr/>
        </p:nvSpPr>
        <p:spPr>
          <a:xfrm>
            <a:off x="4847956" y="3850584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ea typeface="Calibri" pitchFamily="34" charset="-122"/>
                <a:cs typeface="Calibri" pitchFamily="34" charset="-120"/>
              </a:rPr>
              <a:t>The noise dropped from 100 to 20. Better, but not gone.</a:t>
            </a:r>
            <a:endParaRPr lang="en-US" sz="1700" dirty="0"/>
          </a:p>
        </p:txBody>
      </p:sp>
      <p:sp>
        <p:nvSpPr>
          <p:cNvPr id="1128" name="Shape 34">
            <a:extLst>
              <a:ext uri="{FF2B5EF4-FFF2-40B4-BE49-F238E27FC236}">
                <a16:creationId xmlns:a16="http://schemas.microsoft.com/office/drawing/2014/main" id="{4A96129C-55CD-471E-12B8-16150224815F}"/>
              </a:ext>
            </a:extLst>
          </p:cNvPr>
          <p:cNvSpPr/>
          <p:nvPr/>
        </p:nvSpPr>
        <p:spPr>
          <a:xfrm>
            <a:off x="550276" y="5085024"/>
            <a:ext cx="11155680" cy="914400"/>
          </a:xfrm>
          <a:prstGeom prst="rect">
            <a:avLst/>
          </a:prstGeom>
          <a:solidFill>
            <a:srgbClr val="E3EFF9"/>
          </a:solidFill>
          <a:ln w="12700">
            <a:solidFill>
              <a:srgbClr val="E3EF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2" name="Text 36">
            <a:extLst>
              <a:ext uri="{FF2B5EF4-FFF2-40B4-BE49-F238E27FC236}">
                <a16:creationId xmlns:a16="http://schemas.microsoft.com/office/drawing/2014/main" id="{5401B69D-2D36-187E-D6FF-3866E6AA8F17}"/>
              </a:ext>
            </a:extLst>
          </p:cNvPr>
          <p:cNvSpPr txBox="1"/>
          <p:nvPr/>
        </p:nvSpPr>
        <p:spPr>
          <a:xfrm>
            <a:off x="824596" y="5085024"/>
            <a:ext cx="10744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Averaging does not remove the bad pixel. It spreads it over the neighbors.</a:t>
            </a:r>
            <a:endParaRPr lang="en-US" sz="1900" dirty="0"/>
          </a:p>
        </p:txBody>
      </p:sp>
      <p:pic>
        <p:nvPicPr>
          <p:cNvPr id="1134" name="Picture 1133">
            <a:extLst>
              <a:ext uri="{FF2B5EF4-FFF2-40B4-BE49-F238E27FC236}">
                <a16:creationId xmlns:a16="http://schemas.microsoft.com/office/drawing/2014/main" id="{4607B17F-F454-20B8-FE7B-2759ED887D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1136" name="Parallelogram 41">
            <a:extLst>
              <a:ext uri="{FF2B5EF4-FFF2-40B4-BE49-F238E27FC236}">
                <a16:creationId xmlns:a16="http://schemas.microsoft.com/office/drawing/2014/main" id="{CE3AE9CD-2298-2280-59F7-5A57FB6679B5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13/33</a:t>
            </a:r>
          </a:p>
        </p:txBody>
      </p:sp>
      <p:cxnSp>
        <p:nvCxnSpPr>
          <p:cNvPr id="1138" name="Straight Arrow Connector 1137">
            <a:extLst>
              <a:ext uri="{FF2B5EF4-FFF2-40B4-BE49-F238E27FC236}">
                <a16:creationId xmlns:a16="http://schemas.microsoft.com/office/drawing/2014/main" id="{D51E0435-D99B-3B4A-166E-A8BA87C5452D}"/>
              </a:ext>
            </a:extLst>
          </p:cNvPr>
          <p:cNvCxnSpPr>
            <a:cxnSpLocks/>
          </p:cNvCxnSpPr>
          <p:nvPr/>
        </p:nvCxnSpPr>
        <p:spPr>
          <a:xfrm>
            <a:off x="3752850" y="3099527"/>
            <a:ext cx="50482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0425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37270-FCB9-16D0-C8A4-EF148D539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ED81E92-E00D-8DF8-558B-AF1E05AE88A9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13CC6A7D-9CA8-689C-CE60-2EADB93763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99ACD1F-93A5-EB47-D407-1D994BBD0537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28477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AF9809E-A46F-1CDD-C432-FED217CBF076}"/>
              </a:ext>
            </a:extLst>
          </p:cNvPr>
          <p:cNvSpPr txBox="1"/>
          <p:nvPr/>
        </p:nvSpPr>
        <p:spPr>
          <a:xfrm>
            <a:off x="550276" y="364476"/>
            <a:ext cx="100451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Averaging on a real image: the size of the window matters</a:t>
            </a:r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9A37AC0B-A39D-DBF1-5938-8353DD65A5A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pic>
        <p:nvPicPr>
          <p:cNvPr id="4" name="Image 2" descr="fig/clean.png">
            <a:extLst>
              <a:ext uri="{FF2B5EF4-FFF2-40B4-BE49-F238E27FC236}">
                <a16:creationId xmlns:a16="http://schemas.microsoft.com/office/drawing/2014/main" id="{D801FE77-42CE-4A44-A6FC-C8FC0BB84B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2697480" cy="2697480"/>
          </a:xfrm>
          <a:prstGeom prst="rect">
            <a:avLst/>
          </a:prstGeom>
        </p:spPr>
      </p:pic>
      <p:sp>
        <p:nvSpPr>
          <p:cNvPr id="10" name="Text 9">
            <a:extLst>
              <a:ext uri="{FF2B5EF4-FFF2-40B4-BE49-F238E27FC236}">
                <a16:creationId xmlns:a16="http://schemas.microsoft.com/office/drawing/2014/main" id="{F2FCC942-A74D-FC75-738A-EE08DB0140E8}"/>
              </a:ext>
            </a:extLst>
          </p:cNvPr>
          <p:cNvSpPr txBox="1"/>
          <p:nvPr/>
        </p:nvSpPr>
        <p:spPr>
          <a:xfrm>
            <a:off x="457200" y="37947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800" dirty="0"/>
          </a:p>
        </p:txBody>
      </p:sp>
      <p:pic>
        <p:nvPicPr>
          <p:cNvPr id="13" name="Image 3" descr="fig/box3.png">
            <a:extLst>
              <a:ext uri="{FF2B5EF4-FFF2-40B4-BE49-F238E27FC236}">
                <a16:creationId xmlns:a16="http://schemas.microsoft.com/office/drawing/2014/main" id="{FF743C15-F664-C4A6-9582-4DB83CF7FC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1051560"/>
            <a:ext cx="2697480" cy="2697480"/>
          </a:xfrm>
          <a:prstGeom prst="rect">
            <a:avLst/>
          </a:prstGeom>
        </p:spPr>
      </p:pic>
      <p:sp>
        <p:nvSpPr>
          <p:cNvPr id="16" name="Text 10">
            <a:extLst>
              <a:ext uri="{FF2B5EF4-FFF2-40B4-BE49-F238E27FC236}">
                <a16:creationId xmlns:a16="http://schemas.microsoft.com/office/drawing/2014/main" id="{D89D3943-7B03-C14B-0FC9-316929982A0F}"/>
              </a:ext>
            </a:extLst>
          </p:cNvPr>
          <p:cNvSpPr txBox="1"/>
          <p:nvPr/>
        </p:nvSpPr>
        <p:spPr>
          <a:xfrm>
            <a:off x="3337560" y="37947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3: 9 pixels</a:t>
            </a:r>
            <a:endParaRPr lang="en-US" sz="1800" dirty="0"/>
          </a:p>
        </p:txBody>
      </p:sp>
      <p:pic>
        <p:nvPicPr>
          <p:cNvPr id="19" name="Image 4" descr="fig/box9.png">
            <a:extLst>
              <a:ext uri="{FF2B5EF4-FFF2-40B4-BE49-F238E27FC236}">
                <a16:creationId xmlns:a16="http://schemas.microsoft.com/office/drawing/2014/main" id="{8699355D-823D-B149-5862-7489AA6FB8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1051560"/>
            <a:ext cx="2697480" cy="2697480"/>
          </a:xfrm>
          <a:prstGeom prst="rect">
            <a:avLst/>
          </a:prstGeom>
        </p:spPr>
      </p:pic>
      <p:sp>
        <p:nvSpPr>
          <p:cNvPr id="24" name="Text 11">
            <a:extLst>
              <a:ext uri="{FF2B5EF4-FFF2-40B4-BE49-F238E27FC236}">
                <a16:creationId xmlns:a16="http://schemas.microsoft.com/office/drawing/2014/main" id="{967635BF-7759-CCD6-3C6B-5E1B889BFF44}"/>
              </a:ext>
            </a:extLst>
          </p:cNvPr>
          <p:cNvSpPr txBox="1"/>
          <p:nvPr/>
        </p:nvSpPr>
        <p:spPr>
          <a:xfrm>
            <a:off x="6217920" y="37947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× 9: 81 pixels</a:t>
            </a:r>
            <a:endParaRPr lang="en-US" sz="1800" dirty="0"/>
          </a:p>
        </p:txBody>
      </p:sp>
      <p:pic>
        <p:nvPicPr>
          <p:cNvPr id="26" name="Image 5" descr="fig/box21.png">
            <a:extLst>
              <a:ext uri="{FF2B5EF4-FFF2-40B4-BE49-F238E27FC236}">
                <a16:creationId xmlns:a16="http://schemas.microsoft.com/office/drawing/2014/main" id="{520F9A99-4CD3-127A-A2F9-925AF1DEE1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1051560"/>
            <a:ext cx="2697480" cy="2697480"/>
          </a:xfrm>
          <a:prstGeom prst="rect">
            <a:avLst/>
          </a:prstGeom>
        </p:spPr>
      </p:pic>
      <p:sp>
        <p:nvSpPr>
          <p:cNvPr id="29" name="Text 12">
            <a:extLst>
              <a:ext uri="{FF2B5EF4-FFF2-40B4-BE49-F238E27FC236}">
                <a16:creationId xmlns:a16="http://schemas.microsoft.com/office/drawing/2014/main" id="{2521E999-BECA-8BB9-7956-A5C9CCA0F6E0}"/>
              </a:ext>
            </a:extLst>
          </p:cNvPr>
          <p:cNvSpPr txBox="1"/>
          <p:nvPr/>
        </p:nvSpPr>
        <p:spPr>
          <a:xfrm>
            <a:off x="9098280" y="37947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× 21: 441 pixels</a:t>
            </a:r>
            <a:endParaRPr lang="en-US" sz="1800" dirty="0"/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989627BF-852A-5458-984C-9D3DD1C84B8C}"/>
              </a:ext>
            </a:extLst>
          </p:cNvPr>
          <p:cNvSpPr txBox="1"/>
          <p:nvPr/>
        </p:nvSpPr>
        <p:spPr>
          <a:xfrm>
            <a:off x="457200" y="43891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window  →  more noise removed  →  but more blur (loss of details)</a:t>
            </a:r>
            <a:endParaRPr lang="en-US" sz="2200" dirty="0"/>
          </a:p>
        </p:txBody>
      </p:sp>
      <p:sp>
        <p:nvSpPr>
          <p:cNvPr id="33" name="Shape 14">
            <a:extLst>
              <a:ext uri="{FF2B5EF4-FFF2-40B4-BE49-F238E27FC236}">
                <a16:creationId xmlns:a16="http://schemas.microsoft.com/office/drawing/2014/main" id="{4423106C-1FFA-868C-2AAA-48E0C629B14C}"/>
              </a:ext>
            </a:extLst>
          </p:cNvPr>
          <p:cNvSpPr/>
          <p:nvPr/>
        </p:nvSpPr>
        <p:spPr>
          <a:xfrm>
            <a:off x="548640" y="5074920"/>
            <a:ext cx="11155680" cy="914400"/>
          </a:xfrm>
          <a:prstGeom prst="rect">
            <a:avLst/>
          </a:prstGeom>
          <a:solidFill>
            <a:srgbClr val="E3EFF9"/>
          </a:solidFill>
          <a:ln w="12700">
            <a:solidFill>
              <a:srgbClr val="E3EFF9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Weakness: averaging cannot tell noise from edges, so edges get blurred too.</a:t>
            </a:r>
            <a:endParaRPr lang="en-US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8919C067-0594-52E0-2BB3-B8C41E6CBFB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41" name="Parallelogram 41">
            <a:extLst>
              <a:ext uri="{FF2B5EF4-FFF2-40B4-BE49-F238E27FC236}">
                <a16:creationId xmlns:a16="http://schemas.microsoft.com/office/drawing/2014/main" id="{8EBFB8A0-5A78-A59A-7444-5EFD714B2EF1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14/33</a:t>
            </a:r>
          </a:p>
        </p:txBody>
      </p:sp>
    </p:spTree>
    <p:extLst>
      <p:ext uri="{BB962C8B-B14F-4D97-AF65-F5344CB8AC3E}">
        <p14:creationId xmlns:p14="http://schemas.microsoft.com/office/powerpoint/2010/main" val="34256187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4471B-D33B-71D5-9B77-D7D2FD6C0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2BE2F4E-0375-DDE8-1DB1-6D72ED4570A9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634AB069-ECD0-35B2-1EE2-1A6B990A9F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E169981-FA48-69D3-82A4-F58641BE179C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349164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ACE6E2B-B0F7-9451-5370-661120AD4697}"/>
              </a:ext>
            </a:extLst>
          </p:cNvPr>
          <p:cNvSpPr txBox="1"/>
          <p:nvPr/>
        </p:nvSpPr>
        <p:spPr>
          <a:xfrm>
            <a:off x="550276" y="364476"/>
            <a:ext cx="40605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Median filter: example</a:t>
            </a:r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AC853D93-23BF-5F1F-AAE9-DB39BDF79A5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sp>
        <p:nvSpPr>
          <p:cNvPr id="10" name="Shape 9">
            <a:extLst>
              <a:ext uri="{FF2B5EF4-FFF2-40B4-BE49-F238E27FC236}">
                <a16:creationId xmlns:a16="http://schemas.microsoft.com/office/drawing/2014/main" id="{B194C6E5-E472-F31F-4BF8-4F16273CF0DB}"/>
              </a:ext>
            </a:extLst>
          </p:cNvPr>
          <p:cNvSpPr/>
          <p:nvPr/>
        </p:nvSpPr>
        <p:spPr>
          <a:xfrm>
            <a:off x="822960" y="1569720"/>
            <a:ext cx="822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51FA0D25-6228-091A-EBFC-185F6E318482}"/>
              </a:ext>
            </a:extLst>
          </p:cNvPr>
          <p:cNvSpPr txBox="1"/>
          <p:nvPr/>
        </p:nvSpPr>
        <p:spPr>
          <a:xfrm>
            <a:off x="822960" y="1569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3D308C24-9DC8-410B-0E71-EA9423D7C20F}"/>
              </a:ext>
            </a:extLst>
          </p:cNvPr>
          <p:cNvSpPr/>
          <p:nvPr/>
        </p:nvSpPr>
        <p:spPr>
          <a:xfrm>
            <a:off x="1645920" y="1569720"/>
            <a:ext cx="822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0819B410-FE63-9FB8-6062-FDCDD0F1E09D}"/>
              </a:ext>
            </a:extLst>
          </p:cNvPr>
          <p:cNvSpPr txBox="1"/>
          <p:nvPr/>
        </p:nvSpPr>
        <p:spPr>
          <a:xfrm>
            <a:off x="1645920" y="1569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24" name="Shape 13">
            <a:extLst>
              <a:ext uri="{FF2B5EF4-FFF2-40B4-BE49-F238E27FC236}">
                <a16:creationId xmlns:a16="http://schemas.microsoft.com/office/drawing/2014/main" id="{B0AB013E-B6B2-447D-2121-01B2C45C2CD8}"/>
              </a:ext>
            </a:extLst>
          </p:cNvPr>
          <p:cNvSpPr/>
          <p:nvPr/>
        </p:nvSpPr>
        <p:spPr>
          <a:xfrm>
            <a:off x="2468880" y="1569720"/>
            <a:ext cx="822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8D83FA57-4A2D-DC84-F1BD-2F3C79CC292F}"/>
              </a:ext>
            </a:extLst>
          </p:cNvPr>
          <p:cNvSpPr txBox="1"/>
          <p:nvPr/>
        </p:nvSpPr>
        <p:spPr>
          <a:xfrm>
            <a:off x="2468880" y="1569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29" name="Shape 15">
            <a:extLst>
              <a:ext uri="{FF2B5EF4-FFF2-40B4-BE49-F238E27FC236}">
                <a16:creationId xmlns:a16="http://schemas.microsoft.com/office/drawing/2014/main" id="{8B3662A7-1342-C244-4227-DA3BFD8E0CAA}"/>
              </a:ext>
            </a:extLst>
          </p:cNvPr>
          <p:cNvSpPr/>
          <p:nvPr/>
        </p:nvSpPr>
        <p:spPr>
          <a:xfrm>
            <a:off x="822960" y="2392680"/>
            <a:ext cx="822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76422683-AFC2-AB69-135E-E04CC1152228}"/>
              </a:ext>
            </a:extLst>
          </p:cNvPr>
          <p:cNvSpPr txBox="1"/>
          <p:nvPr/>
        </p:nvSpPr>
        <p:spPr>
          <a:xfrm>
            <a:off x="822960" y="2392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33" name="Shape 17">
            <a:extLst>
              <a:ext uri="{FF2B5EF4-FFF2-40B4-BE49-F238E27FC236}">
                <a16:creationId xmlns:a16="http://schemas.microsoft.com/office/drawing/2014/main" id="{39283561-506E-FA08-14FC-66827F50E88E}"/>
              </a:ext>
            </a:extLst>
          </p:cNvPr>
          <p:cNvSpPr/>
          <p:nvPr/>
        </p:nvSpPr>
        <p:spPr>
          <a:xfrm>
            <a:off x="1645920" y="2392680"/>
            <a:ext cx="822960" cy="822960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18">
            <a:extLst>
              <a:ext uri="{FF2B5EF4-FFF2-40B4-BE49-F238E27FC236}">
                <a16:creationId xmlns:a16="http://schemas.microsoft.com/office/drawing/2014/main" id="{66AC3D81-000B-5C4A-91AC-9DEEA75F7468}"/>
              </a:ext>
            </a:extLst>
          </p:cNvPr>
          <p:cNvSpPr txBox="1"/>
          <p:nvPr/>
        </p:nvSpPr>
        <p:spPr>
          <a:xfrm>
            <a:off x="1645920" y="2392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200" dirty="0"/>
          </a:p>
        </p:txBody>
      </p:sp>
      <p:sp>
        <p:nvSpPr>
          <p:cNvPr id="37" name="Shape 19">
            <a:extLst>
              <a:ext uri="{FF2B5EF4-FFF2-40B4-BE49-F238E27FC236}">
                <a16:creationId xmlns:a16="http://schemas.microsoft.com/office/drawing/2014/main" id="{968DDD36-6F0E-EED8-EFF3-59CF1977AF4F}"/>
              </a:ext>
            </a:extLst>
          </p:cNvPr>
          <p:cNvSpPr/>
          <p:nvPr/>
        </p:nvSpPr>
        <p:spPr>
          <a:xfrm>
            <a:off x="2468880" y="2392680"/>
            <a:ext cx="822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20">
            <a:extLst>
              <a:ext uri="{FF2B5EF4-FFF2-40B4-BE49-F238E27FC236}">
                <a16:creationId xmlns:a16="http://schemas.microsoft.com/office/drawing/2014/main" id="{1CB11A09-45E8-650B-EFA6-B076224733A8}"/>
              </a:ext>
            </a:extLst>
          </p:cNvPr>
          <p:cNvSpPr txBox="1"/>
          <p:nvPr/>
        </p:nvSpPr>
        <p:spPr>
          <a:xfrm>
            <a:off x="2468880" y="2392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41" name="Shape 21">
            <a:extLst>
              <a:ext uri="{FF2B5EF4-FFF2-40B4-BE49-F238E27FC236}">
                <a16:creationId xmlns:a16="http://schemas.microsoft.com/office/drawing/2014/main" id="{8B8531D9-3DAB-FA81-7221-285D03E56EE3}"/>
              </a:ext>
            </a:extLst>
          </p:cNvPr>
          <p:cNvSpPr/>
          <p:nvPr/>
        </p:nvSpPr>
        <p:spPr>
          <a:xfrm>
            <a:off x="822960" y="3215640"/>
            <a:ext cx="822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22">
            <a:extLst>
              <a:ext uri="{FF2B5EF4-FFF2-40B4-BE49-F238E27FC236}">
                <a16:creationId xmlns:a16="http://schemas.microsoft.com/office/drawing/2014/main" id="{80F3465A-E964-178E-01FC-F53C5C1530E8}"/>
              </a:ext>
            </a:extLst>
          </p:cNvPr>
          <p:cNvSpPr txBox="1"/>
          <p:nvPr/>
        </p:nvSpPr>
        <p:spPr>
          <a:xfrm>
            <a:off x="822960" y="3215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45" name="Shape 23">
            <a:extLst>
              <a:ext uri="{FF2B5EF4-FFF2-40B4-BE49-F238E27FC236}">
                <a16:creationId xmlns:a16="http://schemas.microsoft.com/office/drawing/2014/main" id="{2902F817-209D-4390-C982-C94F8F9B7664}"/>
              </a:ext>
            </a:extLst>
          </p:cNvPr>
          <p:cNvSpPr/>
          <p:nvPr/>
        </p:nvSpPr>
        <p:spPr>
          <a:xfrm>
            <a:off x="1645920" y="3215640"/>
            <a:ext cx="822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A5ABC693-5039-2CD9-ED1B-4DAC3BEE8C16}"/>
              </a:ext>
            </a:extLst>
          </p:cNvPr>
          <p:cNvSpPr txBox="1"/>
          <p:nvPr/>
        </p:nvSpPr>
        <p:spPr>
          <a:xfrm>
            <a:off x="1645920" y="3215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49" name="Shape 25">
            <a:extLst>
              <a:ext uri="{FF2B5EF4-FFF2-40B4-BE49-F238E27FC236}">
                <a16:creationId xmlns:a16="http://schemas.microsoft.com/office/drawing/2014/main" id="{E2717037-74D8-A7EF-D143-183381DD26D1}"/>
              </a:ext>
            </a:extLst>
          </p:cNvPr>
          <p:cNvSpPr/>
          <p:nvPr/>
        </p:nvSpPr>
        <p:spPr>
          <a:xfrm>
            <a:off x="2468880" y="3215640"/>
            <a:ext cx="822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26">
            <a:extLst>
              <a:ext uri="{FF2B5EF4-FFF2-40B4-BE49-F238E27FC236}">
                <a16:creationId xmlns:a16="http://schemas.microsoft.com/office/drawing/2014/main" id="{9DCB5FFC-9C2A-0EB5-98DE-F4054713DC4A}"/>
              </a:ext>
            </a:extLst>
          </p:cNvPr>
          <p:cNvSpPr txBox="1"/>
          <p:nvPr/>
        </p:nvSpPr>
        <p:spPr>
          <a:xfrm>
            <a:off x="2468880" y="3215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53" name="Text 27">
            <a:extLst>
              <a:ext uri="{FF2B5EF4-FFF2-40B4-BE49-F238E27FC236}">
                <a16:creationId xmlns:a16="http://schemas.microsoft.com/office/drawing/2014/main" id="{8292D93B-67A9-989F-4BBD-4CA3A63824F9}"/>
              </a:ext>
            </a:extLst>
          </p:cNvPr>
          <p:cNvSpPr txBox="1"/>
          <p:nvPr/>
        </p:nvSpPr>
        <p:spPr>
          <a:xfrm>
            <a:off x="3931920" y="1524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6D4C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sort the 9 values</a:t>
            </a:r>
            <a:endParaRPr lang="en-US" sz="1900" dirty="0"/>
          </a:p>
        </p:txBody>
      </p:sp>
      <p:sp>
        <p:nvSpPr>
          <p:cNvPr id="55" name="Shape 28">
            <a:extLst>
              <a:ext uri="{FF2B5EF4-FFF2-40B4-BE49-F238E27FC236}">
                <a16:creationId xmlns:a16="http://schemas.microsoft.com/office/drawing/2014/main" id="{4E0DECF8-5DD7-F0FC-53CC-B5C7770401C9}"/>
              </a:ext>
            </a:extLst>
          </p:cNvPr>
          <p:cNvSpPr/>
          <p:nvPr/>
        </p:nvSpPr>
        <p:spPr>
          <a:xfrm>
            <a:off x="3931920" y="2072640"/>
            <a:ext cx="749808" cy="6858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29">
            <a:extLst>
              <a:ext uri="{FF2B5EF4-FFF2-40B4-BE49-F238E27FC236}">
                <a16:creationId xmlns:a16="http://schemas.microsoft.com/office/drawing/2014/main" id="{0419316C-647F-A1DC-2FFE-5F987A5A1793}"/>
              </a:ext>
            </a:extLst>
          </p:cNvPr>
          <p:cNvSpPr txBox="1"/>
          <p:nvPr/>
        </p:nvSpPr>
        <p:spPr>
          <a:xfrm>
            <a:off x="3931920" y="2072640"/>
            <a:ext cx="74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60" name="Shape 30">
            <a:extLst>
              <a:ext uri="{FF2B5EF4-FFF2-40B4-BE49-F238E27FC236}">
                <a16:creationId xmlns:a16="http://schemas.microsoft.com/office/drawing/2014/main" id="{348B0683-56CA-312A-CC51-C7C442ADFF6B}"/>
              </a:ext>
            </a:extLst>
          </p:cNvPr>
          <p:cNvSpPr/>
          <p:nvPr/>
        </p:nvSpPr>
        <p:spPr>
          <a:xfrm>
            <a:off x="4773168" y="2072640"/>
            <a:ext cx="749808" cy="6858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31">
            <a:extLst>
              <a:ext uri="{FF2B5EF4-FFF2-40B4-BE49-F238E27FC236}">
                <a16:creationId xmlns:a16="http://schemas.microsoft.com/office/drawing/2014/main" id="{F0D18399-AE7C-D83D-D600-5E55877EA305}"/>
              </a:ext>
            </a:extLst>
          </p:cNvPr>
          <p:cNvSpPr txBox="1"/>
          <p:nvPr/>
        </p:nvSpPr>
        <p:spPr>
          <a:xfrm>
            <a:off x="4773168" y="2072640"/>
            <a:ext cx="74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64" name="Shape 32">
            <a:extLst>
              <a:ext uri="{FF2B5EF4-FFF2-40B4-BE49-F238E27FC236}">
                <a16:creationId xmlns:a16="http://schemas.microsoft.com/office/drawing/2014/main" id="{C86BD4B2-C612-13E5-0C21-EDED7CD082AE}"/>
              </a:ext>
            </a:extLst>
          </p:cNvPr>
          <p:cNvSpPr/>
          <p:nvPr/>
        </p:nvSpPr>
        <p:spPr>
          <a:xfrm>
            <a:off x="5614416" y="2072640"/>
            <a:ext cx="749808" cy="6858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33">
            <a:extLst>
              <a:ext uri="{FF2B5EF4-FFF2-40B4-BE49-F238E27FC236}">
                <a16:creationId xmlns:a16="http://schemas.microsoft.com/office/drawing/2014/main" id="{280999EB-5348-3F77-E785-2081D47450D2}"/>
              </a:ext>
            </a:extLst>
          </p:cNvPr>
          <p:cNvSpPr txBox="1"/>
          <p:nvPr/>
        </p:nvSpPr>
        <p:spPr>
          <a:xfrm>
            <a:off x="5614416" y="2072640"/>
            <a:ext cx="74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68" name="Shape 34">
            <a:extLst>
              <a:ext uri="{FF2B5EF4-FFF2-40B4-BE49-F238E27FC236}">
                <a16:creationId xmlns:a16="http://schemas.microsoft.com/office/drawing/2014/main" id="{9EE84216-6409-CE37-6625-0CE9BB94BF30}"/>
              </a:ext>
            </a:extLst>
          </p:cNvPr>
          <p:cNvSpPr/>
          <p:nvPr/>
        </p:nvSpPr>
        <p:spPr>
          <a:xfrm>
            <a:off x="6455664" y="2072640"/>
            <a:ext cx="749808" cy="6858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35">
            <a:extLst>
              <a:ext uri="{FF2B5EF4-FFF2-40B4-BE49-F238E27FC236}">
                <a16:creationId xmlns:a16="http://schemas.microsoft.com/office/drawing/2014/main" id="{018F86C6-D93D-CF62-D4A8-D3BCC0A50492}"/>
              </a:ext>
            </a:extLst>
          </p:cNvPr>
          <p:cNvSpPr txBox="1"/>
          <p:nvPr/>
        </p:nvSpPr>
        <p:spPr>
          <a:xfrm>
            <a:off x="6455664" y="2072640"/>
            <a:ext cx="74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72" name="Shape 36">
            <a:extLst>
              <a:ext uri="{FF2B5EF4-FFF2-40B4-BE49-F238E27FC236}">
                <a16:creationId xmlns:a16="http://schemas.microsoft.com/office/drawing/2014/main" id="{4AC60929-10F9-3D09-B8D7-44FCF9F18E71}"/>
              </a:ext>
            </a:extLst>
          </p:cNvPr>
          <p:cNvSpPr/>
          <p:nvPr/>
        </p:nvSpPr>
        <p:spPr>
          <a:xfrm>
            <a:off x="7296912" y="2072640"/>
            <a:ext cx="749808" cy="685800"/>
          </a:xfrm>
          <a:prstGeom prst="rect">
            <a:avLst/>
          </a:prstGeom>
          <a:solidFill>
            <a:srgbClr val="6D4C9F"/>
          </a:solidFill>
          <a:ln w="12700">
            <a:solidFill>
              <a:srgbClr val="6D4C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37">
            <a:extLst>
              <a:ext uri="{FF2B5EF4-FFF2-40B4-BE49-F238E27FC236}">
                <a16:creationId xmlns:a16="http://schemas.microsoft.com/office/drawing/2014/main" id="{94FFDAAF-7730-02E2-4ACC-6D75FEAB0730}"/>
              </a:ext>
            </a:extLst>
          </p:cNvPr>
          <p:cNvSpPr txBox="1"/>
          <p:nvPr/>
        </p:nvSpPr>
        <p:spPr>
          <a:xfrm>
            <a:off x="7296912" y="2072640"/>
            <a:ext cx="74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77" name="Shape 38">
            <a:extLst>
              <a:ext uri="{FF2B5EF4-FFF2-40B4-BE49-F238E27FC236}">
                <a16:creationId xmlns:a16="http://schemas.microsoft.com/office/drawing/2014/main" id="{C00333E3-759F-11DD-3EE7-81E4C2F3587D}"/>
              </a:ext>
            </a:extLst>
          </p:cNvPr>
          <p:cNvSpPr/>
          <p:nvPr/>
        </p:nvSpPr>
        <p:spPr>
          <a:xfrm>
            <a:off x="8138160" y="2072640"/>
            <a:ext cx="749808" cy="6858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39">
            <a:extLst>
              <a:ext uri="{FF2B5EF4-FFF2-40B4-BE49-F238E27FC236}">
                <a16:creationId xmlns:a16="http://schemas.microsoft.com/office/drawing/2014/main" id="{34F7C278-6943-A10C-B500-705F9687C086}"/>
              </a:ext>
            </a:extLst>
          </p:cNvPr>
          <p:cNvSpPr txBox="1"/>
          <p:nvPr/>
        </p:nvSpPr>
        <p:spPr>
          <a:xfrm>
            <a:off x="8138160" y="2072640"/>
            <a:ext cx="74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82" name="Shape 40">
            <a:extLst>
              <a:ext uri="{FF2B5EF4-FFF2-40B4-BE49-F238E27FC236}">
                <a16:creationId xmlns:a16="http://schemas.microsoft.com/office/drawing/2014/main" id="{45C95334-8014-05F2-3A78-7B68CCE378D2}"/>
              </a:ext>
            </a:extLst>
          </p:cNvPr>
          <p:cNvSpPr/>
          <p:nvPr/>
        </p:nvSpPr>
        <p:spPr>
          <a:xfrm>
            <a:off x="8979408" y="2072640"/>
            <a:ext cx="749808" cy="6858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41">
            <a:extLst>
              <a:ext uri="{FF2B5EF4-FFF2-40B4-BE49-F238E27FC236}">
                <a16:creationId xmlns:a16="http://schemas.microsoft.com/office/drawing/2014/main" id="{54C9D2D5-9DAC-5BAD-82F2-D737E8F2EBAD}"/>
              </a:ext>
            </a:extLst>
          </p:cNvPr>
          <p:cNvSpPr txBox="1"/>
          <p:nvPr/>
        </p:nvSpPr>
        <p:spPr>
          <a:xfrm>
            <a:off x="8979408" y="2072640"/>
            <a:ext cx="74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87" name="Shape 42">
            <a:extLst>
              <a:ext uri="{FF2B5EF4-FFF2-40B4-BE49-F238E27FC236}">
                <a16:creationId xmlns:a16="http://schemas.microsoft.com/office/drawing/2014/main" id="{9B3667EF-9CCB-9E6A-5337-9AA27D1977B7}"/>
              </a:ext>
            </a:extLst>
          </p:cNvPr>
          <p:cNvSpPr/>
          <p:nvPr/>
        </p:nvSpPr>
        <p:spPr>
          <a:xfrm>
            <a:off x="9820656" y="2072640"/>
            <a:ext cx="749808" cy="6858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43">
            <a:extLst>
              <a:ext uri="{FF2B5EF4-FFF2-40B4-BE49-F238E27FC236}">
                <a16:creationId xmlns:a16="http://schemas.microsoft.com/office/drawing/2014/main" id="{1D4D34AF-B60C-B260-5E32-BCC1568D76EE}"/>
              </a:ext>
            </a:extLst>
          </p:cNvPr>
          <p:cNvSpPr txBox="1"/>
          <p:nvPr/>
        </p:nvSpPr>
        <p:spPr>
          <a:xfrm>
            <a:off x="9820656" y="2072640"/>
            <a:ext cx="74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91" name="Shape 44">
            <a:extLst>
              <a:ext uri="{FF2B5EF4-FFF2-40B4-BE49-F238E27FC236}">
                <a16:creationId xmlns:a16="http://schemas.microsoft.com/office/drawing/2014/main" id="{FEB9CCE4-46D8-AB58-E0B3-43692BBEF738}"/>
              </a:ext>
            </a:extLst>
          </p:cNvPr>
          <p:cNvSpPr/>
          <p:nvPr/>
        </p:nvSpPr>
        <p:spPr>
          <a:xfrm>
            <a:off x="10661904" y="2072640"/>
            <a:ext cx="749808" cy="685800"/>
          </a:xfrm>
          <a:prstGeom prst="rect">
            <a:avLst/>
          </a:prstGeom>
          <a:solidFill>
            <a:srgbClr val="F9E4E2"/>
          </a:solidFill>
          <a:ln w="12700">
            <a:solidFill>
              <a:srgbClr val="F9E4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45">
            <a:extLst>
              <a:ext uri="{FF2B5EF4-FFF2-40B4-BE49-F238E27FC236}">
                <a16:creationId xmlns:a16="http://schemas.microsoft.com/office/drawing/2014/main" id="{BC321206-58C3-BFA2-C4A7-0283BA422E45}"/>
              </a:ext>
            </a:extLst>
          </p:cNvPr>
          <p:cNvSpPr txBox="1"/>
          <p:nvPr/>
        </p:nvSpPr>
        <p:spPr>
          <a:xfrm>
            <a:off x="10661904" y="2072640"/>
            <a:ext cx="74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000" dirty="0"/>
          </a:p>
        </p:txBody>
      </p:sp>
      <p:sp>
        <p:nvSpPr>
          <p:cNvPr id="95" name="Text 46">
            <a:extLst>
              <a:ext uri="{FF2B5EF4-FFF2-40B4-BE49-F238E27FC236}">
                <a16:creationId xmlns:a16="http://schemas.microsoft.com/office/drawing/2014/main" id="{9AA512CC-B15F-0CF9-B9C8-77D883CB5BA7}"/>
              </a:ext>
            </a:extLst>
          </p:cNvPr>
          <p:cNvSpPr txBox="1"/>
          <p:nvPr/>
        </p:nvSpPr>
        <p:spPr>
          <a:xfrm>
            <a:off x="3931920" y="2987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6D4C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take the 5th value (the middle of 9)</a:t>
            </a:r>
            <a:endParaRPr lang="en-US" sz="1900" dirty="0"/>
          </a:p>
        </p:txBody>
      </p:sp>
      <p:sp>
        <p:nvSpPr>
          <p:cNvPr id="97" name="Text 3">
            <a:extLst>
              <a:ext uri="{FF2B5EF4-FFF2-40B4-BE49-F238E27FC236}">
                <a16:creationId xmlns:a16="http://schemas.microsoft.com/office/drawing/2014/main" id="{4B0D5E5F-04B9-C8E3-E009-34F20FB404E1}"/>
              </a:ext>
            </a:extLst>
          </p:cNvPr>
          <p:cNvSpPr txBox="1"/>
          <p:nvPr/>
        </p:nvSpPr>
        <p:spPr>
          <a:xfrm>
            <a:off x="727710" y="1080061"/>
            <a:ext cx="6219190" cy="30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/>
              <a:t>➜ 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neighbourhood from small to large and take the middle value.</a:t>
            </a:r>
            <a:endParaRPr lang="en-US" sz="1600" dirty="0"/>
          </a:p>
        </p:txBody>
      </p:sp>
      <p:pic>
        <p:nvPicPr>
          <p:cNvPr id="99" name="Picture 98">
            <a:extLst>
              <a:ext uri="{FF2B5EF4-FFF2-40B4-BE49-F238E27FC236}">
                <a16:creationId xmlns:a16="http://schemas.microsoft.com/office/drawing/2014/main" id="{9073A781-E732-8C6C-B65D-EBC4FE3D2E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1046" name="Shape 47">
            <a:extLst>
              <a:ext uri="{FF2B5EF4-FFF2-40B4-BE49-F238E27FC236}">
                <a16:creationId xmlns:a16="http://schemas.microsoft.com/office/drawing/2014/main" id="{4A699963-6353-C299-70D1-BD00DA1CA975}"/>
              </a:ext>
            </a:extLst>
          </p:cNvPr>
          <p:cNvSpPr/>
          <p:nvPr/>
        </p:nvSpPr>
        <p:spPr>
          <a:xfrm>
            <a:off x="822960" y="4267200"/>
            <a:ext cx="5303520" cy="1413621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0" name="Text 48">
            <a:extLst>
              <a:ext uri="{FF2B5EF4-FFF2-40B4-BE49-F238E27FC236}">
                <a16:creationId xmlns:a16="http://schemas.microsoft.com/office/drawing/2014/main" id="{318AB167-D147-0894-75C4-8015158A1326}"/>
              </a:ext>
            </a:extLst>
          </p:cNvPr>
          <p:cNvSpPr txBox="1"/>
          <p:nvPr/>
        </p:nvSpPr>
        <p:spPr>
          <a:xfrm>
            <a:off x="1097280" y="4404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900" dirty="0"/>
          </a:p>
        </p:txBody>
      </p:sp>
      <p:sp>
        <p:nvSpPr>
          <p:cNvPr id="1054" name="Text 49">
            <a:extLst>
              <a:ext uri="{FF2B5EF4-FFF2-40B4-BE49-F238E27FC236}">
                <a16:creationId xmlns:a16="http://schemas.microsoft.com/office/drawing/2014/main" id="{FE19C0BD-B80C-CD21-2B56-9AAFE495E920}"/>
              </a:ext>
            </a:extLst>
          </p:cNvPr>
          <p:cNvSpPr txBox="1"/>
          <p:nvPr/>
        </p:nvSpPr>
        <p:spPr>
          <a:xfrm>
            <a:off x="1097280" y="48158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5600" dirty="0"/>
          </a:p>
        </p:txBody>
      </p:sp>
      <p:sp>
        <p:nvSpPr>
          <p:cNvPr id="1062" name="Shape 51">
            <a:extLst>
              <a:ext uri="{FF2B5EF4-FFF2-40B4-BE49-F238E27FC236}">
                <a16:creationId xmlns:a16="http://schemas.microsoft.com/office/drawing/2014/main" id="{2A8A8BC7-2CE6-DBEA-F5C5-ECB6868B4D11}"/>
              </a:ext>
            </a:extLst>
          </p:cNvPr>
          <p:cNvSpPr/>
          <p:nvPr/>
        </p:nvSpPr>
        <p:spPr>
          <a:xfrm>
            <a:off x="6400800" y="4267200"/>
            <a:ext cx="5303520" cy="1413621"/>
          </a:xfrm>
          <a:prstGeom prst="rect">
            <a:avLst/>
          </a:prstGeom>
          <a:solidFill>
            <a:srgbClr val="EFEAF6"/>
          </a:solidFill>
          <a:ln w="12700">
            <a:solidFill>
              <a:srgbClr val="EFEA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6" name="Text 52">
            <a:extLst>
              <a:ext uri="{FF2B5EF4-FFF2-40B4-BE49-F238E27FC236}">
                <a16:creationId xmlns:a16="http://schemas.microsoft.com/office/drawing/2014/main" id="{598BCE23-3221-7B16-FF16-19BFA20ECDE0}"/>
              </a:ext>
            </a:extLst>
          </p:cNvPr>
          <p:cNvSpPr txBox="1"/>
          <p:nvPr/>
        </p:nvSpPr>
        <p:spPr>
          <a:xfrm>
            <a:off x="6675120" y="4404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6D4C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900" dirty="0"/>
          </a:p>
        </p:txBody>
      </p:sp>
      <p:sp>
        <p:nvSpPr>
          <p:cNvPr id="1070" name="Text 53">
            <a:extLst>
              <a:ext uri="{FF2B5EF4-FFF2-40B4-BE49-F238E27FC236}">
                <a16:creationId xmlns:a16="http://schemas.microsoft.com/office/drawing/2014/main" id="{C688BAEF-3F84-F0D2-FA01-1BE6DC8C4991}"/>
              </a:ext>
            </a:extLst>
          </p:cNvPr>
          <p:cNvSpPr txBox="1"/>
          <p:nvPr/>
        </p:nvSpPr>
        <p:spPr>
          <a:xfrm>
            <a:off x="6675120" y="48158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6D4C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5600" dirty="0"/>
          </a:p>
        </p:txBody>
      </p:sp>
      <p:sp>
        <p:nvSpPr>
          <p:cNvPr id="1077" name="Text 55">
            <a:extLst>
              <a:ext uri="{FF2B5EF4-FFF2-40B4-BE49-F238E27FC236}">
                <a16:creationId xmlns:a16="http://schemas.microsoft.com/office/drawing/2014/main" id="{F5A7C75E-B11C-AD8D-C577-DF948237666B}"/>
              </a:ext>
            </a:extLst>
          </p:cNvPr>
          <p:cNvSpPr txBox="1"/>
          <p:nvPr/>
        </p:nvSpPr>
        <p:spPr>
          <a:xfrm>
            <a:off x="3629279" y="5824196"/>
            <a:ext cx="54698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true value was 10. The median gets it exactly.</a:t>
            </a:r>
            <a:endParaRPr lang="en-US" dirty="0"/>
          </a:p>
        </p:txBody>
      </p:sp>
      <p:sp>
        <p:nvSpPr>
          <p:cNvPr id="1079" name="Parallelogram 41">
            <a:extLst>
              <a:ext uri="{FF2B5EF4-FFF2-40B4-BE49-F238E27FC236}">
                <a16:creationId xmlns:a16="http://schemas.microsoft.com/office/drawing/2014/main" id="{C28A18C5-CBCA-DDB5-73E2-4CF9A4831DDE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15/33</a:t>
            </a:r>
          </a:p>
        </p:txBody>
      </p:sp>
    </p:spTree>
    <p:extLst>
      <p:ext uri="{BB962C8B-B14F-4D97-AF65-F5344CB8AC3E}">
        <p14:creationId xmlns:p14="http://schemas.microsoft.com/office/powerpoint/2010/main" val="336572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F60E8-2308-9703-1627-03D1DD812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9B7FD74-00EC-4511-B9E9-CC4C79A3DF87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F0BDD3E9-DFFA-3629-AE77-B3F8F9132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0E31E47-2235-D4CE-8121-4CC47977714B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368482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D44461B-5403-5A8E-4DAA-40E393A224A7}"/>
              </a:ext>
            </a:extLst>
          </p:cNvPr>
          <p:cNvSpPr txBox="1"/>
          <p:nvPr/>
        </p:nvSpPr>
        <p:spPr>
          <a:xfrm>
            <a:off x="550276" y="364476"/>
            <a:ext cx="21066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Sharpening</a:t>
            </a:r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0A93C226-2E71-6BDC-16F0-1B3C457EE4F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93FB7164-68C9-16BD-C452-88B5E062CD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73" name="Text 3">
            <a:extLst>
              <a:ext uri="{FF2B5EF4-FFF2-40B4-BE49-F238E27FC236}">
                <a16:creationId xmlns:a16="http://schemas.microsoft.com/office/drawing/2014/main" id="{B2019ED2-80EB-6E23-7E3F-7FD3221BE4DF}"/>
              </a:ext>
            </a:extLst>
          </p:cNvPr>
          <p:cNvSpPr txBox="1"/>
          <p:nvPr/>
        </p:nvSpPr>
        <p:spPr>
          <a:xfrm>
            <a:off x="467202" y="1141264"/>
            <a:ext cx="5000596" cy="1801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2400" dirty="0"/>
              <a:t>Sharpening increases local contrast around edges and fine structures, making intensity transitions appear more distinct.</a:t>
            </a:r>
          </a:p>
        </p:txBody>
      </p:sp>
      <p:pic>
        <p:nvPicPr>
          <p:cNvPr id="76" name="Image 1" descr="fig/soft.png">
            <a:extLst>
              <a:ext uri="{FF2B5EF4-FFF2-40B4-BE49-F238E27FC236}">
                <a16:creationId xmlns:a16="http://schemas.microsoft.com/office/drawing/2014/main" id="{BCFECD23-4588-D1E5-93A1-9C4E00EE24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2566592"/>
            <a:ext cx="2468880" cy="2468880"/>
          </a:xfrm>
          <a:prstGeom prst="rect">
            <a:avLst/>
          </a:prstGeom>
        </p:spPr>
      </p:pic>
      <p:pic>
        <p:nvPicPr>
          <p:cNvPr id="80" name="Image 2" descr="fig/sharpened.png">
            <a:extLst>
              <a:ext uri="{FF2B5EF4-FFF2-40B4-BE49-F238E27FC236}">
                <a16:creationId xmlns:a16="http://schemas.microsoft.com/office/drawing/2014/main" id="{340CD23A-8D0A-2A9F-566E-FC249807C1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8280" y="2566592"/>
            <a:ext cx="2468880" cy="2468880"/>
          </a:xfrm>
          <a:prstGeom prst="rect">
            <a:avLst/>
          </a:prstGeom>
        </p:spPr>
      </p:pic>
      <p:sp>
        <p:nvSpPr>
          <p:cNvPr id="84" name="Text 7">
            <a:extLst>
              <a:ext uri="{FF2B5EF4-FFF2-40B4-BE49-F238E27FC236}">
                <a16:creationId xmlns:a16="http://schemas.microsoft.com/office/drawing/2014/main" id="{81100567-9534-B5CF-1D93-2D1F78BCBB91}"/>
              </a:ext>
            </a:extLst>
          </p:cNvPr>
          <p:cNvSpPr txBox="1"/>
          <p:nvPr/>
        </p:nvSpPr>
        <p:spPr>
          <a:xfrm>
            <a:off x="6537960" y="50811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</a:t>
            </a:r>
            <a:endParaRPr lang="en-US" sz="1500" dirty="0"/>
          </a:p>
        </p:txBody>
      </p:sp>
      <p:sp>
        <p:nvSpPr>
          <p:cNvPr id="88" name="Text 8">
            <a:extLst>
              <a:ext uri="{FF2B5EF4-FFF2-40B4-BE49-F238E27FC236}">
                <a16:creationId xmlns:a16="http://schemas.microsoft.com/office/drawing/2014/main" id="{4D730989-BB39-C96C-F956-1F603086E3DA}"/>
              </a:ext>
            </a:extLst>
          </p:cNvPr>
          <p:cNvSpPr txBox="1"/>
          <p:nvPr/>
        </p:nvSpPr>
        <p:spPr>
          <a:xfrm>
            <a:off x="9098280" y="50811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8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sharpened</a:t>
            </a:r>
            <a:endParaRPr lang="en-US" sz="1500" dirty="0"/>
          </a:p>
        </p:txBody>
      </p:sp>
      <p:sp>
        <p:nvSpPr>
          <p:cNvPr id="92" name="Parallelogram 41">
            <a:extLst>
              <a:ext uri="{FF2B5EF4-FFF2-40B4-BE49-F238E27FC236}">
                <a16:creationId xmlns:a16="http://schemas.microsoft.com/office/drawing/2014/main" id="{74AC2777-BDAE-04F6-A6D2-C2508FF5B2B4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16/33</a:t>
            </a:r>
          </a:p>
        </p:txBody>
      </p:sp>
    </p:spTree>
    <p:extLst>
      <p:ext uri="{BB962C8B-B14F-4D97-AF65-F5344CB8AC3E}">
        <p14:creationId xmlns:p14="http://schemas.microsoft.com/office/powerpoint/2010/main" val="37898996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46628-B909-AABB-622D-ACDC5F12F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57DFB51-7957-0469-6255-0DFE0FEB47A6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5F0A1E43-BA6E-26DA-567E-13D432187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CCB7ADA-3858-9F4E-D2F3-3376E713358E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304088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7D600F4-2665-DAF3-47C7-C99F06E98A02}"/>
              </a:ext>
            </a:extLst>
          </p:cNvPr>
          <p:cNvSpPr txBox="1"/>
          <p:nvPr/>
        </p:nvSpPr>
        <p:spPr>
          <a:xfrm>
            <a:off x="550276" y="364476"/>
            <a:ext cx="84389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An edge is a place where brightness changes fast</a:t>
            </a:r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6A9A7397-978E-CBE9-9302-4BBA726B422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pic>
        <p:nvPicPr>
          <p:cNvPr id="17" name="Image 2" descr="fig/deriv_simple.png">
            <a:extLst>
              <a:ext uri="{FF2B5EF4-FFF2-40B4-BE49-F238E27FC236}">
                <a16:creationId xmlns:a16="http://schemas.microsoft.com/office/drawing/2014/main" id="{11C16C13-A83C-6755-17EB-AE8FDF9A75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005" y="1731864"/>
            <a:ext cx="6217920" cy="4115632"/>
          </a:xfrm>
          <a:prstGeom prst="rect">
            <a:avLst/>
          </a:prstGeom>
          <a:ln w="12700">
            <a:solidFill>
              <a:srgbClr val="002060"/>
            </a:solidFill>
          </a:ln>
        </p:spPr>
      </p:pic>
      <p:sp>
        <p:nvSpPr>
          <p:cNvPr id="20" name="Text 9">
            <a:extLst>
              <a:ext uri="{FF2B5EF4-FFF2-40B4-BE49-F238E27FC236}">
                <a16:creationId xmlns:a16="http://schemas.microsoft.com/office/drawing/2014/main" id="{040ACE3B-B10C-BDB2-6CCE-EC5CD48F8A4D}"/>
              </a:ext>
            </a:extLst>
          </p:cNvPr>
          <p:cNvSpPr txBox="1"/>
          <p:nvPr/>
        </p:nvSpPr>
        <p:spPr>
          <a:xfrm>
            <a:off x="6837680" y="1940125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derivative = change</a:t>
            </a:r>
            <a:endParaRPr lang="en-US" sz="2000" dirty="0"/>
          </a:p>
        </p:txBody>
      </p:sp>
      <p:pic>
        <p:nvPicPr>
          <p:cNvPr id="22" name="Image 3" descr="eq/d1.png">
            <a:extLst>
              <a:ext uri="{FF2B5EF4-FFF2-40B4-BE49-F238E27FC236}">
                <a16:creationId xmlns:a16="http://schemas.microsoft.com/office/drawing/2014/main" id="{E0CD81DF-7821-F5A8-4EE9-19BC8AC542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2375688"/>
            <a:ext cx="3173730" cy="419100"/>
          </a:xfrm>
          <a:prstGeom prst="rect">
            <a:avLst/>
          </a:prstGeom>
        </p:spPr>
      </p:pic>
      <p:sp>
        <p:nvSpPr>
          <p:cNvPr id="32" name="Text 11">
            <a:extLst>
              <a:ext uri="{FF2B5EF4-FFF2-40B4-BE49-F238E27FC236}">
                <a16:creationId xmlns:a16="http://schemas.microsoft.com/office/drawing/2014/main" id="{107729D1-7CD3-4F5F-3315-C5787BC334EB}"/>
              </a:ext>
            </a:extLst>
          </p:cNvPr>
          <p:cNvSpPr txBox="1"/>
          <p:nvPr/>
        </p:nvSpPr>
        <p:spPr>
          <a:xfrm>
            <a:off x="6921500" y="4141655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E08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derivative = change of the change</a:t>
            </a:r>
            <a:endParaRPr lang="en-US" sz="2000" dirty="0"/>
          </a:p>
        </p:txBody>
      </p:sp>
      <p:pic>
        <p:nvPicPr>
          <p:cNvPr id="36" name="Image 4" descr="eq/d2.png">
            <a:extLst>
              <a:ext uri="{FF2B5EF4-FFF2-40B4-BE49-F238E27FC236}">
                <a16:creationId xmlns:a16="http://schemas.microsoft.com/office/drawing/2014/main" id="{DC7B3FD8-3D5D-607A-DBA1-75CD9A2B84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1500" y="4598855"/>
            <a:ext cx="4853940" cy="419100"/>
          </a:xfrm>
          <a:prstGeom prst="rect">
            <a:avLst/>
          </a:prstGeom>
        </p:spPr>
      </p:pic>
      <p:sp>
        <p:nvSpPr>
          <p:cNvPr id="48" name="Text 10">
            <a:extLst>
              <a:ext uri="{FF2B5EF4-FFF2-40B4-BE49-F238E27FC236}">
                <a16:creationId xmlns:a16="http://schemas.microsoft.com/office/drawing/2014/main" id="{AE9499AB-0C49-A55D-2DC8-CB52B1947CFD}"/>
              </a:ext>
            </a:extLst>
          </p:cNvPr>
          <p:cNvSpPr txBox="1"/>
          <p:nvPr/>
        </p:nvSpPr>
        <p:spPr>
          <a:xfrm>
            <a:off x="6858000" y="290703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does the brightness change from one pixel to the next?</a:t>
            </a:r>
            <a:endParaRPr lang="en-US" sz="1600" dirty="0"/>
          </a:p>
        </p:txBody>
      </p:sp>
      <p:sp>
        <p:nvSpPr>
          <p:cNvPr id="52" name="Text 12">
            <a:extLst>
              <a:ext uri="{FF2B5EF4-FFF2-40B4-BE49-F238E27FC236}">
                <a16:creationId xmlns:a16="http://schemas.microsoft.com/office/drawing/2014/main" id="{0076D52B-F1E4-E57A-F2A1-3207CFD7B0F8}"/>
              </a:ext>
            </a:extLst>
          </p:cNvPr>
          <p:cNvSpPr txBox="1"/>
          <p:nvPr/>
        </p:nvSpPr>
        <p:spPr>
          <a:xfrm>
            <a:off x="6921500" y="50825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Is the change speeding up or slowing down? It is + at the start of an edge and − at the end.</a:t>
            </a:r>
            <a:endParaRPr lang="en-US" sz="1600" dirty="0"/>
          </a:p>
        </p:txBody>
      </p:sp>
      <p:sp>
        <p:nvSpPr>
          <p:cNvPr id="65" name="Text 3">
            <a:extLst>
              <a:ext uri="{FF2B5EF4-FFF2-40B4-BE49-F238E27FC236}">
                <a16:creationId xmlns:a16="http://schemas.microsoft.com/office/drawing/2014/main" id="{050A8B33-59EF-F861-7B27-4918CB9A7BD8}"/>
              </a:ext>
            </a:extLst>
          </p:cNvPr>
          <p:cNvSpPr txBox="1"/>
          <p:nvPr/>
        </p:nvSpPr>
        <p:spPr>
          <a:xfrm>
            <a:off x="435005" y="1175334"/>
            <a:ext cx="4905345" cy="30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/>
              <a:t>➜  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Sharpening finds the edges and makes them stronger.</a:t>
            </a:r>
            <a:endParaRPr lang="en-US" sz="1600" dirty="0"/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9A28E35A-B691-4C33-FA4A-B0B615661E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3" name="Parallelogram 41">
            <a:extLst>
              <a:ext uri="{FF2B5EF4-FFF2-40B4-BE49-F238E27FC236}">
                <a16:creationId xmlns:a16="http://schemas.microsoft.com/office/drawing/2014/main" id="{3CA9DCCE-C4AC-A411-ABE3-2D9C6A749F5D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17/33</a:t>
            </a:r>
          </a:p>
        </p:txBody>
      </p:sp>
    </p:spTree>
    <p:extLst>
      <p:ext uri="{BB962C8B-B14F-4D97-AF65-F5344CB8AC3E}">
        <p14:creationId xmlns:p14="http://schemas.microsoft.com/office/powerpoint/2010/main" val="1674339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7E61C-08B9-07D9-80D3-8E322FE17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1121F52-621C-5FF0-CC64-E1BB692CD010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1A066ACD-FB50-BBB6-DFFE-EFD9F4B37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B86EBF7-26FC-6CE4-9F32-345CF0CC037A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342725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1C855F8-294E-A041-9EF5-6CC01B20DF77}"/>
              </a:ext>
            </a:extLst>
          </p:cNvPr>
          <p:cNvSpPr txBox="1"/>
          <p:nvPr/>
        </p:nvSpPr>
        <p:spPr>
          <a:xfrm>
            <a:off x="550276" y="364476"/>
            <a:ext cx="73455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The Laplacian as a second-derivative filter</a:t>
            </a:r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19E9CE28-7B0F-74D7-AB21-72FBB13A853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sp>
        <p:nvSpPr>
          <p:cNvPr id="4" name="Shape 7">
            <a:extLst>
              <a:ext uri="{FF2B5EF4-FFF2-40B4-BE49-F238E27FC236}">
                <a16:creationId xmlns:a16="http://schemas.microsoft.com/office/drawing/2014/main" id="{E1EF601A-88CE-0BE2-FD37-3F6217210D60}"/>
              </a:ext>
            </a:extLst>
          </p:cNvPr>
          <p:cNvSpPr/>
          <p:nvPr/>
        </p:nvSpPr>
        <p:spPr>
          <a:xfrm>
            <a:off x="7589520" y="1645920"/>
            <a:ext cx="9601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1406497B-30BB-47B3-1366-54DB25F632DA}"/>
              </a:ext>
            </a:extLst>
          </p:cNvPr>
          <p:cNvSpPr txBox="1"/>
          <p:nvPr/>
        </p:nvSpPr>
        <p:spPr>
          <a:xfrm>
            <a:off x="7589520" y="16459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E97E3CB3-692F-2BB8-1DE5-13F8602BE7F5}"/>
              </a:ext>
            </a:extLst>
          </p:cNvPr>
          <p:cNvSpPr/>
          <p:nvPr/>
        </p:nvSpPr>
        <p:spPr>
          <a:xfrm>
            <a:off x="8549640" y="1645920"/>
            <a:ext cx="960120" cy="960120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37C2D3A-E2C6-F998-321D-FDBB47D0BEFD}"/>
              </a:ext>
            </a:extLst>
          </p:cNvPr>
          <p:cNvSpPr txBox="1"/>
          <p:nvPr/>
        </p:nvSpPr>
        <p:spPr>
          <a:xfrm>
            <a:off x="8549640" y="16459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933D0CC2-C1ED-D8F7-0028-918323CBC51B}"/>
              </a:ext>
            </a:extLst>
          </p:cNvPr>
          <p:cNvSpPr/>
          <p:nvPr/>
        </p:nvSpPr>
        <p:spPr>
          <a:xfrm>
            <a:off x="9509760" y="1645920"/>
            <a:ext cx="9601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347AFD08-A91A-717C-211C-BA38007A76B3}"/>
              </a:ext>
            </a:extLst>
          </p:cNvPr>
          <p:cNvSpPr txBox="1"/>
          <p:nvPr/>
        </p:nvSpPr>
        <p:spPr>
          <a:xfrm>
            <a:off x="9509760" y="16459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4DD4B8D6-C70B-62FF-1E6A-9940E68C85F9}"/>
              </a:ext>
            </a:extLst>
          </p:cNvPr>
          <p:cNvSpPr/>
          <p:nvPr/>
        </p:nvSpPr>
        <p:spPr>
          <a:xfrm>
            <a:off x="7589520" y="2606040"/>
            <a:ext cx="960120" cy="960120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4D91B0AC-3EB1-39F3-0D46-D07AAAE77C14}"/>
              </a:ext>
            </a:extLst>
          </p:cNvPr>
          <p:cNvSpPr txBox="1"/>
          <p:nvPr/>
        </p:nvSpPr>
        <p:spPr>
          <a:xfrm>
            <a:off x="7589520" y="26060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26" name="Shape 15">
            <a:extLst>
              <a:ext uri="{FF2B5EF4-FFF2-40B4-BE49-F238E27FC236}">
                <a16:creationId xmlns:a16="http://schemas.microsoft.com/office/drawing/2014/main" id="{08179875-325F-F546-F42D-0762630E3CC7}"/>
              </a:ext>
            </a:extLst>
          </p:cNvPr>
          <p:cNvSpPr/>
          <p:nvPr/>
        </p:nvSpPr>
        <p:spPr>
          <a:xfrm>
            <a:off x="8549640" y="2606040"/>
            <a:ext cx="960120" cy="960120"/>
          </a:xfrm>
          <a:prstGeom prst="rect">
            <a:avLst/>
          </a:prstGeom>
          <a:solidFill>
            <a:srgbClr val="C0392B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16">
            <a:extLst>
              <a:ext uri="{FF2B5EF4-FFF2-40B4-BE49-F238E27FC236}">
                <a16:creationId xmlns:a16="http://schemas.microsoft.com/office/drawing/2014/main" id="{DD07900C-B29F-1FCE-02AA-D1E84F35D67A}"/>
              </a:ext>
            </a:extLst>
          </p:cNvPr>
          <p:cNvSpPr txBox="1"/>
          <p:nvPr/>
        </p:nvSpPr>
        <p:spPr>
          <a:xfrm>
            <a:off x="8549640" y="26060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</a:t>
            </a:r>
            <a:endParaRPr lang="en-US" sz="2600" dirty="0"/>
          </a:p>
        </p:txBody>
      </p:sp>
      <p:sp>
        <p:nvSpPr>
          <p:cNvPr id="31" name="Shape 17">
            <a:extLst>
              <a:ext uri="{FF2B5EF4-FFF2-40B4-BE49-F238E27FC236}">
                <a16:creationId xmlns:a16="http://schemas.microsoft.com/office/drawing/2014/main" id="{12604CBC-C671-C7C5-7D34-38D45EA85017}"/>
              </a:ext>
            </a:extLst>
          </p:cNvPr>
          <p:cNvSpPr/>
          <p:nvPr/>
        </p:nvSpPr>
        <p:spPr>
          <a:xfrm>
            <a:off x="9509760" y="2606040"/>
            <a:ext cx="960120" cy="960120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18">
            <a:extLst>
              <a:ext uri="{FF2B5EF4-FFF2-40B4-BE49-F238E27FC236}">
                <a16:creationId xmlns:a16="http://schemas.microsoft.com/office/drawing/2014/main" id="{56B7FCD9-C9D4-C972-CB28-85D8F8C16FFB}"/>
              </a:ext>
            </a:extLst>
          </p:cNvPr>
          <p:cNvSpPr txBox="1"/>
          <p:nvPr/>
        </p:nvSpPr>
        <p:spPr>
          <a:xfrm>
            <a:off x="9509760" y="26060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37" name="Shape 19">
            <a:extLst>
              <a:ext uri="{FF2B5EF4-FFF2-40B4-BE49-F238E27FC236}">
                <a16:creationId xmlns:a16="http://schemas.microsoft.com/office/drawing/2014/main" id="{AE614F7B-49B6-9D34-AB5C-9874C6755B18}"/>
              </a:ext>
            </a:extLst>
          </p:cNvPr>
          <p:cNvSpPr/>
          <p:nvPr/>
        </p:nvSpPr>
        <p:spPr>
          <a:xfrm>
            <a:off x="7589520" y="3566160"/>
            <a:ext cx="9601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20">
            <a:extLst>
              <a:ext uri="{FF2B5EF4-FFF2-40B4-BE49-F238E27FC236}">
                <a16:creationId xmlns:a16="http://schemas.microsoft.com/office/drawing/2014/main" id="{4F18CB2D-563B-F4B4-7DDA-DE6AD358CBD2}"/>
              </a:ext>
            </a:extLst>
          </p:cNvPr>
          <p:cNvSpPr txBox="1"/>
          <p:nvPr/>
        </p:nvSpPr>
        <p:spPr>
          <a:xfrm>
            <a:off x="7589520" y="35661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41" name="Shape 21">
            <a:extLst>
              <a:ext uri="{FF2B5EF4-FFF2-40B4-BE49-F238E27FC236}">
                <a16:creationId xmlns:a16="http://schemas.microsoft.com/office/drawing/2014/main" id="{7130C2EA-A72F-F996-4E70-08B8BC5CC6DF}"/>
              </a:ext>
            </a:extLst>
          </p:cNvPr>
          <p:cNvSpPr/>
          <p:nvPr/>
        </p:nvSpPr>
        <p:spPr>
          <a:xfrm>
            <a:off x="8549640" y="3566160"/>
            <a:ext cx="960120" cy="960120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22">
            <a:extLst>
              <a:ext uri="{FF2B5EF4-FFF2-40B4-BE49-F238E27FC236}">
                <a16:creationId xmlns:a16="http://schemas.microsoft.com/office/drawing/2014/main" id="{CA8BDAD4-5FEB-B0FE-D59A-E7D5369D48EA}"/>
              </a:ext>
            </a:extLst>
          </p:cNvPr>
          <p:cNvSpPr txBox="1"/>
          <p:nvPr/>
        </p:nvSpPr>
        <p:spPr>
          <a:xfrm>
            <a:off x="8549640" y="35661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45" name="Shape 23">
            <a:extLst>
              <a:ext uri="{FF2B5EF4-FFF2-40B4-BE49-F238E27FC236}">
                <a16:creationId xmlns:a16="http://schemas.microsoft.com/office/drawing/2014/main" id="{67A2F74D-649F-047B-5D8C-41F6F9C10CE4}"/>
              </a:ext>
            </a:extLst>
          </p:cNvPr>
          <p:cNvSpPr/>
          <p:nvPr/>
        </p:nvSpPr>
        <p:spPr>
          <a:xfrm>
            <a:off x="9509760" y="3566160"/>
            <a:ext cx="9601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F85F69F4-CBF5-CFC3-3896-0DDA0B6EC963}"/>
              </a:ext>
            </a:extLst>
          </p:cNvPr>
          <p:cNvSpPr txBox="1"/>
          <p:nvPr/>
        </p:nvSpPr>
        <p:spPr>
          <a:xfrm>
            <a:off x="9509760" y="35661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50" name="Text 25">
            <a:extLst>
              <a:ext uri="{FF2B5EF4-FFF2-40B4-BE49-F238E27FC236}">
                <a16:creationId xmlns:a16="http://schemas.microsoft.com/office/drawing/2014/main" id="{3DE43B6B-06DE-6751-942F-31E25013C3A9}"/>
              </a:ext>
            </a:extLst>
          </p:cNvPr>
          <p:cNvSpPr txBox="1"/>
          <p:nvPr/>
        </p:nvSpPr>
        <p:spPr>
          <a:xfrm>
            <a:off x="7223760" y="46634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Laplacian kernel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(named after Pierre-Simon Laplace)</a:t>
            </a:r>
            <a:endParaRPr lang="en-US" sz="1600" dirty="0"/>
          </a:p>
        </p:txBody>
      </p:sp>
      <p:sp>
        <p:nvSpPr>
          <p:cNvPr id="53" name="Text 3">
            <a:extLst>
              <a:ext uri="{FF2B5EF4-FFF2-40B4-BE49-F238E27FC236}">
                <a16:creationId xmlns:a16="http://schemas.microsoft.com/office/drawing/2014/main" id="{4BA86013-38A6-7EA8-6475-3AEEF601EE55}"/>
              </a:ext>
            </a:extLst>
          </p:cNvPr>
          <p:cNvSpPr txBox="1"/>
          <p:nvPr/>
        </p:nvSpPr>
        <p:spPr>
          <a:xfrm>
            <a:off x="603681" y="274320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2400" b="1" dirty="0"/>
              <a:t>➜ </a:t>
            </a:r>
            <a:r>
              <a:rPr lang="en-US" sz="2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Laplacian measures local curvature by adding the second derivatives in the horizontal and vertical directions.</a:t>
            </a:r>
            <a:endParaRPr lang="en-US" sz="2400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904B8AA6-B413-291B-0EB6-31AB63D166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58" name="Parallelogram 41">
            <a:extLst>
              <a:ext uri="{FF2B5EF4-FFF2-40B4-BE49-F238E27FC236}">
                <a16:creationId xmlns:a16="http://schemas.microsoft.com/office/drawing/2014/main" id="{FA78696C-1523-44A5-D1C5-3A0E9DECF1AD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18/33</a:t>
            </a:r>
          </a:p>
        </p:txBody>
      </p:sp>
    </p:spTree>
    <p:extLst>
      <p:ext uri="{BB962C8B-B14F-4D97-AF65-F5344CB8AC3E}">
        <p14:creationId xmlns:p14="http://schemas.microsoft.com/office/powerpoint/2010/main" val="12148625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85525-4700-6E08-E6F4-C27E7B998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CCEE8DE-C643-A8B3-A2AA-F4537560840E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596CE12B-9A35-9262-8AAE-69AE37E686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C09BDF3-CC10-4841-7D87-EE99E41C94BA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293445" cy="33161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7080E93-E208-410B-1648-5DD31F8F494C}"/>
              </a:ext>
            </a:extLst>
          </p:cNvPr>
          <p:cNvSpPr txBox="1"/>
          <p:nvPr/>
        </p:nvSpPr>
        <p:spPr>
          <a:xfrm>
            <a:off x="550276" y="364476"/>
            <a:ext cx="58630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The 4-neighbour Laplacian kernel</a:t>
            </a:r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F7B228F2-1318-B7A9-8EBB-AAA664B7F0F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sp>
        <p:nvSpPr>
          <p:cNvPr id="3" name="Text 9">
            <a:extLst>
              <a:ext uri="{FF2B5EF4-FFF2-40B4-BE49-F238E27FC236}">
                <a16:creationId xmlns:a16="http://schemas.microsoft.com/office/drawing/2014/main" id="{6022CCDA-6A4D-CEE6-4FA3-53866CD4C91A}"/>
              </a:ext>
            </a:extLst>
          </p:cNvPr>
          <p:cNvSpPr txBox="1"/>
          <p:nvPr/>
        </p:nvSpPr>
        <p:spPr>
          <a:xfrm>
            <a:off x="550276" y="1132130"/>
            <a:ext cx="10876736" cy="620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2000" b="1" dirty="0"/>
              <a:t>➜  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one-dimensional second derivative uses the weights [1, -2, 1]. Adding the horizontal and vertical responses produces the 2-D Laplacian.</a:t>
            </a:r>
            <a:endParaRPr lang="en-US" sz="1900" dirty="0"/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5B0D0413-B129-E230-3587-033A90623544}"/>
              </a:ext>
            </a:extLst>
          </p:cNvPr>
          <p:cNvSpPr/>
          <p:nvPr/>
        </p:nvSpPr>
        <p:spPr>
          <a:xfrm>
            <a:off x="1584960" y="2009988"/>
            <a:ext cx="777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0AABB93-CEA5-C47A-62C4-6B8DDAD46CAB}"/>
              </a:ext>
            </a:extLst>
          </p:cNvPr>
          <p:cNvSpPr txBox="1"/>
          <p:nvPr/>
        </p:nvSpPr>
        <p:spPr>
          <a:xfrm>
            <a:off x="1584960" y="200998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1A9F8495-25D2-BA94-7CC9-D1D213A7BBB8}"/>
              </a:ext>
            </a:extLst>
          </p:cNvPr>
          <p:cNvSpPr/>
          <p:nvPr/>
        </p:nvSpPr>
        <p:spPr>
          <a:xfrm>
            <a:off x="2362200" y="2009988"/>
            <a:ext cx="777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A5790879-9A82-2B46-D337-ACBCD80A6C47}"/>
              </a:ext>
            </a:extLst>
          </p:cNvPr>
          <p:cNvSpPr txBox="1"/>
          <p:nvPr/>
        </p:nvSpPr>
        <p:spPr>
          <a:xfrm>
            <a:off x="2362200" y="200998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AB9A21BB-0DA6-47C6-C653-A01D4F697E0D}"/>
              </a:ext>
            </a:extLst>
          </p:cNvPr>
          <p:cNvSpPr/>
          <p:nvPr/>
        </p:nvSpPr>
        <p:spPr>
          <a:xfrm>
            <a:off x="3139440" y="2009988"/>
            <a:ext cx="777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803A848E-779C-D9E9-EB64-DAA6333A86F1}"/>
              </a:ext>
            </a:extLst>
          </p:cNvPr>
          <p:cNvSpPr txBox="1"/>
          <p:nvPr/>
        </p:nvSpPr>
        <p:spPr>
          <a:xfrm>
            <a:off x="3139440" y="200998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32" name="Shape 16">
            <a:extLst>
              <a:ext uri="{FF2B5EF4-FFF2-40B4-BE49-F238E27FC236}">
                <a16:creationId xmlns:a16="http://schemas.microsoft.com/office/drawing/2014/main" id="{EFBB1718-12EE-14D6-F991-49CB58819F13}"/>
              </a:ext>
            </a:extLst>
          </p:cNvPr>
          <p:cNvSpPr/>
          <p:nvPr/>
        </p:nvSpPr>
        <p:spPr>
          <a:xfrm>
            <a:off x="1584960" y="2787228"/>
            <a:ext cx="777240" cy="777240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17">
            <a:extLst>
              <a:ext uri="{FF2B5EF4-FFF2-40B4-BE49-F238E27FC236}">
                <a16:creationId xmlns:a16="http://schemas.microsoft.com/office/drawing/2014/main" id="{0C19055D-EA94-C5A9-BE50-E369E74E5AEE}"/>
              </a:ext>
            </a:extLst>
          </p:cNvPr>
          <p:cNvSpPr txBox="1"/>
          <p:nvPr/>
        </p:nvSpPr>
        <p:spPr>
          <a:xfrm>
            <a:off x="1584960" y="278722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38" name="Shape 18">
            <a:extLst>
              <a:ext uri="{FF2B5EF4-FFF2-40B4-BE49-F238E27FC236}">
                <a16:creationId xmlns:a16="http://schemas.microsoft.com/office/drawing/2014/main" id="{D1D4BAC9-8858-C8B8-732E-A94D18F15064}"/>
              </a:ext>
            </a:extLst>
          </p:cNvPr>
          <p:cNvSpPr/>
          <p:nvPr/>
        </p:nvSpPr>
        <p:spPr>
          <a:xfrm>
            <a:off x="2362200" y="2787228"/>
            <a:ext cx="777240" cy="777240"/>
          </a:xfrm>
          <a:prstGeom prst="rect">
            <a:avLst/>
          </a:prstGeom>
          <a:solidFill>
            <a:srgbClr val="C0392B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19">
            <a:extLst>
              <a:ext uri="{FF2B5EF4-FFF2-40B4-BE49-F238E27FC236}">
                <a16:creationId xmlns:a16="http://schemas.microsoft.com/office/drawing/2014/main" id="{DE6CD1F2-5E16-A543-ADD2-9A6E6E180CEC}"/>
              </a:ext>
            </a:extLst>
          </p:cNvPr>
          <p:cNvSpPr txBox="1"/>
          <p:nvPr/>
        </p:nvSpPr>
        <p:spPr>
          <a:xfrm>
            <a:off x="2362200" y="278722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2000" dirty="0"/>
          </a:p>
        </p:txBody>
      </p:sp>
      <p:sp>
        <p:nvSpPr>
          <p:cNvPr id="46" name="Shape 20">
            <a:extLst>
              <a:ext uri="{FF2B5EF4-FFF2-40B4-BE49-F238E27FC236}">
                <a16:creationId xmlns:a16="http://schemas.microsoft.com/office/drawing/2014/main" id="{EE2A0A8C-9A16-541C-2936-4C09DDCDA1F1}"/>
              </a:ext>
            </a:extLst>
          </p:cNvPr>
          <p:cNvSpPr/>
          <p:nvPr/>
        </p:nvSpPr>
        <p:spPr>
          <a:xfrm>
            <a:off x="3139440" y="2787228"/>
            <a:ext cx="777240" cy="777240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21">
            <a:extLst>
              <a:ext uri="{FF2B5EF4-FFF2-40B4-BE49-F238E27FC236}">
                <a16:creationId xmlns:a16="http://schemas.microsoft.com/office/drawing/2014/main" id="{CC520C35-7E95-1756-1162-AEC4394FAAF4}"/>
              </a:ext>
            </a:extLst>
          </p:cNvPr>
          <p:cNvSpPr txBox="1"/>
          <p:nvPr/>
        </p:nvSpPr>
        <p:spPr>
          <a:xfrm>
            <a:off x="3139440" y="278722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2" name="Shape 22">
            <a:extLst>
              <a:ext uri="{FF2B5EF4-FFF2-40B4-BE49-F238E27FC236}">
                <a16:creationId xmlns:a16="http://schemas.microsoft.com/office/drawing/2014/main" id="{7C8D7D67-6719-FEA9-8ABD-19D597801C9A}"/>
              </a:ext>
            </a:extLst>
          </p:cNvPr>
          <p:cNvSpPr/>
          <p:nvPr/>
        </p:nvSpPr>
        <p:spPr>
          <a:xfrm>
            <a:off x="1584960" y="3564468"/>
            <a:ext cx="777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23">
            <a:extLst>
              <a:ext uri="{FF2B5EF4-FFF2-40B4-BE49-F238E27FC236}">
                <a16:creationId xmlns:a16="http://schemas.microsoft.com/office/drawing/2014/main" id="{E49B9E47-E24D-12FD-3990-94CEF13BB213}"/>
              </a:ext>
            </a:extLst>
          </p:cNvPr>
          <p:cNvSpPr txBox="1"/>
          <p:nvPr/>
        </p:nvSpPr>
        <p:spPr>
          <a:xfrm>
            <a:off x="1584960" y="356446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4E435A5E-66AC-CD03-C6C7-386BE26638D7}"/>
              </a:ext>
            </a:extLst>
          </p:cNvPr>
          <p:cNvSpPr/>
          <p:nvPr/>
        </p:nvSpPr>
        <p:spPr>
          <a:xfrm>
            <a:off x="2362200" y="3564468"/>
            <a:ext cx="777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25">
            <a:extLst>
              <a:ext uri="{FF2B5EF4-FFF2-40B4-BE49-F238E27FC236}">
                <a16:creationId xmlns:a16="http://schemas.microsoft.com/office/drawing/2014/main" id="{68FCC8E5-9CB1-7379-6499-20F7B31223F3}"/>
              </a:ext>
            </a:extLst>
          </p:cNvPr>
          <p:cNvSpPr txBox="1"/>
          <p:nvPr/>
        </p:nvSpPr>
        <p:spPr>
          <a:xfrm>
            <a:off x="2362200" y="356446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62" name="Shape 26">
            <a:extLst>
              <a:ext uri="{FF2B5EF4-FFF2-40B4-BE49-F238E27FC236}">
                <a16:creationId xmlns:a16="http://schemas.microsoft.com/office/drawing/2014/main" id="{55E6A31E-3E7D-8C94-8B6E-307849201180}"/>
              </a:ext>
            </a:extLst>
          </p:cNvPr>
          <p:cNvSpPr/>
          <p:nvPr/>
        </p:nvSpPr>
        <p:spPr>
          <a:xfrm>
            <a:off x="3139440" y="3564468"/>
            <a:ext cx="777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27">
            <a:extLst>
              <a:ext uri="{FF2B5EF4-FFF2-40B4-BE49-F238E27FC236}">
                <a16:creationId xmlns:a16="http://schemas.microsoft.com/office/drawing/2014/main" id="{37BB8C0F-D2DE-8F43-C983-DB2F3C77A17B}"/>
              </a:ext>
            </a:extLst>
          </p:cNvPr>
          <p:cNvSpPr txBox="1"/>
          <p:nvPr/>
        </p:nvSpPr>
        <p:spPr>
          <a:xfrm>
            <a:off x="3139440" y="356446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 28">
                <a:extLst>
                  <a:ext uri="{FF2B5EF4-FFF2-40B4-BE49-F238E27FC236}">
                    <a16:creationId xmlns:a16="http://schemas.microsoft.com/office/drawing/2014/main" id="{8C229DFC-A824-A2A4-D512-DEA349B5E583}"/>
                  </a:ext>
                </a:extLst>
              </p:cNvPr>
              <p:cNvSpPr txBox="1"/>
              <p:nvPr/>
            </p:nvSpPr>
            <p:spPr>
              <a:xfrm>
                <a:off x="1584960" y="4515751"/>
                <a:ext cx="233172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600" b="1" dirty="0">
                    <a:solidFill>
                      <a:srgbClr val="1F293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Horizontal (x):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  <m:t>𝒇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  <m:t>𝒙𝒙</m:t>
                        </m:r>
                      </m:sub>
                    </m:sSub>
                  </m:oMath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66" name="Text 28">
                <a:extLst>
                  <a:ext uri="{FF2B5EF4-FFF2-40B4-BE49-F238E27FC236}">
                    <a16:creationId xmlns:a16="http://schemas.microsoft.com/office/drawing/2014/main" id="{8C229DFC-A824-A2A4-D512-DEA349B5E5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960" y="4515751"/>
                <a:ext cx="2331720" cy="365760"/>
              </a:xfrm>
              <a:prstGeom prst="rect">
                <a:avLst/>
              </a:prstGeom>
              <a:blipFill>
                <a:blip r:embed="rId4"/>
                <a:stretch>
                  <a:fillRect t="-1667" b="-1666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Text 29">
            <a:extLst>
              <a:ext uri="{FF2B5EF4-FFF2-40B4-BE49-F238E27FC236}">
                <a16:creationId xmlns:a16="http://schemas.microsoft.com/office/drawing/2014/main" id="{806202E3-EBDF-63A8-F5FA-E84AD2C3099F}"/>
              </a:ext>
            </a:extLst>
          </p:cNvPr>
          <p:cNvSpPr txBox="1"/>
          <p:nvPr/>
        </p:nvSpPr>
        <p:spPr>
          <a:xfrm>
            <a:off x="4053840" y="2741508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4000" dirty="0"/>
          </a:p>
        </p:txBody>
      </p:sp>
      <p:sp>
        <p:nvSpPr>
          <p:cNvPr id="70" name="Shape 30">
            <a:extLst>
              <a:ext uri="{FF2B5EF4-FFF2-40B4-BE49-F238E27FC236}">
                <a16:creationId xmlns:a16="http://schemas.microsoft.com/office/drawing/2014/main" id="{7B3A27A7-74DF-CBC9-FBB7-C518D18C80A9}"/>
              </a:ext>
            </a:extLst>
          </p:cNvPr>
          <p:cNvSpPr/>
          <p:nvPr/>
        </p:nvSpPr>
        <p:spPr>
          <a:xfrm>
            <a:off x="4876800" y="2009988"/>
            <a:ext cx="777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31">
            <a:extLst>
              <a:ext uri="{FF2B5EF4-FFF2-40B4-BE49-F238E27FC236}">
                <a16:creationId xmlns:a16="http://schemas.microsoft.com/office/drawing/2014/main" id="{11087F10-5031-2145-7D48-EEC0C2CB46FF}"/>
              </a:ext>
            </a:extLst>
          </p:cNvPr>
          <p:cNvSpPr txBox="1"/>
          <p:nvPr/>
        </p:nvSpPr>
        <p:spPr>
          <a:xfrm>
            <a:off x="4876800" y="200998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74" name="Shape 32">
            <a:extLst>
              <a:ext uri="{FF2B5EF4-FFF2-40B4-BE49-F238E27FC236}">
                <a16:creationId xmlns:a16="http://schemas.microsoft.com/office/drawing/2014/main" id="{CE1CD052-F0C0-CA6B-AED6-230590F1A7D7}"/>
              </a:ext>
            </a:extLst>
          </p:cNvPr>
          <p:cNvSpPr/>
          <p:nvPr/>
        </p:nvSpPr>
        <p:spPr>
          <a:xfrm>
            <a:off x="5654040" y="2009988"/>
            <a:ext cx="777240" cy="777240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33">
            <a:extLst>
              <a:ext uri="{FF2B5EF4-FFF2-40B4-BE49-F238E27FC236}">
                <a16:creationId xmlns:a16="http://schemas.microsoft.com/office/drawing/2014/main" id="{E10C2C0B-E43B-4D91-F1BC-A6DAB9D88D3D}"/>
              </a:ext>
            </a:extLst>
          </p:cNvPr>
          <p:cNvSpPr txBox="1"/>
          <p:nvPr/>
        </p:nvSpPr>
        <p:spPr>
          <a:xfrm>
            <a:off x="5654040" y="200998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8" name="Shape 34">
            <a:extLst>
              <a:ext uri="{FF2B5EF4-FFF2-40B4-BE49-F238E27FC236}">
                <a16:creationId xmlns:a16="http://schemas.microsoft.com/office/drawing/2014/main" id="{155CD531-C685-3520-579A-7940A458A643}"/>
              </a:ext>
            </a:extLst>
          </p:cNvPr>
          <p:cNvSpPr/>
          <p:nvPr/>
        </p:nvSpPr>
        <p:spPr>
          <a:xfrm>
            <a:off x="6431280" y="2009988"/>
            <a:ext cx="777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35">
            <a:extLst>
              <a:ext uri="{FF2B5EF4-FFF2-40B4-BE49-F238E27FC236}">
                <a16:creationId xmlns:a16="http://schemas.microsoft.com/office/drawing/2014/main" id="{E32DB508-30EB-B6B7-56A4-49F7B918DEF1}"/>
              </a:ext>
            </a:extLst>
          </p:cNvPr>
          <p:cNvSpPr txBox="1"/>
          <p:nvPr/>
        </p:nvSpPr>
        <p:spPr>
          <a:xfrm>
            <a:off x="6431280" y="200998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82" name="Shape 36">
            <a:extLst>
              <a:ext uri="{FF2B5EF4-FFF2-40B4-BE49-F238E27FC236}">
                <a16:creationId xmlns:a16="http://schemas.microsoft.com/office/drawing/2014/main" id="{E1C0181D-3D94-130A-5BC1-9CDD0B1DB270}"/>
              </a:ext>
            </a:extLst>
          </p:cNvPr>
          <p:cNvSpPr/>
          <p:nvPr/>
        </p:nvSpPr>
        <p:spPr>
          <a:xfrm>
            <a:off x="4876800" y="2787228"/>
            <a:ext cx="777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37">
            <a:extLst>
              <a:ext uri="{FF2B5EF4-FFF2-40B4-BE49-F238E27FC236}">
                <a16:creationId xmlns:a16="http://schemas.microsoft.com/office/drawing/2014/main" id="{3534DCDC-86A3-ABDB-1965-F0BA338A1415}"/>
              </a:ext>
            </a:extLst>
          </p:cNvPr>
          <p:cNvSpPr txBox="1"/>
          <p:nvPr/>
        </p:nvSpPr>
        <p:spPr>
          <a:xfrm>
            <a:off x="4876800" y="278722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87" name="Shape 38">
            <a:extLst>
              <a:ext uri="{FF2B5EF4-FFF2-40B4-BE49-F238E27FC236}">
                <a16:creationId xmlns:a16="http://schemas.microsoft.com/office/drawing/2014/main" id="{7E0075FE-CA3D-CDEB-9D4F-EAA44FD5FDB8}"/>
              </a:ext>
            </a:extLst>
          </p:cNvPr>
          <p:cNvSpPr/>
          <p:nvPr/>
        </p:nvSpPr>
        <p:spPr>
          <a:xfrm>
            <a:off x="5654040" y="2787228"/>
            <a:ext cx="777240" cy="777240"/>
          </a:xfrm>
          <a:prstGeom prst="rect">
            <a:avLst/>
          </a:prstGeom>
          <a:solidFill>
            <a:srgbClr val="C0392B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39">
            <a:extLst>
              <a:ext uri="{FF2B5EF4-FFF2-40B4-BE49-F238E27FC236}">
                <a16:creationId xmlns:a16="http://schemas.microsoft.com/office/drawing/2014/main" id="{2381261D-6E85-5B10-171A-F37196ED0437}"/>
              </a:ext>
            </a:extLst>
          </p:cNvPr>
          <p:cNvSpPr txBox="1"/>
          <p:nvPr/>
        </p:nvSpPr>
        <p:spPr>
          <a:xfrm>
            <a:off x="5654040" y="278722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2000" dirty="0"/>
          </a:p>
        </p:txBody>
      </p:sp>
      <p:sp>
        <p:nvSpPr>
          <p:cNvPr id="91" name="Shape 40">
            <a:extLst>
              <a:ext uri="{FF2B5EF4-FFF2-40B4-BE49-F238E27FC236}">
                <a16:creationId xmlns:a16="http://schemas.microsoft.com/office/drawing/2014/main" id="{C98F45A2-7E4D-0368-68B4-C77C36059FD3}"/>
              </a:ext>
            </a:extLst>
          </p:cNvPr>
          <p:cNvSpPr/>
          <p:nvPr/>
        </p:nvSpPr>
        <p:spPr>
          <a:xfrm>
            <a:off x="6431280" y="2787228"/>
            <a:ext cx="777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41">
            <a:extLst>
              <a:ext uri="{FF2B5EF4-FFF2-40B4-BE49-F238E27FC236}">
                <a16:creationId xmlns:a16="http://schemas.microsoft.com/office/drawing/2014/main" id="{4E46B647-749D-D458-86B4-78A676F2C278}"/>
              </a:ext>
            </a:extLst>
          </p:cNvPr>
          <p:cNvSpPr txBox="1"/>
          <p:nvPr/>
        </p:nvSpPr>
        <p:spPr>
          <a:xfrm>
            <a:off x="6431280" y="278722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95" name="Shape 42">
            <a:extLst>
              <a:ext uri="{FF2B5EF4-FFF2-40B4-BE49-F238E27FC236}">
                <a16:creationId xmlns:a16="http://schemas.microsoft.com/office/drawing/2014/main" id="{D118D7DC-F528-9867-7BEB-866AF9754EAD}"/>
              </a:ext>
            </a:extLst>
          </p:cNvPr>
          <p:cNvSpPr/>
          <p:nvPr/>
        </p:nvSpPr>
        <p:spPr>
          <a:xfrm>
            <a:off x="4876800" y="3564468"/>
            <a:ext cx="777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43">
            <a:extLst>
              <a:ext uri="{FF2B5EF4-FFF2-40B4-BE49-F238E27FC236}">
                <a16:creationId xmlns:a16="http://schemas.microsoft.com/office/drawing/2014/main" id="{6C457DE8-8D67-8576-08B7-21E27045A4E5}"/>
              </a:ext>
            </a:extLst>
          </p:cNvPr>
          <p:cNvSpPr txBox="1"/>
          <p:nvPr/>
        </p:nvSpPr>
        <p:spPr>
          <a:xfrm>
            <a:off x="4876800" y="356446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99" name="Shape 44">
            <a:extLst>
              <a:ext uri="{FF2B5EF4-FFF2-40B4-BE49-F238E27FC236}">
                <a16:creationId xmlns:a16="http://schemas.microsoft.com/office/drawing/2014/main" id="{1F690BD3-7B6A-C03C-C7E0-1A5E10A120E4}"/>
              </a:ext>
            </a:extLst>
          </p:cNvPr>
          <p:cNvSpPr/>
          <p:nvPr/>
        </p:nvSpPr>
        <p:spPr>
          <a:xfrm>
            <a:off x="5654040" y="3564468"/>
            <a:ext cx="777240" cy="777240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45">
            <a:extLst>
              <a:ext uri="{FF2B5EF4-FFF2-40B4-BE49-F238E27FC236}">
                <a16:creationId xmlns:a16="http://schemas.microsoft.com/office/drawing/2014/main" id="{9605730B-EFAA-EE25-3222-8F25F05AA0CB}"/>
              </a:ext>
            </a:extLst>
          </p:cNvPr>
          <p:cNvSpPr txBox="1"/>
          <p:nvPr/>
        </p:nvSpPr>
        <p:spPr>
          <a:xfrm>
            <a:off x="5654040" y="356446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3" name="Shape 46">
            <a:extLst>
              <a:ext uri="{FF2B5EF4-FFF2-40B4-BE49-F238E27FC236}">
                <a16:creationId xmlns:a16="http://schemas.microsoft.com/office/drawing/2014/main" id="{B73CD627-D374-8EEB-330E-AA465046EFB1}"/>
              </a:ext>
            </a:extLst>
          </p:cNvPr>
          <p:cNvSpPr/>
          <p:nvPr/>
        </p:nvSpPr>
        <p:spPr>
          <a:xfrm>
            <a:off x="6431280" y="3564468"/>
            <a:ext cx="777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47">
            <a:extLst>
              <a:ext uri="{FF2B5EF4-FFF2-40B4-BE49-F238E27FC236}">
                <a16:creationId xmlns:a16="http://schemas.microsoft.com/office/drawing/2014/main" id="{6C5D6219-518A-56AD-C9E3-9504E3EDAFDE}"/>
              </a:ext>
            </a:extLst>
          </p:cNvPr>
          <p:cNvSpPr txBox="1"/>
          <p:nvPr/>
        </p:nvSpPr>
        <p:spPr>
          <a:xfrm>
            <a:off x="6431280" y="356446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 48">
                <a:extLst>
                  <a:ext uri="{FF2B5EF4-FFF2-40B4-BE49-F238E27FC236}">
                    <a16:creationId xmlns:a16="http://schemas.microsoft.com/office/drawing/2014/main" id="{60CD55D4-2B09-00D5-35FF-03129BE2A6F0}"/>
                  </a:ext>
                </a:extLst>
              </p:cNvPr>
              <p:cNvSpPr txBox="1"/>
              <p:nvPr/>
            </p:nvSpPr>
            <p:spPr>
              <a:xfrm>
                <a:off x="4876800" y="4433148"/>
                <a:ext cx="2331720" cy="5516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600" b="1" dirty="0">
                    <a:solidFill>
                      <a:srgbClr val="1F293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Vertical (y):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  <m:t>𝒇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  <m:t>𝒚𝒚</m:t>
                        </m:r>
                      </m:sub>
                    </m:sSub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107" name="Text 48">
                <a:extLst>
                  <a:ext uri="{FF2B5EF4-FFF2-40B4-BE49-F238E27FC236}">
                    <a16:creationId xmlns:a16="http://schemas.microsoft.com/office/drawing/2014/main" id="{60CD55D4-2B09-00D5-35FF-03129BE2A6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0" y="4433148"/>
                <a:ext cx="2331720" cy="55160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" name="Text 49">
            <a:extLst>
              <a:ext uri="{FF2B5EF4-FFF2-40B4-BE49-F238E27FC236}">
                <a16:creationId xmlns:a16="http://schemas.microsoft.com/office/drawing/2014/main" id="{AABA49E3-62C1-29B0-40F1-7616E1EED8FD}"/>
              </a:ext>
            </a:extLst>
          </p:cNvPr>
          <p:cNvSpPr txBox="1"/>
          <p:nvPr/>
        </p:nvSpPr>
        <p:spPr>
          <a:xfrm>
            <a:off x="7345680" y="2741508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4000" dirty="0"/>
          </a:p>
        </p:txBody>
      </p:sp>
      <p:sp>
        <p:nvSpPr>
          <p:cNvPr id="111" name="Shape 50">
            <a:extLst>
              <a:ext uri="{FF2B5EF4-FFF2-40B4-BE49-F238E27FC236}">
                <a16:creationId xmlns:a16="http://schemas.microsoft.com/office/drawing/2014/main" id="{AF12A6B2-1671-6F28-1DFD-36D9445E02B3}"/>
              </a:ext>
            </a:extLst>
          </p:cNvPr>
          <p:cNvSpPr/>
          <p:nvPr/>
        </p:nvSpPr>
        <p:spPr>
          <a:xfrm>
            <a:off x="8168640" y="2009988"/>
            <a:ext cx="777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51">
            <a:extLst>
              <a:ext uri="{FF2B5EF4-FFF2-40B4-BE49-F238E27FC236}">
                <a16:creationId xmlns:a16="http://schemas.microsoft.com/office/drawing/2014/main" id="{C3EAE112-7E8D-0436-0FAC-D82C28B4DAB3}"/>
              </a:ext>
            </a:extLst>
          </p:cNvPr>
          <p:cNvSpPr txBox="1"/>
          <p:nvPr/>
        </p:nvSpPr>
        <p:spPr>
          <a:xfrm>
            <a:off x="8168640" y="200998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115" name="Shape 52">
            <a:extLst>
              <a:ext uri="{FF2B5EF4-FFF2-40B4-BE49-F238E27FC236}">
                <a16:creationId xmlns:a16="http://schemas.microsoft.com/office/drawing/2014/main" id="{36324994-E383-1FEA-8B07-50DDB884B937}"/>
              </a:ext>
            </a:extLst>
          </p:cNvPr>
          <p:cNvSpPr/>
          <p:nvPr/>
        </p:nvSpPr>
        <p:spPr>
          <a:xfrm>
            <a:off x="8945880" y="2009988"/>
            <a:ext cx="777240" cy="777240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53">
            <a:extLst>
              <a:ext uri="{FF2B5EF4-FFF2-40B4-BE49-F238E27FC236}">
                <a16:creationId xmlns:a16="http://schemas.microsoft.com/office/drawing/2014/main" id="{66F54DBA-C552-F3DB-E12C-84194872D180}"/>
              </a:ext>
            </a:extLst>
          </p:cNvPr>
          <p:cNvSpPr txBox="1"/>
          <p:nvPr/>
        </p:nvSpPr>
        <p:spPr>
          <a:xfrm>
            <a:off x="8945880" y="200998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9" name="Shape 54">
            <a:extLst>
              <a:ext uri="{FF2B5EF4-FFF2-40B4-BE49-F238E27FC236}">
                <a16:creationId xmlns:a16="http://schemas.microsoft.com/office/drawing/2014/main" id="{358C8D0D-D7BB-31CC-1963-225F1427104E}"/>
              </a:ext>
            </a:extLst>
          </p:cNvPr>
          <p:cNvSpPr/>
          <p:nvPr/>
        </p:nvSpPr>
        <p:spPr>
          <a:xfrm>
            <a:off x="9723120" y="2009988"/>
            <a:ext cx="777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55">
            <a:extLst>
              <a:ext uri="{FF2B5EF4-FFF2-40B4-BE49-F238E27FC236}">
                <a16:creationId xmlns:a16="http://schemas.microsoft.com/office/drawing/2014/main" id="{38101A94-84FC-040E-4CD5-521D44EE8CE4}"/>
              </a:ext>
            </a:extLst>
          </p:cNvPr>
          <p:cNvSpPr txBox="1"/>
          <p:nvPr/>
        </p:nvSpPr>
        <p:spPr>
          <a:xfrm>
            <a:off x="9723120" y="200998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123" name="Shape 56">
            <a:extLst>
              <a:ext uri="{FF2B5EF4-FFF2-40B4-BE49-F238E27FC236}">
                <a16:creationId xmlns:a16="http://schemas.microsoft.com/office/drawing/2014/main" id="{6D774A65-ACCF-A54F-C418-FF446EC4F842}"/>
              </a:ext>
            </a:extLst>
          </p:cNvPr>
          <p:cNvSpPr/>
          <p:nvPr/>
        </p:nvSpPr>
        <p:spPr>
          <a:xfrm>
            <a:off x="8168640" y="2787228"/>
            <a:ext cx="777240" cy="777240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 57">
            <a:extLst>
              <a:ext uri="{FF2B5EF4-FFF2-40B4-BE49-F238E27FC236}">
                <a16:creationId xmlns:a16="http://schemas.microsoft.com/office/drawing/2014/main" id="{2764F64F-F35F-AA45-6376-45EEB3E7A395}"/>
              </a:ext>
            </a:extLst>
          </p:cNvPr>
          <p:cNvSpPr txBox="1"/>
          <p:nvPr/>
        </p:nvSpPr>
        <p:spPr>
          <a:xfrm>
            <a:off x="8168640" y="278722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27" name="Shape 58">
            <a:extLst>
              <a:ext uri="{FF2B5EF4-FFF2-40B4-BE49-F238E27FC236}">
                <a16:creationId xmlns:a16="http://schemas.microsoft.com/office/drawing/2014/main" id="{6539FA26-5C69-3DA2-5BFB-F29CFF2F4876}"/>
              </a:ext>
            </a:extLst>
          </p:cNvPr>
          <p:cNvSpPr/>
          <p:nvPr/>
        </p:nvSpPr>
        <p:spPr>
          <a:xfrm>
            <a:off x="8945880" y="2787228"/>
            <a:ext cx="777240" cy="777240"/>
          </a:xfrm>
          <a:prstGeom prst="rect">
            <a:avLst/>
          </a:prstGeom>
          <a:solidFill>
            <a:srgbClr val="C0392B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 59">
            <a:extLst>
              <a:ext uri="{FF2B5EF4-FFF2-40B4-BE49-F238E27FC236}">
                <a16:creationId xmlns:a16="http://schemas.microsoft.com/office/drawing/2014/main" id="{D167B5C7-7D0E-D9BB-7265-0F6A6E94373D}"/>
              </a:ext>
            </a:extLst>
          </p:cNvPr>
          <p:cNvSpPr txBox="1"/>
          <p:nvPr/>
        </p:nvSpPr>
        <p:spPr>
          <a:xfrm>
            <a:off x="8945880" y="278722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</a:t>
            </a:r>
            <a:endParaRPr lang="en-US" sz="2000" dirty="0"/>
          </a:p>
        </p:txBody>
      </p:sp>
      <p:sp>
        <p:nvSpPr>
          <p:cNvPr id="131" name="Shape 60">
            <a:extLst>
              <a:ext uri="{FF2B5EF4-FFF2-40B4-BE49-F238E27FC236}">
                <a16:creationId xmlns:a16="http://schemas.microsoft.com/office/drawing/2014/main" id="{E579CE2E-1879-0A6B-B4D5-FFD0DB9547EC}"/>
              </a:ext>
            </a:extLst>
          </p:cNvPr>
          <p:cNvSpPr/>
          <p:nvPr/>
        </p:nvSpPr>
        <p:spPr>
          <a:xfrm>
            <a:off x="9723120" y="2787228"/>
            <a:ext cx="777240" cy="777240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Text 61">
            <a:extLst>
              <a:ext uri="{FF2B5EF4-FFF2-40B4-BE49-F238E27FC236}">
                <a16:creationId xmlns:a16="http://schemas.microsoft.com/office/drawing/2014/main" id="{3B66F5FE-676C-F8F1-4505-4F03E0896235}"/>
              </a:ext>
            </a:extLst>
          </p:cNvPr>
          <p:cNvSpPr txBox="1"/>
          <p:nvPr/>
        </p:nvSpPr>
        <p:spPr>
          <a:xfrm>
            <a:off x="9723120" y="278722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35" name="Shape 62">
            <a:extLst>
              <a:ext uri="{FF2B5EF4-FFF2-40B4-BE49-F238E27FC236}">
                <a16:creationId xmlns:a16="http://schemas.microsoft.com/office/drawing/2014/main" id="{B926B4C0-425F-C5CB-F55F-5055E2DBE994}"/>
              </a:ext>
            </a:extLst>
          </p:cNvPr>
          <p:cNvSpPr/>
          <p:nvPr/>
        </p:nvSpPr>
        <p:spPr>
          <a:xfrm>
            <a:off x="8168640" y="3564468"/>
            <a:ext cx="777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63">
            <a:extLst>
              <a:ext uri="{FF2B5EF4-FFF2-40B4-BE49-F238E27FC236}">
                <a16:creationId xmlns:a16="http://schemas.microsoft.com/office/drawing/2014/main" id="{B2B3437F-8AA0-F7A2-45C9-AA333AC16FFC}"/>
              </a:ext>
            </a:extLst>
          </p:cNvPr>
          <p:cNvSpPr txBox="1"/>
          <p:nvPr/>
        </p:nvSpPr>
        <p:spPr>
          <a:xfrm>
            <a:off x="8168640" y="356446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139" name="Shape 64">
            <a:extLst>
              <a:ext uri="{FF2B5EF4-FFF2-40B4-BE49-F238E27FC236}">
                <a16:creationId xmlns:a16="http://schemas.microsoft.com/office/drawing/2014/main" id="{291E3403-9FFD-79B5-6B2F-DADC4303747D}"/>
              </a:ext>
            </a:extLst>
          </p:cNvPr>
          <p:cNvSpPr/>
          <p:nvPr/>
        </p:nvSpPr>
        <p:spPr>
          <a:xfrm>
            <a:off x="8945880" y="3564468"/>
            <a:ext cx="777240" cy="777240"/>
          </a:xfrm>
          <a:prstGeom prst="rect">
            <a:avLst/>
          </a:prstGeom>
          <a:solidFill>
            <a:srgbClr val="F9E4E2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Text 65">
            <a:extLst>
              <a:ext uri="{FF2B5EF4-FFF2-40B4-BE49-F238E27FC236}">
                <a16:creationId xmlns:a16="http://schemas.microsoft.com/office/drawing/2014/main" id="{77B85EB7-5870-A62A-D742-FFB59E953421}"/>
              </a:ext>
            </a:extLst>
          </p:cNvPr>
          <p:cNvSpPr txBox="1"/>
          <p:nvPr/>
        </p:nvSpPr>
        <p:spPr>
          <a:xfrm>
            <a:off x="8945880" y="356446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43" name="Shape 66">
            <a:extLst>
              <a:ext uri="{FF2B5EF4-FFF2-40B4-BE49-F238E27FC236}">
                <a16:creationId xmlns:a16="http://schemas.microsoft.com/office/drawing/2014/main" id="{D5284B24-82E7-F529-4807-B5DC0BE28FD2}"/>
              </a:ext>
            </a:extLst>
          </p:cNvPr>
          <p:cNvSpPr/>
          <p:nvPr/>
        </p:nvSpPr>
        <p:spPr>
          <a:xfrm>
            <a:off x="9723120" y="3564468"/>
            <a:ext cx="777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Text 67">
            <a:extLst>
              <a:ext uri="{FF2B5EF4-FFF2-40B4-BE49-F238E27FC236}">
                <a16:creationId xmlns:a16="http://schemas.microsoft.com/office/drawing/2014/main" id="{47FAEAB7-02FE-33D7-1D51-51EAD3E92A77}"/>
              </a:ext>
            </a:extLst>
          </p:cNvPr>
          <p:cNvSpPr txBox="1"/>
          <p:nvPr/>
        </p:nvSpPr>
        <p:spPr>
          <a:xfrm>
            <a:off x="9723120" y="356446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 68">
                <a:extLst>
                  <a:ext uri="{FF2B5EF4-FFF2-40B4-BE49-F238E27FC236}">
                    <a16:creationId xmlns:a16="http://schemas.microsoft.com/office/drawing/2014/main" id="{35E35328-E906-DE17-70F7-EB49CAE68110}"/>
                  </a:ext>
                </a:extLst>
              </p:cNvPr>
              <p:cNvSpPr txBox="1"/>
              <p:nvPr/>
            </p:nvSpPr>
            <p:spPr>
              <a:xfrm>
                <a:off x="8168640" y="4526069"/>
                <a:ext cx="233172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600" b="1" dirty="0">
                    <a:solidFill>
                      <a:srgbClr val="C0392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Laplacian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1" i="1" smtClean="0">
                            <a:solidFill>
                              <a:srgbClr val="C0392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itchFamily="34" charset="-120"/>
                          </a:rPr>
                        </m:ctrlPr>
                      </m:sSupPr>
                      <m:e>
                        <m:r>
                          <a:rPr lang="en-US" sz="1600" b="1" i="1" smtClean="0">
                            <a:solidFill>
                              <a:srgbClr val="C0392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itchFamily="34" charset="-120"/>
                          </a:rPr>
                          <m:t>𝛁</m:t>
                        </m:r>
                      </m:e>
                      <m:sup>
                        <m:r>
                          <a:rPr lang="en-US" sz="1600" b="1" i="1" smtClean="0">
                            <a:solidFill>
                              <a:srgbClr val="C0392B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  <m:t>𝟐</m:t>
                        </m:r>
                      </m:sup>
                    </m:sSup>
                    <m:r>
                      <a:rPr lang="en-US" sz="1600" b="1" i="1" smtClean="0">
                        <a:solidFill>
                          <a:srgbClr val="C0392B"/>
                        </a:solidFill>
                        <a:latin typeface="Cambria Math" panose="02040503050406030204" pitchFamily="18" charset="0"/>
                        <a:cs typeface="Calibri" pitchFamily="34" charset="-120"/>
                      </a:rPr>
                      <m:t>𝒇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147" name="Text 68">
                <a:extLst>
                  <a:ext uri="{FF2B5EF4-FFF2-40B4-BE49-F238E27FC236}">
                    <a16:creationId xmlns:a16="http://schemas.microsoft.com/office/drawing/2014/main" id="{35E35328-E906-DE17-70F7-EB49CAE681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8640" y="4526069"/>
                <a:ext cx="2331720" cy="365760"/>
              </a:xfrm>
              <a:prstGeom prst="rect">
                <a:avLst/>
              </a:prstGeom>
              <a:blipFill>
                <a:blip r:embed="rId6"/>
                <a:stretch>
                  <a:fillRect b="-2000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9" name="Image 2" descr="eq/lap.png">
            <a:extLst>
              <a:ext uri="{FF2B5EF4-FFF2-40B4-BE49-F238E27FC236}">
                <a16:creationId xmlns:a16="http://schemas.microsoft.com/office/drawing/2014/main" id="{C9A9823E-98B2-0AD9-473E-D35B845E82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0126" y="5329875"/>
            <a:ext cx="9497187" cy="460058"/>
          </a:xfrm>
          <a:prstGeom prst="rect">
            <a:avLst/>
          </a:prstGeom>
        </p:spPr>
      </p:pic>
      <p:pic>
        <p:nvPicPr>
          <p:cNvPr id="151" name="Picture 150">
            <a:extLst>
              <a:ext uri="{FF2B5EF4-FFF2-40B4-BE49-F238E27FC236}">
                <a16:creationId xmlns:a16="http://schemas.microsoft.com/office/drawing/2014/main" id="{C61FAD5B-DE90-730E-446B-061A4B2925F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154" name="Parallelogram 41">
            <a:extLst>
              <a:ext uri="{FF2B5EF4-FFF2-40B4-BE49-F238E27FC236}">
                <a16:creationId xmlns:a16="http://schemas.microsoft.com/office/drawing/2014/main" id="{CE4C81EB-EB1A-27F1-4EE7-135C4049B4D2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19/33</a:t>
            </a:r>
          </a:p>
        </p:txBody>
      </p:sp>
    </p:spTree>
    <p:extLst>
      <p:ext uri="{BB962C8B-B14F-4D97-AF65-F5344CB8AC3E}">
        <p14:creationId xmlns:p14="http://schemas.microsoft.com/office/powerpoint/2010/main" val="562799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D9D26-C32E-ED5D-69BC-52C60E6AB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BD49927-F685-BCED-011B-238A76B5D9A5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61720D0D-B663-B593-B2AA-8EDD9E2323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02BD237-7C65-9167-88C4-AEBACAA8464B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310152" cy="52366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560C4ED-387D-AC86-3DCB-09BA215E477D}"/>
              </a:ext>
            </a:extLst>
          </p:cNvPr>
          <p:cNvSpPr txBox="1"/>
          <p:nvPr/>
        </p:nvSpPr>
        <p:spPr>
          <a:xfrm>
            <a:off x="550276" y="364476"/>
            <a:ext cx="80650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Laplacian response in flat regions and at edges</a:t>
            </a:r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60F9A613-5264-66EB-AD47-5093BA26811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sp>
        <p:nvSpPr>
          <p:cNvPr id="4" name="Shape 9">
            <a:extLst>
              <a:ext uri="{FF2B5EF4-FFF2-40B4-BE49-F238E27FC236}">
                <a16:creationId xmlns:a16="http://schemas.microsoft.com/office/drawing/2014/main" id="{33EB5CC5-0FDB-5434-C799-C59741BD7964}"/>
              </a:ext>
            </a:extLst>
          </p:cNvPr>
          <p:cNvSpPr/>
          <p:nvPr/>
        </p:nvSpPr>
        <p:spPr>
          <a:xfrm>
            <a:off x="1051560" y="1224280"/>
            <a:ext cx="777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0F724A5B-3851-1B75-0070-742FCCD52863}"/>
              </a:ext>
            </a:extLst>
          </p:cNvPr>
          <p:cNvSpPr txBox="1"/>
          <p:nvPr/>
        </p:nvSpPr>
        <p:spPr>
          <a:xfrm>
            <a:off x="1051560" y="1224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50</a:t>
            </a:r>
            <a:endParaRPr lang="en-US" sz="1800" dirty="0"/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5600FC71-8F70-5B64-E455-3ECAA6C77679}"/>
              </a:ext>
            </a:extLst>
          </p:cNvPr>
          <p:cNvSpPr/>
          <p:nvPr/>
        </p:nvSpPr>
        <p:spPr>
          <a:xfrm>
            <a:off x="1828800" y="1224280"/>
            <a:ext cx="777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3D1CFD3-8568-0B25-84CF-D183938A0382}"/>
              </a:ext>
            </a:extLst>
          </p:cNvPr>
          <p:cNvSpPr txBox="1"/>
          <p:nvPr/>
        </p:nvSpPr>
        <p:spPr>
          <a:xfrm>
            <a:off x="1828800" y="1224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50</a:t>
            </a:r>
            <a:endParaRPr lang="en-US" sz="1800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4E3D93CA-1B97-43CE-55E3-DFB0D83D38A4}"/>
              </a:ext>
            </a:extLst>
          </p:cNvPr>
          <p:cNvSpPr/>
          <p:nvPr/>
        </p:nvSpPr>
        <p:spPr>
          <a:xfrm>
            <a:off x="2606040" y="1224280"/>
            <a:ext cx="777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C7A84E4F-A13A-3305-0B6E-B90C9EAA687E}"/>
              </a:ext>
            </a:extLst>
          </p:cNvPr>
          <p:cNvSpPr txBox="1"/>
          <p:nvPr/>
        </p:nvSpPr>
        <p:spPr>
          <a:xfrm>
            <a:off x="2606040" y="1224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50</a:t>
            </a:r>
            <a:endParaRPr lang="en-US" sz="1800" dirty="0"/>
          </a:p>
        </p:txBody>
      </p:sp>
      <p:sp>
        <p:nvSpPr>
          <p:cNvPr id="24" name="Shape 15">
            <a:extLst>
              <a:ext uri="{FF2B5EF4-FFF2-40B4-BE49-F238E27FC236}">
                <a16:creationId xmlns:a16="http://schemas.microsoft.com/office/drawing/2014/main" id="{1521B6ED-2437-2345-6587-5E9D5AD79CE6}"/>
              </a:ext>
            </a:extLst>
          </p:cNvPr>
          <p:cNvSpPr/>
          <p:nvPr/>
        </p:nvSpPr>
        <p:spPr>
          <a:xfrm>
            <a:off x="1051560" y="2001520"/>
            <a:ext cx="777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728230C0-C63A-CBF3-3FAA-C3E6655A5A37}"/>
              </a:ext>
            </a:extLst>
          </p:cNvPr>
          <p:cNvSpPr txBox="1"/>
          <p:nvPr/>
        </p:nvSpPr>
        <p:spPr>
          <a:xfrm>
            <a:off x="1051560" y="2001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50</a:t>
            </a:r>
            <a:endParaRPr lang="en-US" sz="1800" dirty="0"/>
          </a:p>
        </p:txBody>
      </p:sp>
      <p:sp>
        <p:nvSpPr>
          <p:cNvPr id="30" name="Shape 17">
            <a:extLst>
              <a:ext uri="{FF2B5EF4-FFF2-40B4-BE49-F238E27FC236}">
                <a16:creationId xmlns:a16="http://schemas.microsoft.com/office/drawing/2014/main" id="{17B9028A-92B3-FD14-4FCB-7661D3857060}"/>
              </a:ext>
            </a:extLst>
          </p:cNvPr>
          <p:cNvSpPr/>
          <p:nvPr/>
        </p:nvSpPr>
        <p:spPr>
          <a:xfrm>
            <a:off x="1828800" y="2001520"/>
            <a:ext cx="777240" cy="777240"/>
          </a:xfrm>
          <a:prstGeom prst="rect">
            <a:avLst/>
          </a:prstGeom>
          <a:solidFill>
            <a:srgbClr val="FDF1DC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18">
            <a:extLst>
              <a:ext uri="{FF2B5EF4-FFF2-40B4-BE49-F238E27FC236}">
                <a16:creationId xmlns:a16="http://schemas.microsoft.com/office/drawing/2014/main" id="{D218637F-2357-B926-54FA-96BF1BDC7E3D}"/>
              </a:ext>
            </a:extLst>
          </p:cNvPr>
          <p:cNvSpPr txBox="1"/>
          <p:nvPr/>
        </p:nvSpPr>
        <p:spPr>
          <a:xfrm>
            <a:off x="1828800" y="2001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50</a:t>
            </a:r>
            <a:endParaRPr lang="en-US" sz="1800" dirty="0"/>
          </a:p>
        </p:txBody>
      </p:sp>
      <p:sp>
        <p:nvSpPr>
          <p:cNvPr id="36" name="Shape 19">
            <a:extLst>
              <a:ext uri="{FF2B5EF4-FFF2-40B4-BE49-F238E27FC236}">
                <a16:creationId xmlns:a16="http://schemas.microsoft.com/office/drawing/2014/main" id="{A338AA29-8F1E-1321-2740-F606446B5F16}"/>
              </a:ext>
            </a:extLst>
          </p:cNvPr>
          <p:cNvSpPr/>
          <p:nvPr/>
        </p:nvSpPr>
        <p:spPr>
          <a:xfrm>
            <a:off x="2606040" y="2001520"/>
            <a:ext cx="777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20">
            <a:extLst>
              <a:ext uri="{FF2B5EF4-FFF2-40B4-BE49-F238E27FC236}">
                <a16:creationId xmlns:a16="http://schemas.microsoft.com/office/drawing/2014/main" id="{7351E74A-C92E-2132-9534-C90308BB724B}"/>
              </a:ext>
            </a:extLst>
          </p:cNvPr>
          <p:cNvSpPr txBox="1"/>
          <p:nvPr/>
        </p:nvSpPr>
        <p:spPr>
          <a:xfrm>
            <a:off x="2606040" y="2001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50</a:t>
            </a:r>
            <a:endParaRPr lang="en-US" sz="1800" dirty="0"/>
          </a:p>
        </p:txBody>
      </p:sp>
      <p:sp>
        <p:nvSpPr>
          <p:cNvPr id="41" name="Shape 21">
            <a:extLst>
              <a:ext uri="{FF2B5EF4-FFF2-40B4-BE49-F238E27FC236}">
                <a16:creationId xmlns:a16="http://schemas.microsoft.com/office/drawing/2014/main" id="{0C05517B-CFA6-2960-ED48-F24DF7A88908}"/>
              </a:ext>
            </a:extLst>
          </p:cNvPr>
          <p:cNvSpPr/>
          <p:nvPr/>
        </p:nvSpPr>
        <p:spPr>
          <a:xfrm>
            <a:off x="1051560" y="2778760"/>
            <a:ext cx="777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22">
            <a:extLst>
              <a:ext uri="{FF2B5EF4-FFF2-40B4-BE49-F238E27FC236}">
                <a16:creationId xmlns:a16="http://schemas.microsoft.com/office/drawing/2014/main" id="{2BF18176-C510-F093-C3FD-9C6D92FEE1D9}"/>
              </a:ext>
            </a:extLst>
          </p:cNvPr>
          <p:cNvSpPr txBox="1"/>
          <p:nvPr/>
        </p:nvSpPr>
        <p:spPr>
          <a:xfrm>
            <a:off x="1051560" y="2778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50</a:t>
            </a:r>
            <a:endParaRPr lang="en-US" sz="1800" dirty="0"/>
          </a:p>
        </p:txBody>
      </p:sp>
      <p:sp>
        <p:nvSpPr>
          <p:cNvPr id="47" name="Shape 23">
            <a:extLst>
              <a:ext uri="{FF2B5EF4-FFF2-40B4-BE49-F238E27FC236}">
                <a16:creationId xmlns:a16="http://schemas.microsoft.com/office/drawing/2014/main" id="{4E426F53-1077-8094-F50E-81523EB53C72}"/>
              </a:ext>
            </a:extLst>
          </p:cNvPr>
          <p:cNvSpPr/>
          <p:nvPr/>
        </p:nvSpPr>
        <p:spPr>
          <a:xfrm>
            <a:off x="1828800" y="2778760"/>
            <a:ext cx="777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24">
            <a:extLst>
              <a:ext uri="{FF2B5EF4-FFF2-40B4-BE49-F238E27FC236}">
                <a16:creationId xmlns:a16="http://schemas.microsoft.com/office/drawing/2014/main" id="{85E1B7C0-2A30-7F65-5B57-92D093C9B031}"/>
              </a:ext>
            </a:extLst>
          </p:cNvPr>
          <p:cNvSpPr txBox="1"/>
          <p:nvPr/>
        </p:nvSpPr>
        <p:spPr>
          <a:xfrm>
            <a:off x="1828800" y="2778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50</a:t>
            </a:r>
            <a:endParaRPr lang="en-US" sz="1800" dirty="0"/>
          </a:p>
        </p:txBody>
      </p:sp>
      <p:sp>
        <p:nvSpPr>
          <p:cNvPr id="53" name="Shape 25">
            <a:extLst>
              <a:ext uri="{FF2B5EF4-FFF2-40B4-BE49-F238E27FC236}">
                <a16:creationId xmlns:a16="http://schemas.microsoft.com/office/drawing/2014/main" id="{AA848C8C-4BA0-1DFB-2169-C1A3CD85106D}"/>
              </a:ext>
            </a:extLst>
          </p:cNvPr>
          <p:cNvSpPr/>
          <p:nvPr/>
        </p:nvSpPr>
        <p:spPr>
          <a:xfrm>
            <a:off x="2606040" y="2778760"/>
            <a:ext cx="777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26">
            <a:extLst>
              <a:ext uri="{FF2B5EF4-FFF2-40B4-BE49-F238E27FC236}">
                <a16:creationId xmlns:a16="http://schemas.microsoft.com/office/drawing/2014/main" id="{39F2D05D-E52E-0CBA-98E7-55B8CECB5AB3}"/>
              </a:ext>
            </a:extLst>
          </p:cNvPr>
          <p:cNvSpPr txBox="1"/>
          <p:nvPr/>
        </p:nvSpPr>
        <p:spPr>
          <a:xfrm>
            <a:off x="2606040" y="2778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50</a:t>
            </a:r>
            <a:endParaRPr lang="en-US" sz="1800" dirty="0"/>
          </a:p>
        </p:txBody>
      </p:sp>
      <p:sp>
        <p:nvSpPr>
          <p:cNvPr id="61" name="Shape 30">
            <a:extLst>
              <a:ext uri="{FF2B5EF4-FFF2-40B4-BE49-F238E27FC236}">
                <a16:creationId xmlns:a16="http://schemas.microsoft.com/office/drawing/2014/main" id="{3B0B02AC-6317-DFC3-5FE5-15180C36CB64}"/>
              </a:ext>
            </a:extLst>
          </p:cNvPr>
          <p:cNvSpPr/>
          <p:nvPr/>
        </p:nvSpPr>
        <p:spPr>
          <a:xfrm>
            <a:off x="4892040" y="1224280"/>
            <a:ext cx="777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31">
            <a:extLst>
              <a:ext uri="{FF2B5EF4-FFF2-40B4-BE49-F238E27FC236}">
                <a16:creationId xmlns:a16="http://schemas.microsoft.com/office/drawing/2014/main" id="{55FEA1E7-BEA9-ACF8-E5FA-57F7F478CDCD}"/>
              </a:ext>
            </a:extLst>
          </p:cNvPr>
          <p:cNvSpPr txBox="1"/>
          <p:nvPr/>
        </p:nvSpPr>
        <p:spPr>
          <a:xfrm>
            <a:off x="4892040" y="1224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50</a:t>
            </a:r>
            <a:endParaRPr lang="en-US" sz="1800" dirty="0"/>
          </a:p>
        </p:txBody>
      </p:sp>
      <p:sp>
        <p:nvSpPr>
          <p:cNvPr id="69" name="Shape 32">
            <a:extLst>
              <a:ext uri="{FF2B5EF4-FFF2-40B4-BE49-F238E27FC236}">
                <a16:creationId xmlns:a16="http://schemas.microsoft.com/office/drawing/2014/main" id="{E64AACE4-8E5D-34F8-0F12-57B9B8FE38C4}"/>
              </a:ext>
            </a:extLst>
          </p:cNvPr>
          <p:cNvSpPr/>
          <p:nvPr/>
        </p:nvSpPr>
        <p:spPr>
          <a:xfrm>
            <a:off x="5669280" y="1224280"/>
            <a:ext cx="777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33">
            <a:extLst>
              <a:ext uri="{FF2B5EF4-FFF2-40B4-BE49-F238E27FC236}">
                <a16:creationId xmlns:a16="http://schemas.microsoft.com/office/drawing/2014/main" id="{22E0CEF5-D1E0-020B-E320-A1F245DA0A1E}"/>
              </a:ext>
            </a:extLst>
          </p:cNvPr>
          <p:cNvSpPr txBox="1"/>
          <p:nvPr/>
        </p:nvSpPr>
        <p:spPr>
          <a:xfrm>
            <a:off x="5669280" y="1224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50</a:t>
            </a:r>
            <a:endParaRPr lang="en-US" sz="1800" dirty="0"/>
          </a:p>
        </p:txBody>
      </p:sp>
      <p:sp>
        <p:nvSpPr>
          <p:cNvPr id="77" name="Shape 34">
            <a:extLst>
              <a:ext uri="{FF2B5EF4-FFF2-40B4-BE49-F238E27FC236}">
                <a16:creationId xmlns:a16="http://schemas.microsoft.com/office/drawing/2014/main" id="{39675320-427C-2A8D-3239-C8DE4D3E5FFD}"/>
              </a:ext>
            </a:extLst>
          </p:cNvPr>
          <p:cNvSpPr/>
          <p:nvPr/>
        </p:nvSpPr>
        <p:spPr>
          <a:xfrm>
            <a:off x="6446520" y="1224280"/>
            <a:ext cx="777240" cy="777240"/>
          </a:xfrm>
          <a:prstGeom prst="rect">
            <a:avLst/>
          </a:prstGeom>
          <a:solidFill>
            <a:srgbClr val="E5E7EB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35">
            <a:extLst>
              <a:ext uri="{FF2B5EF4-FFF2-40B4-BE49-F238E27FC236}">
                <a16:creationId xmlns:a16="http://schemas.microsoft.com/office/drawing/2014/main" id="{27E4347B-7858-793C-4C43-5284A0094EF2}"/>
              </a:ext>
            </a:extLst>
          </p:cNvPr>
          <p:cNvSpPr txBox="1"/>
          <p:nvPr/>
        </p:nvSpPr>
        <p:spPr>
          <a:xfrm>
            <a:off x="6446520" y="1224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200</a:t>
            </a:r>
            <a:endParaRPr lang="en-US" sz="1800" dirty="0"/>
          </a:p>
        </p:txBody>
      </p:sp>
      <p:sp>
        <p:nvSpPr>
          <p:cNvPr id="86" name="Shape 36">
            <a:extLst>
              <a:ext uri="{FF2B5EF4-FFF2-40B4-BE49-F238E27FC236}">
                <a16:creationId xmlns:a16="http://schemas.microsoft.com/office/drawing/2014/main" id="{DE5DE04F-2655-54E1-F83E-EEC521FD308F}"/>
              </a:ext>
            </a:extLst>
          </p:cNvPr>
          <p:cNvSpPr/>
          <p:nvPr/>
        </p:nvSpPr>
        <p:spPr>
          <a:xfrm>
            <a:off x="4892040" y="2001520"/>
            <a:ext cx="777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37">
            <a:extLst>
              <a:ext uri="{FF2B5EF4-FFF2-40B4-BE49-F238E27FC236}">
                <a16:creationId xmlns:a16="http://schemas.microsoft.com/office/drawing/2014/main" id="{39B86101-6CF5-CD0E-1E95-B6152D7E3CEC}"/>
              </a:ext>
            </a:extLst>
          </p:cNvPr>
          <p:cNvSpPr txBox="1"/>
          <p:nvPr/>
        </p:nvSpPr>
        <p:spPr>
          <a:xfrm>
            <a:off x="4892040" y="2001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50</a:t>
            </a:r>
            <a:endParaRPr lang="en-US" sz="1800" dirty="0"/>
          </a:p>
        </p:txBody>
      </p:sp>
      <p:sp>
        <p:nvSpPr>
          <p:cNvPr id="94" name="Shape 38">
            <a:extLst>
              <a:ext uri="{FF2B5EF4-FFF2-40B4-BE49-F238E27FC236}">
                <a16:creationId xmlns:a16="http://schemas.microsoft.com/office/drawing/2014/main" id="{FD47B254-E496-46D4-57BD-266EC1BB0888}"/>
              </a:ext>
            </a:extLst>
          </p:cNvPr>
          <p:cNvSpPr/>
          <p:nvPr/>
        </p:nvSpPr>
        <p:spPr>
          <a:xfrm>
            <a:off x="5669280" y="2001520"/>
            <a:ext cx="777240" cy="777240"/>
          </a:xfrm>
          <a:prstGeom prst="rect">
            <a:avLst/>
          </a:prstGeom>
          <a:solidFill>
            <a:srgbClr val="FDF1DC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39">
            <a:extLst>
              <a:ext uri="{FF2B5EF4-FFF2-40B4-BE49-F238E27FC236}">
                <a16:creationId xmlns:a16="http://schemas.microsoft.com/office/drawing/2014/main" id="{A0C36156-6D8C-074B-8440-C828FEB65602}"/>
              </a:ext>
            </a:extLst>
          </p:cNvPr>
          <p:cNvSpPr txBox="1"/>
          <p:nvPr/>
        </p:nvSpPr>
        <p:spPr>
          <a:xfrm>
            <a:off x="5669280" y="2001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50</a:t>
            </a:r>
            <a:endParaRPr lang="en-US" sz="1800" dirty="0"/>
          </a:p>
        </p:txBody>
      </p:sp>
      <p:sp>
        <p:nvSpPr>
          <p:cNvPr id="102" name="Shape 40">
            <a:extLst>
              <a:ext uri="{FF2B5EF4-FFF2-40B4-BE49-F238E27FC236}">
                <a16:creationId xmlns:a16="http://schemas.microsoft.com/office/drawing/2014/main" id="{6C77B2DD-549D-B1B3-CADB-B905BEC148F1}"/>
              </a:ext>
            </a:extLst>
          </p:cNvPr>
          <p:cNvSpPr/>
          <p:nvPr/>
        </p:nvSpPr>
        <p:spPr>
          <a:xfrm>
            <a:off x="6446520" y="2001520"/>
            <a:ext cx="777240" cy="777240"/>
          </a:xfrm>
          <a:prstGeom prst="rect">
            <a:avLst/>
          </a:prstGeom>
          <a:solidFill>
            <a:srgbClr val="E5E7EB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41">
            <a:extLst>
              <a:ext uri="{FF2B5EF4-FFF2-40B4-BE49-F238E27FC236}">
                <a16:creationId xmlns:a16="http://schemas.microsoft.com/office/drawing/2014/main" id="{9FC9FD85-0A2A-89DF-1634-9B3F103BC34D}"/>
              </a:ext>
            </a:extLst>
          </p:cNvPr>
          <p:cNvSpPr txBox="1"/>
          <p:nvPr/>
        </p:nvSpPr>
        <p:spPr>
          <a:xfrm>
            <a:off x="6446520" y="2001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200</a:t>
            </a:r>
            <a:endParaRPr lang="en-US" sz="1800" dirty="0"/>
          </a:p>
        </p:txBody>
      </p:sp>
      <p:sp>
        <p:nvSpPr>
          <p:cNvPr id="110" name="Shape 42">
            <a:extLst>
              <a:ext uri="{FF2B5EF4-FFF2-40B4-BE49-F238E27FC236}">
                <a16:creationId xmlns:a16="http://schemas.microsoft.com/office/drawing/2014/main" id="{D5E9E23B-A7AE-6633-7783-021903D9FF9E}"/>
              </a:ext>
            </a:extLst>
          </p:cNvPr>
          <p:cNvSpPr/>
          <p:nvPr/>
        </p:nvSpPr>
        <p:spPr>
          <a:xfrm>
            <a:off x="4892040" y="2778760"/>
            <a:ext cx="777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43">
            <a:extLst>
              <a:ext uri="{FF2B5EF4-FFF2-40B4-BE49-F238E27FC236}">
                <a16:creationId xmlns:a16="http://schemas.microsoft.com/office/drawing/2014/main" id="{DD22A6D8-BFE1-45DB-9D5B-8AE1FB784E44}"/>
              </a:ext>
            </a:extLst>
          </p:cNvPr>
          <p:cNvSpPr txBox="1"/>
          <p:nvPr/>
        </p:nvSpPr>
        <p:spPr>
          <a:xfrm>
            <a:off x="4892040" y="2778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50</a:t>
            </a:r>
            <a:endParaRPr lang="en-US" sz="1800" dirty="0"/>
          </a:p>
        </p:txBody>
      </p:sp>
      <p:sp>
        <p:nvSpPr>
          <p:cNvPr id="118" name="Shape 44">
            <a:extLst>
              <a:ext uri="{FF2B5EF4-FFF2-40B4-BE49-F238E27FC236}">
                <a16:creationId xmlns:a16="http://schemas.microsoft.com/office/drawing/2014/main" id="{51C380A5-6DC1-D018-1BB8-1765CE76516C}"/>
              </a:ext>
            </a:extLst>
          </p:cNvPr>
          <p:cNvSpPr/>
          <p:nvPr/>
        </p:nvSpPr>
        <p:spPr>
          <a:xfrm>
            <a:off x="5669280" y="2778760"/>
            <a:ext cx="777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45">
            <a:extLst>
              <a:ext uri="{FF2B5EF4-FFF2-40B4-BE49-F238E27FC236}">
                <a16:creationId xmlns:a16="http://schemas.microsoft.com/office/drawing/2014/main" id="{E23B88FC-59AF-8DCC-F493-DBA1E1B815F6}"/>
              </a:ext>
            </a:extLst>
          </p:cNvPr>
          <p:cNvSpPr txBox="1"/>
          <p:nvPr/>
        </p:nvSpPr>
        <p:spPr>
          <a:xfrm>
            <a:off x="5669280" y="2778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50</a:t>
            </a:r>
            <a:endParaRPr lang="en-US" sz="1800" dirty="0"/>
          </a:p>
        </p:txBody>
      </p:sp>
      <p:sp>
        <p:nvSpPr>
          <p:cNvPr id="126" name="Shape 46">
            <a:extLst>
              <a:ext uri="{FF2B5EF4-FFF2-40B4-BE49-F238E27FC236}">
                <a16:creationId xmlns:a16="http://schemas.microsoft.com/office/drawing/2014/main" id="{51182092-E903-3955-3397-91F303D59AFA}"/>
              </a:ext>
            </a:extLst>
          </p:cNvPr>
          <p:cNvSpPr/>
          <p:nvPr/>
        </p:nvSpPr>
        <p:spPr>
          <a:xfrm>
            <a:off x="6446520" y="2778760"/>
            <a:ext cx="777240" cy="777240"/>
          </a:xfrm>
          <a:prstGeom prst="rect">
            <a:avLst/>
          </a:prstGeom>
          <a:solidFill>
            <a:srgbClr val="E5E7EB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47">
            <a:extLst>
              <a:ext uri="{FF2B5EF4-FFF2-40B4-BE49-F238E27FC236}">
                <a16:creationId xmlns:a16="http://schemas.microsoft.com/office/drawing/2014/main" id="{94A8553E-AA86-4C85-5CEA-AF7628FC4FA7}"/>
              </a:ext>
            </a:extLst>
          </p:cNvPr>
          <p:cNvSpPr txBox="1"/>
          <p:nvPr/>
        </p:nvSpPr>
        <p:spPr>
          <a:xfrm>
            <a:off x="6446520" y="2778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200</a:t>
            </a:r>
            <a:endParaRPr lang="en-US" sz="1800" dirty="0"/>
          </a:p>
        </p:txBody>
      </p:sp>
      <p:sp>
        <p:nvSpPr>
          <p:cNvPr id="134" name="Text 48">
            <a:extLst>
              <a:ext uri="{FF2B5EF4-FFF2-40B4-BE49-F238E27FC236}">
                <a16:creationId xmlns:a16="http://schemas.microsoft.com/office/drawing/2014/main" id="{A9491CC2-F7A5-02BC-98AA-CEADA14D9BAE}"/>
              </a:ext>
            </a:extLst>
          </p:cNvPr>
          <p:cNvSpPr txBox="1"/>
          <p:nvPr/>
        </p:nvSpPr>
        <p:spPr>
          <a:xfrm>
            <a:off x="4389120" y="36474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2060"/>
                </a:solidFill>
                <a:ea typeface="Calibri" pitchFamily="34" charset="-122"/>
                <a:cs typeface="Calibri" pitchFamily="34" charset="-120"/>
              </a:rPr>
              <a:t>dark side of an edge</a:t>
            </a:r>
            <a:endParaRPr lang="en-US" sz="1800" dirty="0"/>
          </a:p>
        </p:txBody>
      </p:sp>
      <p:sp>
        <p:nvSpPr>
          <p:cNvPr id="138" name="Text 49">
            <a:extLst>
              <a:ext uri="{FF2B5EF4-FFF2-40B4-BE49-F238E27FC236}">
                <a16:creationId xmlns:a16="http://schemas.microsoft.com/office/drawing/2014/main" id="{90B6FC79-BC55-B13A-D042-3E5A072A1A2A}"/>
              </a:ext>
            </a:extLst>
          </p:cNvPr>
          <p:cNvSpPr txBox="1"/>
          <p:nvPr/>
        </p:nvSpPr>
        <p:spPr>
          <a:xfrm>
            <a:off x="4389120" y="41046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ea typeface="Courier New" pitchFamily="34" charset="-122"/>
                <a:cs typeface="Courier New" pitchFamily="34" charset="-120"/>
              </a:rPr>
              <a:t>50+50+50+200 − 4×50</a:t>
            </a:r>
            <a:endParaRPr lang="en-US" sz="1400" dirty="0"/>
          </a:p>
        </p:txBody>
      </p:sp>
      <p:sp>
        <p:nvSpPr>
          <p:cNvPr id="142" name="Text 50">
            <a:extLst>
              <a:ext uri="{FF2B5EF4-FFF2-40B4-BE49-F238E27FC236}">
                <a16:creationId xmlns:a16="http://schemas.microsoft.com/office/drawing/2014/main" id="{2E41C51B-6CF7-0C53-1AF3-C57D611335FA}"/>
              </a:ext>
            </a:extLst>
          </p:cNvPr>
          <p:cNvSpPr txBox="1"/>
          <p:nvPr/>
        </p:nvSpPr>
        <p:spPr>
          <a:xfrm>
            <a:off x="4389120" y="45618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70C0"/>
                </a:solidFill>
                <a:ea typeface="Calibri" pitchFamily="34" charset="-122"/>
                <a:cs typeface="Calibri" pitchFamily="34" charset="-120"/>
              </a:rPr>
              <a:t>+150</a:t>
            </a:r>
            <a:endParaRPr lang="en-US" sz="3800" dirty="0"/>
          </a:p>
        </p:txBody>
      </p:sp>
      <p:sp>
        <p:nvSpPr>
          <p:cNvPr id="146" name="Shape 51">
            <a:extLst>
              <a:ext uri="{FF2B5EF4-FFF2-40B4-BE49-F238E27FC236}">
                <a16:creationId xmlns:a16="http://schemas.microsoft.com/office/drawing/2014/main" id="{5448125E-4228-B1B9-F0CF-9028C2706690}"/>
              </a:ext>
            </a:extLst>
          </p:cNvPr>
          <p:cNvSpPr/>
          <p:nvPr/>
        </p:nvSpPr>
        <p:spPr>
          <a:xfrm>
            <a:off x="8732520" y="1224280"/>
            <a:ext cx="777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Text 52">
            <a:extLst>
              <a:ext uri="{FF2B5EF4-FFF2-40B4-BE49-F238E27FC236}">
                <a16:creationId xmlns:a16="http://schemas.microsoft.com/office/drawing/2014/main" id="{F13104E8-13F2-774F-8F55-22AD1ABA95B2}"/>
              </a:ext>
            </a:extLst>
          </p:cNvPr>
          <p:cNvSpPr txBox="1"/>
          <p:nvPr/>
        </p:nvSpPr>
        <p:spPr>
          <a:xfrm>
            <a:off x="8732520" y="1224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50</a:t>
            </a:r>
            <a:endParaRPr lang="en-US" sz="1800" dirty="0"/>
          </a:p>
        </p:txBody>
      </p:sp>
      <p:sp>
        <p:nvSpPr>
          <p:cNvPr id="152" name="Shape 53">
            <a:extLst>
              <a:ext uri="{FF2B5EF4-FFF2-40B4-BE49-F238E27FC236}">
                <a16:creationId xmlns:a16="http://schemas.microsoft.com/office/drawing/2014/main" id="{19C5E696-BA14-4E5B-E395-8B6CDEDBAEBD}"/>
              </a:ext>
            </a:extLst>
          </p:cNvPr>
          <p:cNvSpPr/>
          <p:nvPr/>
        </p:nvSpPr>
        <p:spPr>
          <a:xfrm>
            <a:off x="9509760" y="1224280"/>
            <a:ext cx="777240" cy="777240"/>
          </a:xfrm>
          <a:prstGeom prst="rect">
            <a:avLst/>
          </a:prstGeom>
          <a:solidFill>
            <a:srgbClr val="E5E7EB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Text 54">
            <a:extLst>
              <a:ext uri="{FF2B5EF4-FFF2-40B4-BE49-F238E27FC236}">
                <a16:creationId xmlns:a16="http://schemas.microsoft.com/office/drawing/2014/main" id="{860DBB11-AAC1-E22F-5100-1BEF8F5FD37A}"/>
              </a:ext>
            </a:extLst>
          </p:cNvPr>
          <p:cNvSpPr txBox="1"/>
          <p:nvPr/>
        </p:nvSpPr>
        <p:spPr>
          <a:xfrm>
            <a:off x="9509760" y="1224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200</a:t>
            </a:r>
            <a:endParaRPr lang="en-US" sz="1800" dirty="0"/>
          </a:p>
        </p:txBody>
      </p:sp>
      <p:sp>
        <p:nvSpPr>
          <p:cNvPr id="156" name="Shape 55">
            <a:extLst>
              <a:ext uri="{FF2B5EF4-FFF2-40B4-BE49-F238E27FC236}">
                <a16:creationId xmlns:a16="http://schemas.microsoft.com/office/drawing/2014/main" id="{6D0B957E-C5F0-E6D0-8DE3-4412D1EC175D}"/>
              </a:ext>
            </a:extLst>
          </p:cNvPr>
          <p:cNvSpPr/>
          <p:nvPr/>
        </p:nvSpPr>
        <p:spPr>
          <a:xfrm>
            <a:off x="10287000" y="1224280"/>
            <a:ext cx="777240" cy="777240"/>
          </a:xfrm>
          <a:prstGeom prst="rect">
            <a:avLst/>
          </a:prstGeom>
          <a:solidFill>
            <a:srgbClr val="E5E7EB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Text 56">
            <a:extLst>
              <a:ext uri="{FF2B5EF4-FFF2-40B4-BE49-F238E27FC236}">
                <a16:creationId xmlns:a16="http://schemas.microsoft.com/office/drawing/2014/main" id="{77DFF8B9-0B6B-7276-CBF9-202CABE27B1B}"/>
              </a:ext>
            </a:extLst>
          </p:cNvPr>
          <p:cNvSpPr txBox="1"/>
          <p:nvPr/>
        </p:nvSpPr>
        <p:spPr>
          <a:xfrm>
            <a:off x="10287000" y="1224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200</a:t>
            </a:r>
            <a:endParaRPr lang="en-US" sz="1800" dirty="0"/>
          </a:p>
        </p:txBody>
      </p:sp>
      <p:sp>
        <p:nvSpPr>
          <p:cNvPr id="160" name="Shape 57">
            <a:extLst>
              <a:ext uri="{FF2B5EF4-FFF2-40B4-BE49-F238E27FC236}">
                <a16:creationId xmlns:a16="http://schemas.microsoft.com/office/drawing/2014/main" id="{16178FF4-8A3C-028C-C8FF-1BF6BB9162FC}"/>
              </a:ext>
            </a:extLst>
          </p:cNvPr>
          <p:cNvSpPr/>
          <p:nvPr/>
        </p:nvSpPr>
        <p:spPr>
          <a:xfrm>
            <a:off x="8732520" y="2001520"/>
            <a:ext cx="777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Text 58">
            <a:extLst>
              <a:ext uri="{FF2B5EF4-FFF2-40B4-BE49-F238E27FC236}">
                <a16:creationId xmlns:a16="http://schemas.microsoft.com/office/drawing/2014/main" id="{FBA7F279-08AC-4C48-B6DA-8C652E818B8A}"/>
              </a:ext>
            </a:extLst>
          </p:cNvPr>
          <p:cNvSpPr txBox="1"/>
          <p:nvPr/>
        </p:nvSpPr>
        <p:spPr>
          <a:xfrm>
            <a:off x="8732520" y="2001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50</a:t>
            </a:r>
            <a:endParaRPr lang="en-US" sz="1800" dirty="0"/>
          </a:p>
        </p:txBody>
      </p:sp>
      <p:sp>
        <p:nvSpPr>
          <p:cNvPr id="164" name="Shape 59">
            <a:extLst>
              <a:ext uri="{FF2B5EF4-FFF2-40B4-BE49-F238E27FC236}">
                <a16:creationId xmlns:a16="http://schemas.microsoft.com/office/drawing/2014/main" id="{25E880E8-6E92-1A8E-00B2-F74CA5A2D250}"/>
              </a:ext>
            </a:extLst>
          </p:cNvPr>
          <p:cNvSpPr/>
          <p:nvPr/>
        </p:nvSpPr>
        <p:spPr>
          <a:xfrm>
            <a:off x="9509760" y="2001520"/>
            <a:ext cx="777240" cy="777240"/>
          </a:xfrm>
          <a:prstGeom prst="rect">
            <a:avLst/>
          </a:prstGeom>
          <a:solidFill>
            <a:srgbClr val="FDF1DC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Text 60">
            <a:extLst>
              <a:ext uri="{FF2B5EF4-FFF2-40B4-BE49-F238E27FC236}">
                <a16:creationId xmlns:a16="http://schemas.microsoft.com/office/drawing/2014/main" id="{9FC8D989-4021-DB19-25CE-D8F1E9D1329B}"/>
              </a:ext>
            </a:extLst>
          </p:cNvPr>
          <p:cNvSpPr txBox="1"/>
          <p:nvPr/>
        </p:nvSpPr>
        <p:spPr>
          <a:xfrm>
            <a:off x="9509760" y="2001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200</a:t>
            </a:r>
            <a:endParaRPr lang="en-US" sz="1800" dirty="0"/>
          </a:p>
        </p:txBody>
      </p:sp>
      <p:sp>
        <p:nvSpPr>
          <p:cNvPr id="168" name="Shape 61">
            <a:extLst>
              <a:ext uri="{FF2B5EF4-FFF2-40B4-BE49-F238E27FC236}">
                <a16:creationId xmlns:a16="http://schemas.microsoft.com/office/drawing/2014/main" id="{1ED57C9C-97A3-528D-F40C-DCD53AAC0BE9}"/>
              </a:ext>
            </a:extLst>
          </p:cNvPr>
          <p:cNvSpPr/>
          <p:nvPr/>
        </p:nvSpPr>
        <p:spPr>
          <a:xfrm>
            <a:off x="10287000" y="2001520"/>
            <a:ext cx="777240" cy="777240"/>
          </a:xfrm>
          <a:prstGeom prst="rect">
            <a:avLst/>
          </a:prstGeom>
          <a:solidFill>
            <a:srgbClr val="E5E7EB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Text 62">
            <a:extLst>
              <a:ext uri="{FF2B5EF4-FFF2-40B4-BE49-F238E27FC236}">
                <a16:creationId xmlns:a16="http://schemas.microsoft.com/office/drawing/2014/main" id="{AB243A25-107E-C993-241E-E612C3BA0154}"/>
              </a:ext>
            </a:extLst>
          </p:cNvPr>
          <p:cNvSpPr txBox="1"/>
          <p:nvPr/>
        </p:nvSpPr>
        <p:spPr>
          <a:xfrm>
            <a:off x="10287000" y="2001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200</a:t>
            </a:r>
            <a:endParaRPr lang="en-US" sz="1800" dirty="0"/>
          </a:p>
        </p:txBody>
      </p:sp>
      <p:sp>
        <p:nvSpPr>
          <p:cNvPr id="172" name="Shape 63">
            <a:extLst>
              <a:ext uri="{FF2B5EF4-FFF2-40B4-BE49-F238E27FC236}">
                <a16:creationId xmlns:a16="http://schemas.microsoft.com/office/drawing/2014/main" id="{7D8F9E97-313D-9059-520D-6BDB638187CA}"/>
              </a:ext>
            </a:extLst>
          </p:cNvPr>
          <p:cNvSpPr/>
          <p:nvPr/>
        </p:nvSpPr>
        <p:spPr>
          <a:xfrm>
            <a:off x="8732520" y="2778760"/>
            <a:ext cx="777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Text 64">
            <a:extLst>
              <a:ext uri="{FF2B5EF4-FFF2-40B4-BE49-F238E27FC236}">
                <a16:creationId xmlns:a16="http://schemas.microsoft.com/office/drawing/2014/main" id="{D4CA3D7B-3038-A708-4781-E7B6E5571277}"/>
              </a:ext>
            </a:extLst>
          </p:cNvPr>
          <p:cNvSpPr txBox="1"/>
          <p:nvPr/>
        </p:nvSpPr>
        <p:spPr>
          <a:xfrm>
            <a:off x="8732520" y="2778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50</a:t>
            </a:r>
            <a:endParaRPr lang="en-US" sz="1800" dirty="0"/>
          </a:p>
        </p:txBody>
      </p:sp>
      <p:sp>
        <p:nvSpPr>
          <p:cNvPr id="176" name="Shape 65">
            <a:extLst>
              <a:ext uri="{FF2B5EF4-FFF2-40B4-BE49-F238E27FC236}">
                <a16:creationId xmlns:a16="http://schemas.microsoft.com/office/drawing/2014/main" id="{3BAA6BC1-2187-EB79-A088-54F52023F219}"/>
              </a:ext>
            </a:extLst>
          </p:cNvPr>
          <p:cNvSpPr/>
          <p:nvPr/>
        </p:nvSpPr>
        <p:spPr>
          <a:xfrm>
            <a:off x="9509760" y="2778760"/>
            <a:ext cx="777240" cy="777240"/>
          </a:xfrm>
          <a:prstGeom prst="rect">
            <a:avLst/>
          </a:prstGeom>
          <a:solidFill>
            <a:srgbClr val="E5E7EB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Text 66">
            <a:extLst>
              <a:ext uri="{FF2B5EF4-FFF2-40B4-BE49-F238E27FC236}">
                <a16:creationId xmlns:a16="http://schemas.microsoft.com/office/drawing/2014/main" id="{F62A8AC7-77DE-7478-7DB5-D8918C093196}"/>
              </a:ext>
            </a:extLst>
          </p:cNvPr>
          <p:cNvSpPr txBox="1"/>
          <p:nvPr/>
        </p:nvSpPr>
        <p:spPr>
          <a:xfrm>
            <a:off x="9509760" y="2778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200</a:t>
            </a:r>
            <a:endParaRPr lang="en-US" sz="1800" dirty="0"/>
          </a:p>
        </p:txBody>
      </p:sp>
      <p:sp>
        <p:nvSpPr>
          <p:cNvPr id="180" name="Shape 67">
            <a:extLst>
              <a:ext uri="{FF2B5EF4-FFF2-40B4-BE49-F238E27FC236}">
                <a16:creationId xmlns:a16="http://schemas.microsoft.com/office/drawing/2014/main" id="{78054F27-C8EF-8B1B-B9A9-B1DD43CD65BA}"/>
              </a:ext>
            </a:extLst>
          </p:cNvPr>
          <p:cNvSpPr/>
          <p:nvPr/>
        </p:nvSpPr>
        <p:spPr>
          <a:xfrm>
            <a:off x="10287000" y="2778760"/>
            <a:ext cx="777240" cy="777240"/>
          </a:xfrm>
          <a:prstGeom prst="rect">
            <a:avLst/>
          </a:prstGeom>
          <a:solidFill>
            <a:srgbClr val="E5E7EB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Text 68">
            <a:extLst>
              <a:ext uri="{FF2B5EF4-FFF2-40B4-BE49-F238E27FC236}">
                <a16:creationId xmlns:a16="http://schemas.microsoft.com/office/drawing/2014/main" id="{536F3641-2F16-E564-A009-C9E9C8335DBF}"/>
              </a:ext>
            </a:extLst>
          </p:cNvPr>
          <p:cNvSpPr txBox="1"/>
          <p:nvPr/>
        </p:nvSpPr>
        <p:spPr>
          <a:xfrm>
            <a:off x="10287000" y="2778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200</a:t>
            </a:r>
            <a:endParaRPr lang="en-US" sz="1800" dirty="0"/>
          </a:p>
        </p:txBody>
      </p:sp>
      <p:sp>
        <p:nvSpPr>
          <p:cNvPr id="184" name="Text 69">
            <a:extLst>
              <a:ext uri="{FF2B5EF4-FFF2-40B4-BE49-F238E27FC236}">
                <a16:creationId xmlns:a16="http://schemas.microsoft.com/office/drawing/2014/main" id="{54D21507-5C18-9712-EB4E-7E31D891E26B}"/>
              </a:ext>
            </a:extLst>
          </p:cNvPr>
          <p:cNvSpPr txBox="1"/>
          <p:nvPr/>
        </p:nvSpPr>
        <p:spPr>
          <a:xfrm>
            <a:off x="8229600" y="36474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2060"/>
                </a:solidFill>
                <a:ea typeface="Calibri" pitchFamily="34" charset="-122"/>
                <a:cs typeface="Calibri" pitchFamily="34" charset="-120"/>
              </a:rPr>
              <a:t>bright side of an edge</a:t>
            </a:r>
            <a:endParaRPr lang="en-US" sz="1800" dirty="0"/>
          </a:p>
        </p:txBody>
      </p:sp>
      <p:sp>
        <p:nvSpPr>
          <p:cNvPr id="186" name="Text 70">
            <a:extLst>
              <a:ext uri="{FF2B5EF4-FFF2-40B4-BE49-F238E27FC236}">
                <a16:creationId xmlns:a16="http://schemas.microsoft.com/office/drawing/2014/main" id="{4377E12B-876F-A40B-782D-C46E9B2BBB4B}"/>
              </a:ext>
            </a:extLst>
          </p:cNvPr>
          <p:cNvSpPr txBox="1"/>
          <p:nvPr/>
        </p:nvSpPr>
        <p:spPr>
          <a:xfrm>
            <a:off x="8229600" y="41046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ea typeface="Courier New" pitchFamily="34" charset="-122"/>
                <a:cs typeface="Courier New" pitchFamily="34" charset="-120"/>
              </a:rPr>
              <a:t>200+200+50+200 − 4×200</a:t>
            </a:r>
            <a:endParaRPr lang="en-US" sz="1400" dirty="0"/>
          </a:p>
        </p:txBody>
      </p:sp>
      <p:sp>
        <p:nvSpPr>
          <p:cNvPr id="188" name="Text 71">
            <a:extLst>
              <a:ext uri="{FF2B5EF4-FFF2-40B4-BE49-F238E27FC236}">
                <a16:creationId xmlns:a16="http://schemas.microsoft.com/office/drawing/2014/main" id="{4623B088-4EA2-E34F-AD38-DB0C96AB94AB}"/>
              </a:ext>
            </a:extLst>
          </p:cNvPr>
          <p:cNvSpPr txBox="1"/>
          <p:nvPr/>
        </p:nvSpPr>
        <p:spPr>
          <a:xfrm>
            <a:off x="8229600" y="45618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0392B"/>
                </a:solidFill>
                <a:ea typeface="Calibri" pitchFamily="34" charset="-122"/>
                <a:cs typeface="Calibri" pitchFamily="34" charset="-120"/>
              </a:rPr>
              <a:t>−150</a:t>
            </a:r>
            <a:endParaRPr lang="en-US" sz="3800" dirty="0"/>
          </a:p>
        </p:txBody>
      </p:sp>
      <p:sp>
        <p:nvSpPr>
          <p:cNvPr id="190" name="Text 74">
            <a:extLst>
              <a:ext uri="{FF2B5EF4-FFF2-40B4-BE49-F238E27FC236}">
                <a16:creationId xmlns:a16="http://schemas.microsoft.com/office/drawing/2014/main" id="{62E3A1C5-E2EE-D845-4022-70049723A4DB}"/>
              </a:ext>
            </a:extLst>
          </p:cNvPr>
          <p:cNvSpPr txBox="1"/>
          <p:nvPr/>
        </p:nvSpPr>
        <p:spPr>
          <a:xfrm>
            <a:off x="717981" y="5510641"/>
            <a:ext cx="10744200" cy="614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/>
              <a:t>For this kernel, uniform regions produce 0. A dark pixel next to brighter pixels produces a positive response. A bright pixel next to darker pixels produces a negative response.</a:t>
            </a:r>
            <a:endParaRPr lang="en-US" sz="1900" dirty="0"/>
          </a:p>
        </p:txBody>
      </p:sp>
      <p:sp>
        <p:nvSpPr>
          <p:cNvPr id="193" name="Text 27">
            <a:extLst>
              <a:ext uri="{FF2B5EF4-FFF2-40B4-BE49-F238E27FC236}">
                <a16:creationId xmlns:a16="http://schemas.microsoft.com/office/drawing/2014/main" id="{7EBB79E6-607E-EE99-BFA1-1540D7D23C0A}"/>
              </a:ext>
            </a:extLst>
          </p:cNvPr>
          <p:cNvSpPr txBox="1"/>
          <p:nvPr/>
        </p:nvSpPr>
        <p:spPr>
          <a:xfrm>
            <a:off x="550276" y="36931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2060"/>
                </a:solidFill>
                <a:ea typeface="Calibri" pitchFamily="34" charset="-122"/>
                <a:cs typeface="Calibri" pitchFamily="34" charset="-120"/>
              </a:rPr>
              <a:t>flat area</a:t>
            </a:r>
            <a:endParaRPr lang="en-US" sz="1800" dirty="0"/>
          </a:p>
        </p:txBody>
      </p:sp>
      <p:sp>
        <p:nvSpPr>
          <p:cNvPr id="195" name="Text 28">
            <a:extLst>
              <a:ext uri="{FF2B5EF4-FFF2-40B4-BE49-F238E27FC236}">
                <a16:creationId xmlns:a16="http://schemas.microsoft.com/office/drawing/2014/main" id="{07F4036D-07C6-491B-C6AD-2670A337F775}"/>
              </a:ext>
            </a:extLst>
          </p:cNvPr>
          <p:cNvSpPr txBox="1"/>
          <p:nvPr/>
        </p:nvSpPr>
        <p:spPr>
          <a:xfrm>
            <a:off x="550276" y="41503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ea typeface="Courier New" pitchFamily="34" charset="-122"/>
                <a:cs typeface="Courier New" pitchFamily="34" charset="-120"/>
              </a:rPr>
              <a:t>50+50+50+50 − 4×50</a:t>
            </a:r>
            <a:endParaRPr lang="en-US" sz="1400" dirty="0"/>
          </a:p>
        </p:txBody>
      </p:sp>
      <p:sp>
        <p:nvSpPr>
          <p:cNvPr id="197" name="Text 29">
            <a:extLst>
              <a:ext uri="{FF2B5EF4-FFF2-40B4-BE49-F238E27FC236}">
                <a16:creationId xmlns:a16="http://schemas.microsoft.com/office/drawing/2014/main" id="{2D5CCF5C-4198-72D0-6856-A88720BF6C90}"/>
              </a:ext>
            </a:extLst>
          </p:cNvPr>
          <p:cNvSpPr txBox="1"/>
          <p:nvPr/>
        </p:nvSpPr>
        <p:spPr>
          <a:xfrm>
            <a:off x="550276" y="46075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6B7280"/>
                </a:solidFill>
                <a:ea typeface="Calibri" pitchFamily="34" charset="-122"/>
                <a:cs typeface="Calibri" pitchFamily="34" charset="-120"/>
              </a:rPr>
              <a:t>0</a:t>
            </a:r>
            <a:endParaRPr lang="en-US" sz="3800" dirty="0"/>
          </a:p>
        </p:txBody>
      </p:sp>
      <p:pic>
        <p:nvPicPr>
          <p:cNvPr id="199" name="Picture 198">
            <a:extLst>
              <a:ext uri="{FF2B5EF4-FFF2-40B4-BE49-F238E27FC236}">
                <a16:creationId xmlns:a16="http://schemas.microsoft.com/office/drawing/2014/main" id="{F096F7DD-5CC0-7211-14FC-82E342E7E5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201" name="Parallelogram 41">
            <a:extLst>
              <a:ext uri="{FF2B5EF4-FFF2-40B4-BE49-F238E27FC236}">
                <a16:creationId xmlns:a16="http://schemas.microsoft.com/office/drawing/2014/main" id="{FD30AB63-66D0-998E-5BC7-614761CEBF32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20/33</a:t>
            </a:r>
          </a:p>
        </p:txBody>
      </p:sp>
    </p:spTree>
    <p:extLst>
      <p:ext uri="{BB962C8B-B14F-4D97-AF65-F5344CB8AC3E}">
        <p14:creationId xmlns:p14="http://schemas.microsoft.com/office/powerpoint/2010/main" val="17298531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AFA8C-7D68-4E8D-EB29-27067163A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EF13FFB-C85C-9D95-4EF0-61818271154E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E9F6BD6A-025D-C044-41E4-35D4AFAAD2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59FA87A7-D3D8-F256-6B79-2583AF5EBE5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pic>
        <p:nvPicPr>
          <p:cNvPr id="219" name="Picture 218">
            <a:extLst>
              <a:ext uri="{FF2B5EF4-FFF2-40B4-BE49-F238E27FC236}">
                <a16:creationId xmlns:a16="http://schemas.microsoft.com/office/drawing/2014/main" id="{4E9002DA-7BDA-EE36-08B1-B0D2F227A1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720A7C8-8319-02CA-C56A-69B445851A74}"/>
              </a:ext>
            </a:extLst>
          </p:cNvPr>
          <p:cNvSpPr/>
          <p:nvPr/>
        </p:nvSpPr>
        <p:spPr>
          <a:xfrm>
            <a:off x="2071116" y="1045037"/>
            <a:ext cx="8025414" cy="5486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Case Studies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10" name="Text 9065">
            <a:extLst>
              <a:ext uri="{FF2B5EF4-FFF2-40B4-BE49-F238E27FC236}">
                <a16:creationId xmlns:a16="http://schemas.microsoft.com/office/drawing/2014/main" id="{4527A453-9E9E-E3E9-A008-35166268B6C7}"/>
              </a:ext>
            </a:extLst>
          </p:cNvPr>
          <p:cNvSpPr txBox="1"/>
          <p:nvPr/>
        </p:nvSpPr>
        <p:spPr>
          <a:xfrm>
            <a:off x="2071116" y="2429510"/>
            <a:ext cx="1371600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CASE 01</a:t>
            </a:r>
          </a:p>
        </p:txBody>
      </p:sp>
      <p:sp>
        <p:nvSpPr>
          <p:cNvPr id="13" name="Text 9066">
            <a:extLst>
              <a:ext uri="{FF2B5EF4-FFF2-40B4-BE49-F238E27FC236}">
                <a16:creationId xmlns:a16="http://schemas.microsoft.com/office/drawing/2014/main" id="{0C7EF647-F5B4-3F0B-B17A-B65212DFE936}"/>
              </a:ext>
            </a:extLst>
          </p:cNvPr>
          <p:cNvSpPr txBox="1"/>
          <p:nvPr/>
        </p:nvSpPr>
        <p:spPr>
          <a:xfrm>
            <a:off x="3598164" y="2429510"/>
            <a:ext cx="42062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002060"/>
                </a:solidFill>
                <a:latin typeface="Calibri"/>
                <a:cs typeface="Calibri"/>
              </a:rPr>
              <a:t>Salt-and-pepper noise in microscopy</a:t>
            </a:r>
          </a:p>
        </p:txBody>
      </p:sp>
      <p:sp>
        <p:nvSpPr>
          <p:cNvPr id="16" name="Text 9067">
            <a:extLst>
              <a:ext uri="{FF2B5EF4-FFF2-40B4-BE49-F238E27FC236}">
                <a16:creationId xmlns:a16="http://schemas.microsoft.com/office/drawing/2014/main" id="{B267ED92-75FC-611B-F1E1-685CFDCB69D4}"/>
              </a:ext>
            </a:extLst>
          </p:cNvPr>
          <p:cNvSpPr txBox="1"/>
          <p:nvPr/>
        </p:nvSpPr>
        <p:spPr>
          <a:xfrm>
            <a:off x="7804404" y="242951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600" i="0" dirty="0">
                <a:latin typeface="Calibri"/>
                <a:cs typeface="Calibri"/>
              </a:rPr>
              <a:t>median filter</a:t>
            </a:r>
          </a:p>
        </p:txBody>
      </p:sp>
      <p:sp>
        <p:nvSpPr>
          <p:cNvPr id="19" name="Text 9068">
            <a:extLst>
              <a:ext uri="{FF2B5EF4-FFF2-40B4-BE49-F238E27FC236}">
                <a16:creationId xmlns:a16="http://schemas.microsoft.com/office/drawing/2014/main" id="{F6A355C7-7039-821F-E828-31C0E89E71C7}"/>
              </a:ext>
            </a:extLst>
          </p:cNvPr>
          <p:cNvSpPr txBox="1"/>
          <p:nvPr/>
        </p:nvSpPr>
        <p:spPr>
          <a:xfrm>
            <a:off x="2071116" y="3206750"/>
            <a:ext cx="1371600" cy="5486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CASE 02</a:t>
            </a:r>
          </a:p>
        </p:txBody>
      </p:sp>
      <p:sp>
        <p:nvSpPr>
          <p:cNvPr id="22" name="Text 9069">
            <a:extLst>
              <a:ext uri="{FF2B5EF4-FFF2-40B4-BE49-F238E27FC236}">
                <a16:creationId xmlns:a16="http://schemas.microsoft.com/office/drawing/2014/main" id="{944A17CD-6AD4-A47E-24D1-AEC11F12132D}"/>
              </a:ext>
            </a:extLst>
          </p:cNvPr>
          <p:cNvSpPr txBox="1"/>
          <p:nvPr/>
        </p:nvSpPr>
        <p:spPr>
          <a:xfrm>
            <a:off x="3598164" y="3206750"/>
            <a:ext cx="42062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002060"/>
                </a:solidFill>
                <a:latin typeface="Calibri"/>
                <a:cs typeface="Calibri"/>
              </a:rPr>
              <a:t>Gaussian noise in a portrait</a:t>
            </a:r>
          </a:p>
        </p:txBody>
      </p:sp>
      <p:sp>
        <p:nvSpPr>
          <p:cNvPr id="26" name="Text 9070">
            <a:extLst>
              <a:ext uri="{FF2B5EF4-FFF2-40B4-BE49-F238E27FC236}">
                <a16:creationId xmlns:a16="http://schemas.microsoft.com/office/drawing/2014/main" id="{EF3DFA7F-B085-F464-1F9F-A45E071C261F}"/>
              </a:ext>
            </a:extLst>
          </p:cNvPr>
          <p:cNvSpPr txBox="1"/>
          <p:nvPr/>
        </p:nvSpPr>
        <p:spPr>
          <a:xfrm>
            <a:off x="7804404" y="3206750"/>
            <a:ext cx="281914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600" i="0" dirty="0">
                <a:latin typeface="Calibri"/>
                <a:cs typeface="Calibri"/>
              </a:rPr>
              <a:t>Gaussian (weighted average) filter</a:t>
            </a:r>
          </a:p>
        </p:txBody>
      </p:sp>
      <p:sp>
        <p:nvSpPr>
          <p:cNvPr id="30" name="Text 9071">
            <a:extLst>
              <a:ext uri="{FF2B5EF4-FFF2-40B4-BE49-F238E27FC236}">
                <a16:creationId xmlns:a16="http://schemas.microsoft.com/office/drawing/2014/main" id="{87B9C473-2794-C4E5-DAC5-01C43140E317}"/>
              </a:ext>
            </a:extLst>
          </p:cNvPr>
          <p:cNvSpPr txBox="1"/>
          <p:nvPr/>
        </p:nvSpPr>
        <p:spPr>
          <a:xfrm>
            <a:off x="2071116" y="3983990"/>
            <a:ext cx="1371600" cy="5486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CASE 03</a:t>
            </a:r>
          </a:p>
        </p:txBody>
      </p:sp>
      <p:sp>
        <p:nvSpPr>
          <p:cNvPr id="33" name="Text 9072">
            <a:extLst>
              <a:ext uri="{FF2B5EF4-FFF2-40B4-BE49-F238E27FC236}">
                <a16:creationId xmlns:a16="http://schemas.microsoft.com/office/drawing/2014/main" id="{B2CFA768-FF0B-D153-A767-4DB312AACEF7}"/>
              </a:ext>
            </a:extLst>
          </p:cNvPr>
          <p:cNvSpPr txBox="1"/>
          <p:nvPr/>
        </p:nvSpPr>
        <p:spPr>
          <a:xfrm>
            <a:off x="3598164" y="3983990"/>
            <a:ext cx="42062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002060"/>
                </a:solidFill>
                <a:latin typeface="Calibri"/>
                <a:cs typeface="Calibri"/>
              </a:rPr>
              <a:t>Low-contrast lunar surface</a:t>
            </a:r>
          </a:p>
        </p:txBody>
      </p:sp>
      <p:sp>
        <p:nvSpPr>
          <p:cNvPr id="36" name="Text 9073">
            <a:extLst>
              <a:ext uri="{FF2B5EF4-FFF2-40B4-BE49-F238E27FC236}">
                <a16:creationId xmlns:a16="http://schemas.microsoft.com/office/drawing/2014/main" id="{7F1F9999-0687-740B-E840-5FC0C9C7E99C}"/>
              </a:ext>
            </a:extLst>
          </p:cNvPr>
          <p:cNvSpPr txBox="1"/>
          <p:nvPr/>
        </p:nvSpPr>
        <p:spPr>
          <a:xfrm>
            <a:off x="7804404" y="398399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600" i="0" dirty="0">
                <a:latin typeface="Calibri"/>
                <a:cs typeface="Calibri"/>
              </a:rPr>
              <a:t>Laplacian sharpening</a:t>
            </a:r>
          </a:p>
        </p:txBody>
      </p:sp>
      <p:sp>
        <p:nvSpPr>
          <p:cNvPr id="39" name="Text 9074">
            <a:extLst>
              <a:ext uri="{FF2B5EF4-FFF2-40B4-BE49-F238E27FC236}">
                <a16:creationId xmlns:a16="http://schemas.microsoft.com/office/drawing/2014/main" id="{3CD34166-CB20-51F3-8B6E-B39C3577B592}"/>
              </a:ext>
            </a:extLst>
          </p:cNvPr>
          <p:cNvSpPr txBox="1"/>
          <p:nvPr/>
        </p:nvSpPr>
        <p:spPr>
          <a:xfrm>
            <a:off x="2071116" y="4761230"/>
            <a:ext cx="1371600" cy="548640"/>
          </a:xfrm>
          <a:prstGeom prst="rect">
            <a:avLst/>
          </a:prstGeom>
          <a:solidFill>
            <a:srgbClr val="E08E0B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CASE 04</a:t>
            </a:r>
          </a:p>
        </p:txBody>
      </p:sp>
      <p:sp>
        <p:nvSpPr>
          <p:cNvPr id="41" name="Text 9075">
            <a:extLst>
              <a:ext uri="{FF2B5EF4-FFF2-40B4-BE49-F238E27FC236}">
                <a16:creationId xmlns:a16="http://schemas.microsoft.com/office/drawing/2014/main" id="{D1A0577A-5730-A7FD-C52B-A46FDA9A732C}"/>
              </a:ext>
            </a:extLst>
          </p:cNvPr>
          <p:cNvSpPr txBox="1"/>
          <p:nvPr/>
        </p:nvSpPr>
        <p:spPr>
          <a:xfrm>
            <a:off x="3598164" y="4761230"/>
            <a:ext cx="42062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002060"/>
                </a:solidFill>
                <a:latin typeface="Calibri"/>
                <a:cs typeface="Calibri"/>
              </a:rPr>
              <a:t>Blurry uploads in a photo app</a:t>
            </a:r>
          </a:p>
        </p:txBody>
      </p:sp>
      <p:sp>
        <p:nvSpPr>
          <p:cNvPr id="44" name="Text 9076">
            <a:extLst>
              <a:ext uri="{FF2B5EF4-FFF2-40B4-BE49-F238E27FC236}">
                <a16:creationId xmlns:a16="http://schemas.microsoft.com/office/drawing/2014/main" id="{F501F818-5496-1757-1A5E-A7BA9B8BB07F}"/>
              </a:ext>
            </a:extLst>
          </p:cNvPr>
          <p:cNvSpPr txBox="1"/>
          <p:nvPr/>
        </p:nvSpPr>
        <p:spPr>
          <a:xfrm>
            <a:off x="7804404" y="476123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600" i="0" dirty="0">
                <a:latin typeface="Calibri"/>
                <a:cs typeface="Calibri"/>
              </a:rPr>
              <a:t>sharpening + blur screening</a:t>
            </a:r>
          </a:p>
        </p:txBody>
      </p:sp>
      <p:sp>
        <p:nvSpPr>
          <p:cNvPr id="47" name="Parallelogram 41">
            <a:extLst>
              <a:ext uri="{FF2B5EF4-FFF2-40B4-BE49-F238E27FC236}">
                <a16:creationId xmlns:a16="http://schemas.microsoft.com/office/drawing/2014/main" id="{BD0FE12A-43A7-1935-CD06-0F53DCA5847C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21/33</a:t>
            </a:r>
          </a:p>
        </p:txBody>
      </p:sp>
    </p:spTree>
    <p:extLst>
      <p:ext uri="{BB962C8B-B14F-4D97-AF65-F5344CB8AC3E}">
        <p14:creationId xmlns:p14="http://schemas.microsoft.com/office/powerpoint/2010/main" val="16566177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71F91-D15F-E9AA-D62A-00EC7826D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513C9DD-9207-6E11-968D-CE8701E11E47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51D1870A-7E89-363B-D815-AB0878B742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C7B4F68-35A9-3396-929A-E8B59E8666EC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310152" cy="52366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95E0EB1-92E5-B13B-7987-00FC7B358EAF}"/>
              </a:ext>
            </a:extLst>
          </p:cNvPr>
          <p:cNvSpPr txBox="1"/>
          <p:nvPr/>
        </p:nvSpPr>
        <p:spPr>
          <a:xfrm>
            <a:off x="550276" y="364476"/>
            <a:ext cx="63709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Salt-and-Pepper noise in microscopy</a:t>
            </a:r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84D209C7-31BB-E11A-489B-098A2A933E3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pic>
        <p:nvPicPr>
          <p:cNvPr id="4" name="Image 0" descr="fig/c1_noisy.png">
            <a:extLst>
              <a:ext uri="{FF2B5EF4-FFF2-40B4-BE49-F238E27FC236}">
                <a16:creationId xmlns:a16="http://schemas.microsoft.com/office/drawing/2014/main" id="{649AFF55-54B5-6150-07A4-50BF16B9D2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333" r="7333"/>
          <a:stretch/>
        </p:blipFill>
        <p:spPr>
          <a:xfrm>
            <a:off x="435005" y="1245364"/>
            <a:ext cx="3915177" cy="4588098"/>
          </a:xfrm>
          <a:prstGeom prst="rect">
            <a:avLst/>
          </a:prstGeom>
        </p:spPr>
      </p:pic>
      <p:sp>
        <p:nvSpPr>
          <p:cNvPr id="40" name="Shape 0">
            <a:extLst>
              <a:ext uri="{FF2B5EF4-FFF2-40B4-BE49-F238E27FC236}">
                <a16:creationId xmlns:a16="http://schemas.microsoft.com/office/drawing/2014/main" id="{D478A07C-22D7-6C22-FC49-C69B3F5D7EA1}"/>
              </a:ext>
            </a:extLst>
          </p:cNvPr>
          <p:cNvSpPr/>
          <p:nvPr/>
        </p:nvSpPr>
        <p:spPr>
          <a:xfrm>
            <a:off x="4603232" y="1271212"/>
            <a:ext cx="1417320" cy="411480"/>
          </a:xfrm>
          <a:prstGeom prst="roundRect">
            <a:avLst>
              <a:gd name="adj" fmla="val 22222"/>
            </a:avLst>
          </a:prstGeom>
          <a:solidFill>
            <a:srgbClr val="002060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1">
            <a:extLst>
              <a:ext uri="{FF2B5EF4-FFF2-40B4-BE49-F238E27FC236}">
                <a16:creationId xmlns:a16="http://schemas.microsoft.com/office/drawing/2014/main" id="{DF3751E6-343D-7F01-D55A-AA7F95AA854B}"/>
              </a:ext>
            </a:extLst>
          </p:cNvPr>
          <p:cNvSpPr txBox="1"/>
          <p:nvPr/>
        </p:nvSpPr>
        <p:spPr>
          <a:xfrm>
            <a:off x="4595612" y="1264349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01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59" name="Text 9">
            <a:extLst>
              <a:ext uri="{FF2B5EF4-FFF2-40B4-BE49-F238E27FC236}">
                <a16:creationId xmlns:a16="http://schemas.microsoft.com/office/drawing/2014/main" id="{17353FD2-FB09-875B-838F-E018A68A8731}"/>
              </a:ext>
            </a:extLst>
          </p:cNvPr>
          <p:cNvSpPr txBox="1"/>
          <p:nvPr/>
        </p:nvSpPr>
        <p:spPr>
          <a:xfrm>
            <a:off x="5839925" y="53309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7D39632-EB31-8992-37CC-FBFE7E0C81F2}"/>
              </a:ext>
            </a:extLst>
          </p:cNvPr>
          <p:cNvSpPr/>
          <p:nvPr/>
        </p:nvSpPr>
        <p:spPr>
          <a:xfrm>
            <a:off x="4649273" y="1845711"/>
            <a:ext cx="7095884" cy="44044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r>
              <a:rPr lang="en-US" sz="1600" b="1" dirty="0"/>
              <a:t>CONTEXT: </a:t>
            </a:r>
            <a:r>
              <a:rPr lang="en-US" sz="1600" dirty="0"/>
              <a:t>Histopathology tissue image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13A24AE-A538-DFB7-74F5-726A54901ADE}"/>
              </a:ext>
            </a:extLst>
          </p:cNvPr>
          <p:cNvSpPr/>
          <p:nvPr/>
        </p:nvSpPr>
        <p:spPr>
          <a:xfrm>
            <a:off x="4649273" y="2421627"/>
            <a:ext cx="7095884" cy="44044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r>
              <a:rPr lang="en-US" sz="1600" b="1" dirty="0"/>
              <a:t>NOISE MODEL: </a:t>
            </a:r>
            <a:r>
              <a:rPr lang="en-US" sz="1600" dirty="0"/>
              <a:t>Synthetic salt-and-pepper noise added to 10% of the pixels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027C395-37FB-8E1B-3328-5948532C3117}"/>
              </a:ext>
            </a:extLst>
          </p:cNvPr>
          <p:cNvSpPr/>
          <p:nvPr/>
        </p:nvSpPr>
        <p:spPr>
          <a:xfrm>
            <a:off x="4649273" y="3000252"/>
            <a:ext cx="7095884" cy="44044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r>
              <a:rPr lang="en-US" sz="1600" b="1" dirty="0"/>
              <a:t>EFFECT: </a:t>
            </a:r>
            <a:r>
              <a:rPr lang="en-US" sz="1600" dirty="0"/>
              <a:t>Noise obscures nuclei and cell boundaries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D4AEF60-42AC-C393-959E-9244F3F9A97C}"/>
              </a:ext>
            </a:extLst>
          </p:cNvPr>
          <p:cNvSpPr/>
          <p:nvPr/>
        </p:nvSpPr>
        <p:spPr>
          <a:xfrm>
            <a:off x="4649273" y="3559419"/>
            <a:ext cx="7095884" cy="44044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r>
              <a:rPr lang="en-US" sz="1600" b="1" dirty="0"/>
              <a:t>OBJECTIVE: </a:t>
            </a:r>
            <a:r>
              <a:rPr lang="en-US" sz="1600" dirty="0"/>
              <a:t>Remove impulse noise while preserving structural detail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CED5438-392F-444F-CF10-9014407518A4}"/>
              </a:ext>
            </a:extLst>
          </p:cNvPr>
          <p:cNvSpPr/>
          <p:nvPr/>
        </p:nvSpPr>
        <p:spPr>
          <a:xfrm>
            <a:off x="5784653" y="4342673"/>
            <a:ext cx="4388047" cy="44044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endParaRPr lang="en-US" sz="16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B7D6A1F-5A10-B806-9188-801044A0513A}"/>
              </a:ext>
            </a:extLst>
          </p:cNvPr>
          <p:cNvSpPr txBox="1"/>
          <p:nvPr/>
        </p:nvSpPr>
        <p:spPr>
          <a:xfrm>
            <a:off x="6090081" y="4376268"/>
            <a:ext cx="39151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For an 8-bit image: Salt = 255 | Pepper = 0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483AA206-4E23-1394-0648-5E6B6DCCE2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82" name="Parallelogram 41">
            <a:extLst>
              <a:ext uri="{FF2B5EF4-FFF2-40B4-BE49-F238E27FC236}">
                <a16:creationId xmlns:a16="http://schemas.microsoft.com/office/drawing/2014/main" id="{C43D7A51-9BCB-E6E1-E8C4-E021108ECD05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22/33</a:t>
            </a:r>
          </a:p>
        </p:txBody>
      </p:sp>
    </p:spTree>
    <p:extLst>
      <p:ext uri="{BB962C8B-B14F-4D97-AF65-F5344CB8AC3E}">
        <p14:creationId xmlns:p14="http://schemas.microsoft.com/office/powerpoint/2010/main" val="41474331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6E88C-F701-5A6A-453E-219D1D05C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Image 0" descr="fig/c1_avg.png">
            <a:extLst>
              <a:ext uri="{FF2B5EF4-FFF2-40B4-BE49-F238E27FC236}">
                <a16:creationId xmlns:a16="http://schemas.microsoft.com/office/drawing/2014/main" id="{FC2637DC-0652-2914-E3CE-A3B951C7D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404" y="2007756"/>
            <a:ext cx="3567600" cy="3567600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pic>
      <p:pic>
        <p:nvPicPr>
          <p:cNvPr id="153" name="Image 0" descr="fig/c1_zoom_noisy.png">
            <a:extLst>
              <a:ext uri="{FF2B5EF4-FFF2-40B4-BE49-F238E27FC236}">
                <a16:creationId xmlns:a16="http://schemas.microsoft.com/office/drawing/2014/main" id="{261D42CD-EED0-80D5-F95C-5FBDB768D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250" y="2009196"/>
            <a:ext cx="3566160" cy="3566160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157" name="Shape 4">
            <a:extLst>
              <a:ext uri="{FF2B5EF4-FFF2-40B4-BE49-F238E27FC236}">
                <a16:creationId xmlns:a16="http://schemas.microsoft.com/office/drawing/2014/main" id="{F7E1F0BD-50AF-1429-B19C-6F799D162D0A}"/>
              </a:ext>
            </a:extLst>
          </p:cNvPr>
          <p:cNvSpPr/>
          <p:nvPr/>
        </p:nvSpPr>
        <p:spPr>
          <a:xfrm>
            <a:off x="1890545" y="2192076"/>
            <a:ext cx="1333667" cy="274320"/>
          </a:xfrm>
          <a:prstGeom prst="roundRect">
            <a:avLst>
              <a:gd name="adj" fmla="val 26667"/>
            </a:avLst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5008E21-429C-BFDC-5C45-97E41CE89B14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84159AE6-3899-3D7C-D1C5-E36B8841F3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E54CDAE-358F-438F-CEE0-4FAE0DBC86C5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310152" cy="52366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83F9B4E-D64D-95B6-9E12-6DADF3F1DFFE}"/>
              </a:ext>
            </a:extLst>
          </p:cNvPr>
          <p:cNvSpPr txBox="1"/>
          <p:nvPr/>
        </p:nvSpPr>
        <p:spPr>
          <a:xfrm>
            <a:off x="550276" y="364476"/>
            <a:ext cx="37966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 5×5 averaging filter</a:t>
            </a:r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D937B2D6-14F9-E160-BAF2-B5B67AA410C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sp>
        <p:nvSpPr>
          <p:cNvPr id="140" name="Shape 3">
            <a:extLst>
              <a:ext uri="{FF2B5EF4-FFF2-40B4-BE49-F238E27FC236}">
                <a16:creationId xmlns:a16="http://schemas.microsoft.com/office/drawing/2014/main" id="{ADBABCA6-0548-9872-0BCC-50CC80C58BB6}"/>
              </a:ext>
            </a:extLst>
          </p:cNvPr>
          <p:cNvSpPr/>
          <p:nvPr/>
        </p:nvSpPr>
        <p:spPr>
          <a:xfrm>
            <a:off x="435004" y="1153104"/>
            <a:ext cx="5142835" cy="629976"/>
          </a:xfrm>
          <a:prstGeom prst="roundRect">
            <a:avLst>
              <a:gd name="adj" fmla="val 2174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4">
            <a:extLst>
              <a:ext uri="{FF2B5EF4-FFF2-40B4-BE49-F238E27FC236}">
                <a16:creationId xmlns:a16="http://schemas.microsoft.com/office/drawing/2014/main" id="{36F6426F-3F06-B5D7-5A0B-637606CB0007}"/>
              </a:ext>
            </a:extLst>
          </p:cNvPr>
          <p:cNvSpPr/>
          <p:nvPr/>
        </p:nvSpPr>
        <p:spPr>
          <a:xfrm>
            <a:off x="656683" y="1308251"/>
            <a:ext cx="1188720" cy="274320"/>
          </a:xfrm>
          <a:prstGeom prst="roundRect">
            <a:avLst>
              <a:gd name="adj" fmla="val 26667"/>
            </a:avLst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Text 5">
            <a:extLst>
              <a:ext uri="{FF2B5EF4-FFF2-40B4-BE49-F238E27FC236}">
                <a16:creationId xmlns:a16="http://schemas.microsoft.com/office/drawing/2014/main" id="{6560AEEA-A311-F564-457B-78D7E8B85F16}"/>
              </a:ext>
            </a:extLst>
          </p:cNvPr>
          <p:cNvSpPr txBox="1"/>
          <p:nvPr/>
        </p:nvSpPr>
        <p:spPr>
          <a:xfrm>
            <a:off x="762847" y="1308251"/>
            <a:ext cx="9763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1</a:t>
            </a:r>
            <a:endParaRPr lang="en-US" sz="1050" dirty="0"/>
          </a:p>
        </p:txBody>
      </p:sp>
      <p:sp>
        <p:nvSpPr>
          <p:cNvPr id="146" name="Text 6">
            <a:extLst>
              <a:ext uri="{FF2B5EF4-FFF2-40B4-BE49-F238E27FC236}">
                <a16:creationId xmlns:a16="http://schemas.microsoft.com/office/drawing/2014/main" id="{70A9AE26-794D-34F7-A34C-237D71CAD38A}"/>
              </a:ext>
            </a:extLst>
          </p:cNvPr>
          <p:cNvSpPr txBox="1"/>
          <p:nvPr/>
        </p:nvSpPr>
        <p:spPr>
          <a:xfrm>
            <a:off x="2991753" y="1295461"/>
            <a:ext cx="14085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5 × 5</a:t>
            </a:r>
            <a:endParaRPr lang="en-US" sz="1700" dirty="0"/>
          </a:p>
        </p:txBody>
      </p:sp>
      <p:sp>
        <p:nvSpPr>
          <p:cNvPr id="155" name="Text 4">
            <a:extLst>
              <a:ext uri="{FF2B5EF4-FFF2-40B4-BE49-F238E27FC236}">
                <a16:creationId xmlns:a16="http://schemas.microsoft.com/office/drawing/2014/main" id="{345A8E53-8292-5CC4-3F5C-7B0CFBF6CD42}"/>
              </a:ext>
            </a:extLst>
          </p:cNvPr>
          <p:cNvSpPr txBox="1"/>
          <p:nvPr/>
        </p:nvSpPr>
        <p:spPr>
          <a:xfrm>
            <a:off x="1779130" y="219207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50" dirty="0"/>
          </a:p>
        </p:txBody>
      </p:sp>
      <p:sp>
        <p:nvSpPr>
          <p:cNvPr id="159" name="Shape 5">
            <a:extLst>
              <a:ext uri="{FF2B5EF4-FFF2-40B4-BE49-F238E27FC236}">
                <a16:creationId xmlns:a16="http://schemas.microsoft.com/office/drawing/2014/main" id="{3AA0B97E-2E69-9F62-DF4D-E4C237B99131}"/>
              </a:ext>
            </a:extLst>
          </p:cNvPr>
          <p:cNvSpPr/>
          <p:nvPr/>
        </p:nvSpPr>
        <p:spPr>
          <a:xfrm>
            <a:off x="7106262" y="2192076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16A99A"/>
          </a:solidFill>
          <a:ln w="12700">
            <a:solidFill>
              <a:srgbClr val="16A9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Text 6">
            <a:extLst>
              <a:ext uri="{FF2B5EF4-FFF2-40B4-BE49-F238E27FC236}">
                <a16:creationId xmlns:a16="http://schemas.microsoft.com/office/drawing/2014/main" id="{2C8041EB-2E73-E920-ED5A-0DDF465761A8}"/>
              </a:ext>
            </a:extLst>
          </p:cNvPr>
          <p:cNvSpPr txBox="1"/>
          <p:nvPr/>
        </p:nvSpPr>
        <p:spPr>
          <a:xfrm>
            <a:off x="7185627" y="2188091"/>
            <a:ext cx="12585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50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0BB78AFB-D301-80BC-C63F-25E9CADA5A62}"/>
              </a:ext>
            </a:extLst>
          </p:cNvPr>
          <p:cNvSpPr txBox="1"/>
          <p:nvPr/>
        </p:nvSpPr>
        <p:spPr>
          <a:xfrm>
            <a:off x="3224212" y="582823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 5×5 Averaging Filter Reduces Noise but Blurs Detail</a:t>
            </a:r>
          </a:p>
        </p:txBody>
      </p:sp>
      <p:pic>
        <p:nvPicPr>
          <p:cNvPr id="165" name="Picture 164">
            <a:extLst>
              <a:ext uri="{FF2B5EF4-FFF2-40B4-BE49-F238E27FC236}">
                <a16:creationId xmlns:a16="http://schemas.microsoft.com/office/drawing/2014/main" id="{7A250C51-9DA7-C70A-55FF-1CE4A33045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169" name="Parallelogram 41">
            <a:extLst>
              <a:ext uri="{FF2B5EF4-FFF2-40B4-BE49-F238E27FC236}">
                <a16:creationId xmlns:a16="http://schemas.microsoft.com/office/drawing/2014/main" id="{C1EAA5DC-D9E9-9BCD-2656-178CB9BBAF2A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23/33</a:t>
            </a:r>
          </a:p>
        </p:txBody>
      </p:sp>
    </p:spTree>
    <p:extLst>
      <p:ext uri="{BB962C8B-B14F-4D97-AF65-F5344CB8AC3E}">
        <p14:creationId xmlns:p14="http://schemas.microsoft.com/office/powerpoint/2010/main" val="34154874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83B3A-2825-DD53-F838-6216B7817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3">
            <a:extLst>
              <a:ext uri="{FF2B5EF4-FFF2-40B4-BE49-F238E27FC236}">
                <a16:creationId xmlns:a16="http://schemas.microsoft.com/office/drawing/2014/main" id="{5DA04022-A4A2-B3DC-D6CF-47D52785FB5E}"/>
              </a:ext>
            </a:extLst>
          </p:cNvPr>
          <p:cNvSpPr/>
          <p:nvPr/>
        </p:nvSpPr>
        <p:spPr>
          <a:xfrm>
            <a:off x="435004" y="1077642"/>
            <a:ext cx="8343235" cy="679154"/>
          </a:xfrm>
          <a:prstGeom prst="roundRect">
            <a:avLst>
              <a:gd name="adj" fmla="val 2174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65023B7-6172-402C-3B5E-47AFF26A78D2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D392C83D-1486-4924-5E7A-19ABE4D45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BA8A089-ACA3-8C26-F488-7696D4D27888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310152" cy="52366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76A9A76-4980-C3B7-C78B-55E01B7411ED}"/>
              </a:ext>
            </a:extLst>
          </p:cNvPr>
          <p:cNvSpPr txBox="1"/>
          <p:nvPr/>
        </p:nvSpPr>
        <p:spPr>
          <a:xfrm>
            <a:off x="550276" y="364476"/>
            <a:ext cx="34385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 3×3 median filter</a:t>
            </a:r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E9C78769-EBEE-03C3-9BC8-FC35F045344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sp>
        <p:nvSpPr>
          <p:cNvPr id="59" name="Text 9">
            <a:extLst>
              <a:ext uri="{FF2B5EF4-FFF2-40B4-BE49-F238E27FC236}">
                <a16:creationId xmlns:a16="http://schemas.microsoft.com/office/drawing/2014/main" id="{52FFE557-9BF7-097E-AD0F-2236F69A3A7D}"/>
              </a:ext>
            </a:extLst>
          </p:cNvPr>
          <p:cNvSpPr txBox="1"/>
          <p:nvPr/>
        </p:nvSpPr>
        <p:spPr>
          <a:xfrm>
            <a:off x="5839925" y="51556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8" name="Shape 8">
            <a:extLst>
              <a:ext uri="{FF2B5EF4-FFF2-40B4-BE49-F238E27FC236}">
                <a16:creationId xmlns:a16="http://schemas.microsoft.com/office/drawing/2014/main" id="{FB7D819D-9BBB-F7A7-BF7F-5FBCDF29AF0D}"/>
              </a:ext>
            </a:extLst>
          </p:cNvPr>
          <p:cNvSpPr/>
          <p:nvPr/>
        </p:nvSpPr>
        <p:spPr>
          <a:xfrm>
            <a:off x="617885" y="1276628"/>
            <a:ext cx="1188720" cy="274320"/>
          </a:xfrm>
          <a:prstGeom prst="roundRect">
            <a:avLst>
              <a:gd name="adj" fmla="val 26667"/>
            </a:avLst>
          </a:prstGeom>
          <a:solidFill>
            <a:srgbClr val="16A99A"/>
          </a:solidFill>
          <a:ln w="12700">
            <a:solidFill>
              <a:srgbClr val="16A9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C9D0C760-A603-FE09-7638-B62AF1EA0DF1}"/>
              </a:ext>
            </a:extLst>
          </p:cNvPr>
          <p:cNvSpPr txBox="1"/>
          <p:nvPr/>
        </p:nvSpPr>
        <p:spPr>
          <a:xfrm>
            <a:off x="617885" y="12766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2</a:t>
            </a:r>
            <a:endParaRPr lang="en-US" sz="1050" dirty="0"/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2BF2E7FB-0E35-96FC-06A8-7F7BA11088EE}"/>
              </a:ext>
            </a:extLst>
          </p:cNvPr>
          <p:cNvSpPr txBox="1"/>
          <p:nvPr/>
        </p:nvSpPr>
        <p:spPr>
          <a:xfrm>
            <a:off x="2591465" y="1245915"/>
            <a:ext cx="46101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Median: sort the 9 values, take the middle one</a:t>
            </a:r>
            <a:endParaRPr lang="en-US" sz="1700" dirty="0"/>
          </a:p>
        </p:txBody>
      </p:sp>
      <p:pic>
        <p:nvPicPr>
          <p:cNvPr id="126" name="Image 0" descr="fig/c1_zoom_noisy.png">
            <a:extLst>
              <a:ext uri="{FF2B5EF4-FFF2-40B4-BE49-F238E27FC236}">
                <a16:creationId xmlns:a16="http://schemas.microsoft.com/office/drawing/2014/main" id="{8DE2F638-3C7D-71A1-7930-23A90CFB7F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110" y="2140569"/>
            <a:ext cx="3566160" cy="3566160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pic>
      <p:pic>
        <p:nvPicPr>
          <p:cNvPr id="128" name="Image 1" descr="fig/c1_zoom_med.png">
            <a:extLst>
              <a:ext uri="{FF2B5EF4-FFF2-40B4-BE49-F238E27FC236}">
                <a16:creationId xmlns:a16="http://schemas.microsoft.com/office/drawing/2014/main" id="{83CD54ED-870C-021F-4B34-7A9A8CE4D7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0870" y="2140569"/>
            <a:ext cx="3566160" cy="3566160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130" name="Shape 3">
            <a:extLst>
              <a:ext uri="{FF2B5EF4-FFF2-40B4-BE49-F238E27FC236}">
                <a16:creationId xmlns:a16="http://schemas.microsoft.com/office/drawing/2014/main" id="{3966065C-0A0D-5188-93AF-237D18454E45}"/>
              </a:ext>
            </a:extLst>
          </p:cNvPr>
          <p:cNvSpPr/>
          <p:nvPr/>
        </p:nvSpPr>
        <p:spPr>
          <a:xfrm>
            <a:off x="658990" y="2323449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4">
            <a:extLst>
              <a:ext uri="{FF2B5EF4-FFF2-40B4-BE49-F238E27FC236}">
                <a16:creationId xmlns:a16="http://schemas.microsoft.com/office/drawing/2014/main" id="{4E7A5149-F7FE-6F85-0A82-FAA7F3FE6902}"/>
              </a:ext>
            </a:extLst>
          </p:cNvPr>
          <p:cNvSpPr txBox="1"/>
          <p:nvPr/>
        </p:nvSpPr>
        <p:spPr>
          <a:xfrm>
            <a:off x="658990" y="2323449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50" dirty="0"/>
          </a:p>
        </p:txBody>
      </p:sp>
      <p:sp>
        <p:nvSpPr>
          <p:cNvPr id="134" name="Shape 5">
            <a:extLst>
              <a:ext uri="{FF2B5EF4-FFF2-40B4-BE49-F238E27FC236}">
                <a16:creationId xmlns:a16="http://schemas.microsoft.com/office/drawing/2014/main" id="{DF09D0DB-EFDF-D8F5-BA19-CF717D22700E}"/>
              </a:ext>
            </a:extLst>
          </p:cNvPr>
          <p:cNvSpPr/>
          <p:nvPr/>
        </p:nvSpPr>
        <p:spPr>
          <a:xfrm>
            <a:off x="4453750" y="2323449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16A99A"/>
          </a:solidFill>
          <a:ln w="12700">
            <a:solidFill>
              <a:srgbClr val="16A9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Text 6">
            <a:extLst>
              <a:ext uri="{FF2B5EF4-FFF2-40B4-BE49-F238E27FC236}">
                <a16:creationId xmlns:a16="http://schemas.microsoft.com/office/drawing/2014/main" id="{2F7E26A1-9D27-7CC9-2320-9A65FED21C87}"/>
              </a:ext>
            </a:extLst>
          </p:cNvPr>
          <p:cNvSpPr txBox="1"/>
          <p:nvPr/>
        </p:nvSpPr>
        <p:spPr>
          <a:xfrm>
            <a:off x="4533115" y="2319464"/>
            <a:ext cx="12585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50" dirty="0"/>
          </a:p>
        </p:txBody>
      </p:sp>
      <p:graphicFrame>
        <p:nvGraphicFramePr>
          <p:cNvPr id="138" name="Chart 0">
            <a:extLst>
              <a:ext uri="{FF2B5EF4-FFF2-40B4-BE49-F238E27FC236}">
                <a16:creationId xmlns:a16="http://schemas.microsoft.com/office/drawing/2014/main" id="{BB49F349-7D1F-F41E-25BC-992AF0445F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3259701"/>
              </p:ext>
            </p:extLst>
          </p:nvPr>
        </p:nvGraphicFramePr>
        <p:xfrm>
          <a:off x="8111350" y="2094849"/>
          <a:ext cx="365760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D06B784-E326-198C-34BE-8B8F6A777312}"/>
              </a:ext>
            </a:extLst>
          </p:cNvPr>
          <p:cNvSpPr txBox="1"/>
          <p:nvPr/>
        </p:nvSpPr>
        <p:spPr>
          <a:xfrm>
            <a:off x="3042081" y="58601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A 3×3 Median Filter Best Preserves Detail in This Test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B17557-1A18-9BF9-EA44-CE06F3A4084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10" name="Parallelogram 41">
            <a:extLst>
              <a:ext uri="{FF2B5EF4-FFF2-40B4-BE49-F238E27FC236}">
                <a16:creationId xmlns:a16="http://schemas.microsoft.com/office/drawing/2014/main" id="{64F80421-D60D-700D-320C-259DC96085A5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24/33</a:t>
            </a:r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4F39A7B9-51AE-94BD-8712-6D595C38AECD}"/>
              </a:ext>
            </a:extLst>
          </p:cNvPr>
          <p:cNvSpPr/>
          <p:nvPr/>
        </p:nvSpPr>
        <p:spPr>
          <a:xfrm rot="4580617">
            <a:off x="8396014" y="3439951"/>
            <a:ext cx="2186034" cy="3100867"/>
          </a:xfrm>
          <a:prstGeom prst="arc">
            <a:avLst>
              <a:gd name="adj1" fmla="val 19112979"/>
              <a:gd name="adj2" fmla="val 2825567"/>
            </a:avLst>
          </a:prstGeom>
          <a:ln w="5715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689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BA665-7710-4B20-4EB1-C1B3D97F8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56A0E39-EB77-5ED4-7D91-707DD8C190F1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93C8BF56-45B6-291C-D47F-B0B750199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AF6C620-2C58-AD3E-AB6C-12063FEA9ACA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310152" cy="52366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D550C77-9377-A2B0-0862-BDB112810CD0}"/>
              </a:ext>
            </a:extLst>
          </p:cNvPr>
          <p:cNvSpPr txBox="1"/>
          <p:nvPr/>
        </p:nvSpPr>
        <p:spPr>
          <a:xfrm>
            <a:off x="550276" y="364476"/>
            <a:ext cx="62164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Gaussian noise in a grayscale image</a:t>
            </a:r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1A0D020E-B509-8DF2-5D97-23112B494DE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3F08BF6E-1572-95EB-E555-76EA4E716401}"/>
              </a:ext>
            </a:extLst>
          </p:cNvPr>
          <p:cNvSpPr/>
          <p:nvPr/>
        </p:nvSpPr>
        <p:spPr>
          <a:xfrm>
            <a:off x="4588349" y="1845711"/>
            <a:ext cx="7156808" cy="44044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US" sz="1600" b="1" dirty="0"/>
              <a:t>CONTEXT:</a:t>
            </a:r>
            <a:r>
              <a:rPr lang="en-US" sz="1600" dirty="0"/>
              <a:t> Grayscale portrait used to test image denoising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BC691C1-3648-91D5-CA4B-B5E2CA6AD9FD}"/>
              </a:ext>
            </a:extLst>
          </p:cNvPr>
          <p:cNvSpPr/>
          <p:nvPr/>
        </p:nvSpPr>
        <p:spPr>
          <a:xfrm>
            <a:off x="4588349" y="2421627"/>
            <a:ext cx="7156808" cy="44044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US" sz="1600" b="1" dirty="0"/>
              <a:t>NOISE MODEL:</a:t>
            </a:r>
            <a:r>
              <a:rPr lang="en-US" sz="1600" dirty="0"/>
              <a:t> Gaussian noise causes small random changes across the image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4218D76-F431-613F-63B6-FB036F9ED45E}"/>
              </a:ext>
            </a:extLst>
          </p:cNvPr>
          <p:cNvSpPr/>
          <p:nvPr/>
        </p:nvSpPr>
        <p:spPr>
          <a:xfrm>
            <a:off x="4588349" y="3000252"/>
            <a:ext cx="7156808" cy="44044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US" sz="1600" b="1" dirty="0"/>
              <a:t>EFFECT:</a:t>
            </a:r>
            <a:r>
              <a:rPr lang="en-US" sz="1600" dirty="0"/>
              <a:t> Grain obscures facial features and fine edges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FB8DD38-0BA0-2231-FAC6-D65C180B8ADD}"/>
              </a:ext>
            </a:extLst>
          </p:cNvPr>
          <p:cNvSpPr/>
          <p:nvPr/>
        </p:nvSpPr>
        <p:spPr>
          <a:xfrm>
            <a:off x="4588349" y="3559419"/>
            <a:ext cx="7156808" cy="44044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US" sz="1600" b="1" dirty="0"/>
              <a:t>OBJECTIVE:</a:t>
            </a:r>
            <a:r>
              <a:rPr lang="en-US" sz="1600" dirty="0"/>
              <a:t> Reduce noise while preserving recognizable structures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F15380A-61FC-E810-4F7E-739CFDD20B55}"/>
              </a:ext>
            </a:extLst>
          </p:cNvPr>
          <p:cNvSpPr/>
          <p:nvPr/>
        </p:nvSpPr>
        <p:spPr>
          <a:xfrm>
            <a:off x="5107323" y="4309843"/>
            <a:ext cx="6118859" cy="44044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r>
              <a:rPr lang="en-US" sz="1600" dirty="0"/>
              <a:t>Gaussian noise introduces small intensity errors across many pixels.</a:t>
            </a:r>
          </a:p>
        </p:txBody>
      </p:sp>
      <p:sp>
        <p:nvSpPr>
          <p:cNvPr id="10" name="Shape 0">
            <a:extLst>
              <a:ext uri="{FF2B5EF4-FFF2-40B4-BE49-F238E27FC236}">
                <a16:creationId xmlns:a16="http://schemas.microsoft.com/office/drawing/2014/main" id="{ABD52533-C0AB-1596-FC54-81644EDDF54D}"/>
              </a:ext>
            </a:extLst>
          </p:cNvPr>
          <p:cNvSpPr/>
          <p:nvPr/>
        </p:nvSpPr>
        <p:spPr>
          <a:xfrm>
            <a:off x="4588349" y="1257133"/>
            <a:ext cx="1470660" cy="411480"/>
          </a:xfrm>
          <a:prstGeom prst="roundRect">
            <a:avLst>
              <a:gd name="adj" fmla="val 22222"/>
            </a:avLst>
          </a:prstGeom>
          <a:solidFill>
            <a:srgbClr val="002060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9C41375B-FC93-39AC-183F-0E9DE883E0D4}"/>
              </a:ext>
            </a:extLst>
          </p:cNvPr>
          <p:cNvSpPr txBox="1"/>
          <p:nvPr/>
        </p:nvSpPr>
        <p:spPr>
          <a:xfrm>
            <a:off x="4736384" y="1238382"/>
            <a:ext cx="1174589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02</a:t>
            </a:r>
            <a:endParaRPr lang="en-US" sz="1500" dirty="0"/>
          </a:p>
        </p:txBody>
      </p:sp>
      <p:pic>
        <p:nvPicPr>
          <p:cNvPr id="12" name="Image 0" descr="fig/c2_noisy.png">
            <a:extLst>
              <a:ext uri="{FF2B5EF4-FFF2-40B4-BE49-F238E27FC236}">
                <a16:creationId xmlns:a16="http://schemas.microsoft.com/office/drawing/2014/main" id="{B92B3845-517C-8885-FD0B-49FDF952E36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333" r="7333"/>
          <a:stretch/>
        </p:blipFill>
        <p:spPr>
          <a:xfrm>
            <a:off x="435005" y="1257133"/>
            <a:ext cx="3916800" cy="4590000"/>
          </a:xfrm>
          <a:prstGeom prst="rect">
            <a:avLst/>
          </a:prstGeom>
        </p:spPr>
      </p:pic>
      <p:sp>
        <p:nvSpPr>
          <p:cNvPr id="14" name="Text 4">
            <a:extLst>
              <a:ext uri="{FF2B5EF4-FFF2-40B4-BE49-F238E27FC236}">
                <a16:creationId xmlns:a16="http://schemas.microsoft.com/office/drawing/2014/main" id="{B08F5AB0-9C22-7907-DA13-0979F099ADFE}"/>
              </a:ext>
            </a:extLst>
          </p:cNvPr>
          <p:cNvSpPr txBox="1"/>
          <p:nvPr/>
        </p:nvSpPr>
        <p:spPr>
          <a:xfrm>
            <a:off x="550276" y="45227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B7912D6-A794-CC38-E90D-6986199EDF33}"/>
                  </a:ext>
                </a:extLst>
              </p:cNvPr>
              <p:cNvSpPr txBox="1"/>
              <p:nvPr/>
            </p:nvSpPr>
            <p:spPr>
              <a:xfrm>
                <a:off x="4991100" y="4981210"/>
                <a:ext cx="6096000" cy="4241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𝒈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1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US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1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US" b="1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𝒏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1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US" b="1" i="0">
                          <a:latin typeface="Cambria Math" panose="02040503050406030204" pitchFamily="18" charset="0"/>
                        </a:rPr>
                        <m:t>,  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b="1" i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b="1" i="0">
                          <a:latin typeface="Cambria Math" panose="02040503050406030204" pitchFamily="18" charset="0"/>
                        </a:rPr>
                        <m:t>𝓝</m:t>
                      </m:r>
                      <m:d>
                        <m:dPr>
                          <m:ctrlPr>
                            <a:rPr lang="en-US" b="1" i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 i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𝝈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  <m:sup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B7912D6-A794-CC38-E90D-6986199EDF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1100" y="4981210"/>
                <a:ext cx="6096000" cy="424155"/>
              </a:xfrm>
              <a:prstGeom prst="rect">
                <a:avLst/>
              </a:prstGeom>
              <a:blipFill>
                <a:blip r:embed="rId5"/>
                <a:stretch>
                  <a:fillRect b="-1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0DBDBAC-881E-CCC5-EB87-FCF52D83CC36}"/>
                  </a:ext>
                </a:extLst>
              </p:cNvPr>
              <p:cNvSpPr txBox="1"/>
              <p:nvPr/>
            </p:nvSpPr>
            <p:spPr>
              <a:xfrm>
                <a:off x="5616901" y="5530019"/>
                <a:ext cx="48443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: clean image 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: noise 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: observed image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0DBDBAC-881E-CCC5-EB87-FCF52D83CC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6901" y="5530019"/>
                <a:ext cx="4844397" cy="369332"/>
              </a:xfrm>
              <a:prstGeom prst="rect">
                <a:avLst/>
              </a:prstGeom>
              <a:blipFill>
                <a:blip r:embed="rId6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" name="Picture 29">
            <a:extLst>
              <a:ext uri="{FF2B5EF4-FFF2-40B4-BE49-F238E27FC236}">
                <a16:creationId xmlns:a16="http://schemas.microsoft.com/office/drawing/2014/main" id="{4F6E45E5-8B53-DA05-5A7F-D88C602E201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32" name="Parallelogram 41">
            <a:extLst>
              <a:ext uri="{FF2B5EF4-FFF2-40B4-BE49-F238E27FC236}">
                <a16:creationId xmlns:a16="http://schemas.microsoft.com/office/drawing/2014/main" id="{924BFDEE-8D14-25C9-86CE-5174B58458CB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25/33</a:t>
            </a:r>
          </a:p>
        </p:txBody>
      </p:sp>
    </p:spTree>
    <p:extLst>
      <p:ext uri="{BB962C8B-B14F-4D97-AF65-F5344CB8AC3E}">
        <p14:creationId xmlns:p14="http://schemas.microsoft.com/office/powerpoint/2010/main" val="13140285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52E99-0D50-B6B4-DEDE-AFE63BFC0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2C04D59-4B6B-5D25-8E73-D24C66C569F3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1EED2576-1E54-B03B-FB08-D84D2C0107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2A9A0C0-F5E8-7527-213A-647F8C7C0445}"/>
              </a:ext>
            </a:extLst>
          </p:cNvPr>
          <p:cNvCxnSpPr>
            <a:cxnSpLocks/>
          </p:cNvCxnSpPr>
          <p:nvPr/>
        </p:nvCxnSpPr>
        <p:spPr>
          <a:xfrm flipV="1">
            <a:off x="435005" y="915778"/>
            <a:ext cx="11331545" cy="729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6B0E06A-AFAD-0179-BBA1-8AF64F948702}"/>
              </a:ext>
            </a:extLst>
          </p:cNvPr>
          <p:cNvSpPr txBox="1"/>
          <p:nvPr/>
        </p:nvSpPr>
        <p:spPr>
          <a:xfrm>
            <a:off x="550276" y="364476"/>
            <a:ext cx="36143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 5×5 gaussian filter</a:t>
            </a:r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DFE2BE72-51A2-755C-2359-C565C332599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pic>
        <p:nvPicPr>
          <p:cNvPr id="3" name="Image 0" descr="fig/c2_noisy.png">
            <a:extLst>
              <a:ext uri="{FF2B5EF4-FFF2-40B4-BE49-F238E27FC236}">
                <a16:creationId xmlns:a16="http://schemas.microsoft.com/office/drawing/2014/main" id="{B3D13E5C-FD0D-2F55-49F1-5C185F894D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140" y="984250"/>
            <a:ext cx="2651760" cy="2651760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F21FD53A-0EDF-44C5-3650-260158F457F5}"/>
              </a:ext>
            </a:extLst>
          </p:cNvPr>
          <p:cNvSpPr txBox="1"/>
          <p:nvPr/>
        </p:nvSpPr>
        <p:spPr>
          <a:xfrm>
            <a:off x="358140" y="372745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input</a:t>
            </a:r>
            <a:endParaRPr lang="en-US" sz="1500" dirty="0"/>
          </a:p>
        </p:txBody>
      </p:sp>
      <p:pic>
        <p:nvPicPr>
          <p:cNvPr id="11" name="Image 1" descr="fig/c2_box5.png">
            <a:extLst>
              <a:ext uri="{FF2B5EF4-FFF2-40B4-BE49-F238E27FC236}">
                <a16:creationId xmlns:a16="http://schemas.microsoft.com/office/drawing/2014/main" id="{B605258B-0972-9E58-1639-43EF3A3CC8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2780" y="984250"/>
            <a:ext cx="2651760" cy="2651760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14" name="Text 4">
            <a:extLst>
              <a:ext uri="{FF2B5EF4-FFF2-40B4-BE49-F238E27FC236}">
                <a16:creationId xmlns:a16="http://schemas.microsoft.com/office/drawing/2014/main" id="{56D7A6C5-72F9-39FC-8EC5-AC73AB871FB2}"/>
              </a:ext>
            </a:extLst>
          </p:cNvPr>
          <p:cNvSpPr txBox="1"/>
          <p:nvPr/>
        </p:nvSpPr>
        <p:spPr>
          <a:xfrm>
            <a:off x="3192780" y="372745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filter 5 × 5</a:t>
            </a:r>
            <a:endParaRPr lang="en-US" sz="1500" dirty="0"/>
          </a:p>
        </p:txBody>
      </p:sp>
      <p:pic>
        <p:nvPicPr>
          <p:cNvPr id="16" name="Image 2" descr="fig/c2_gauss5.png">
            <a:extLst>
              <a:ext uri="{FF2B5EF4-FFF2-40B4-BE49-F238E27FC236}">
                <a16:creationId xmlns:a16="http://schemas.microsoft.com/office/drawing/2014/main" id="{C429381A-E6DC-DA42-CA53-819C4E9501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7420" y="984250"/>
            <a:ext cx="2651760" cy="2651760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18" name="Text 5">
            <a:extLst>
              <a:ext uri="{FF2B5EF4-FFF2-40B4-BE49-F238E27FC236}">
                <a16:creationId xmlns:a16="http://schemas.microsoft.com/office/drawing/2014/main" id="{3397A2F4-E894-6070-06C5-9AECCB8E90FC}"/>
              </a:ext>
            </a:extLst>
          </p:cNvPr>
          <p:cNvSpPr txBox="1"/>
          <p:nvPr/>
        </p:nvSpPr>
        <p:spPr>
          <a:xfrm>
            <a:off x="6027420" y="372745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filter 5 × 5</a:t>
            </a:r>
            <a:endParaRPr lang="en-US" sz="1500" dirty="0"/>
          </a:p>
        </p:txBody>
      </p:sp>
      <p:pic>
        <p:nvPicPr>
          <p:cNvPr id="20" name="Image 3" descr="fig/c2_box11.png">
            <a:extLst>
              <a:ext uri="{FF2B5EF4-FFF2-40B4-BE49-F238E27FC236}">
                <a16:creationId xmlns:a16="http://schemas.microsoft.com/office/drawing/2014/main" id="{0302E935-EF5E-57A8-4F1C-16071AAC42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2060" y="984250"/>
            <a:ext cx="2651760" cy="2651760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22" name="Text 6">
            <a:extLst>
              <a:ext uri="{FF2B5EF4-FFF2-40B4-BE49-F238E27FC236}">
                <a16:creationId xmlns:a16="http://schemas.microsoft.com/office/drawing/2014/main" id="{A19B87C5-2C86-31FA-F0E7-C0DC77A9A464}"/>
              </a:ext>
            </a:extLst>
          </p:cNvPr>
          <p:cNvSpPr txBox="1"/>
          <p:nvPr/>
        </p:nvSpPr>
        <p:spPr>
          <a:xfrm>
            <a:off x="8805545" y="3714872"/>
            <a:ext cx="27647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filter 11 × 11: Over-smoothed</a:t>
            </a:r>
            <a:endParaRPr lang="en-US" sz="1500" dirty="0"/>
          </a:p>
        </p:txBody>
      </p:sp>
      <p:graphicFrame>
        <p:nvGraphicFramePr>
          <p:cNvPr id="77" name="Chart 0">
            <a:extLst>
              <a:ext uri="{FF2B5EF4-FFF2-40B4-BE49-F238E27FC236}">
                <a16:creationId xmlns:a16="http://schemas.microsoft.com/office/drawing/2014/main" id="{F0E5B165-A62D-F2CB-449B-1C07A9C6F1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15776744"/>
              </p:ext>
            </p:extLst>
          </p:nvPr>
        </p:nvGraphicFramePr>
        <p:xfrm>
          <a:off x="7211257" y="4240482"/>
          <a:ext cx="3931920" cy="19089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pic>
        <p:nvPicPr>
          <p:cNvPr id="186" name="Picture 185">
            <a:extLst>
              <a:ext uri="{FF2B5EF4-FFF2-40B4-BE49-F238E27FC236}">
                <a16:creationId xmlns:a16="http://schemas.microsoft.com/office/drawing/2014/main" id="{FD0F6DF8-7A04-09DF-7C08-C03F81F4638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188" name="Rectangle 187">
            <a:extLst>
              <a:ext uri="{FF2B5EF4-FFF2-40B4-BE49-F238E27FC236}">
                <a16:creationId xmlns:a16="http://schemas.microsoft.com/office/drawing/2014/main" id="{44B6C217-7D29-73B9-954B-84CAE81FEB6D}"/>
              </a:ext>
            </a:extLst>
          </p:cNvPr>
          <p:cNvSpPr/>
          <p:nvPr/>
        </p:nvSpPr>
        <p:spPr>
          <a:xfrm>
            <a:off x="246982" y="4047490"/>
            <a:ext cx="6357018" cy="2204939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Text 26">
            <a:extLst>
              <a:ext uri="{FF2B5EF4-FFF2-40B4-BE49-F238E27FC236}">
                <a16:creationId xmlns:a16="http://schemas.microsoft.com/office/drawing/2014/main" id="{7C9BA4C5-8B32-2FDC-9FC4-68EC03ECE197}"/>
              </a:ext>
            </a:extLst>
          </p:cNvPr>
          <p:cNvSpPr txBox="1"/>
          <p:nvPr/>
        </p:nvSpPr>
        <p:spPr>
          <a:xfrm>
            <a:off x="3291840" y="4731593"/>
            <a:ext cx="3200400" cy="812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pixels receive larger weights. This 5 × 5 kernel (σ ≈ 1) reduces noise while keeping more detail than equal-weight averaging.</a:t>
            </a:r>
            <a:endParaRPr lang="en-US" sz="1450" dirty="0"/>
          </a:p>
        </p:txBody>
      </p:sp>
      <p:sp>
        <p:nvSpPr>
          <p:cNvPr id="192" name="Text 9080">
            <a:extLst>
              <a:ext uri="{FF2B5EF4-FFF2-40B4-BE49-F238E27FC236}">
                <a16:creationId xmlns:a16="http://schemas.microsoft.com/office/drawing/2014/main" id="{60FA6471-727D-D582-9FAA-ECCCC7F8E270}"/>
              </a:ext>
            </a:extLst>
          </p:cNvPr>
          <p:cNvSpPr txBox="1"/>
          <p:nvPr/>
        </p:nvSpPr>
        <p:spPr>
          <a:xfrm>
            <a:off x="365760" y="4800600"/>
            <a:ext cx="6858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0070C0"/>
                </a:solidFill>
                <a:latin typeface="Calibri"/>
                <a:cs typeface="Calibri"/>
              </a:rPr>
              <a:t>1/256 ×</a:t>
            </a:r>
          </a:p>
        </p:txBody>
      </p:sp>
      <p:sp>
        <p:nvSpPr>
          <p:cNvPr id="194" name="Text 9081">
            <a:extLst>
              <a:ext uri="{FF2B5EF4-FFF2-40B4-BE49-F238E27FC236}">
                <a16:creationId xmlns:a16="http://schemas.microsoft.com/office/drawing/2014/main" id="{75B4C4A4-660F-E874-3F97-A6E84D8A6BC5}"/>
              </a:ext>
            </a:extLst>
          </p:cNvPr>
          <p:cNvSpPr txBox="1"/>
          <p:nvPr/>
        </p:nvSpPr>
        <p:spPr>
          <a:xfrm>
            <a:off x="1097280" y="4160520"/>
            <a:ext cx="402336" cy="402336"/>
          </a:xfrm>
          <a:prstGeom prst="rect">
            <a:avLst/>
          </a:prstGeom>
          <a:solidFill>
            <a:srgbClr val="F3F8FD"/>
          </a:solidFill>
          <a:ln w="9525">
            <a:solidFill>
              <a:srgbClr val="9CA3A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02060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96" name="Text 9082">
            <a:extLst>
              <a:ext uri="{FF2B5EF4-FFF2-40B4-BE49-F238E27FC236}">
                <a16:creationId xmlns:a16="http://schemas.microsoft.com/office/drawing/2014/main" id="{ADFCBD79-6B9F-1636-D9C8-0476DB461EE3}"/>
              </a:ext>
            </a:extLst>
          </p:cNvPr>
          <p:cNvSpPr txBox="1"/>
          <p:nvPr/>
        </p:nvSpPr>
        <p:spPr>
          <a:xfrm>
            <a:off x="1499616" y="4160520"/>
            <a:ext cx="402336" cy="402336"/>
          </a:xfrm>
          <a:prstGeom prst="rect">
            <a:avLst/>
          </a:prstGeom>
          <a:solidFill>
            <a:srgbClr val="F3F8FD"/>
          </a:solidFill>
          <a:ln w="9525">
            <a:solidFill>
              <a:srgbClr val="9CA3A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02060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98" name="Text 9083">
            <a:extLst>
              <a:ext uri="{FF2B5EF4-FFF2-40B4-BE49-F238E27FC236}">
                <a16:creationId xmlns:a16="http://schemas.microsoft.com/office/drawing/2014/main" id="{F55FFAFF-8C9D-DED7-687C-5E6AE6D1975A}"/>
              </a:ext>
            </a:extLst>
          </p:cNvPr>
          <p:cNvSpPr txBox="1"/>
          <p:nvPr/>
        </p:nvSpPr>
        <p:spPr>
          <a:xfrm>
            <a:off x="1901952" y="4160520"/>
            <a:ext cx="402336" cy="402336"/>
          </a:xfrm>
          <a:prstGeom prst="rect">
            <a:avLst/>
          </a:prstGeom>
          <a:solidFill>
            <a:srgbClr val="F3F8FD"/>
          </a:solidFill>
          <a:ln w="9525">
            <a:solidFill>
              <a:srgbClr val="9CA3A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02060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200" name="Text 9084">
            <a:extLst>
              <a:ext uri="{FF2B5EF4-FFF2-40B4-BE49-F238E27FC236}">
                <a16:creationId xmlns:a16="http://schemas.microsoft.com/office/drawing/2014/main" id="{B77AB84C-C15D-C438-9AF9-4FD3B9617881}"/>
              </a:ext>
            </a:extLst>
          </p:cNvPr>
          <p:cNvSpPr txBox="1"/>
          <p:nvPr/>
        </p:nvSpPr>
        <p:spPr>
          <a:xfrm>
            <a:off x="2304288" y="4160520"/>
            <a:ext cx="402336" cy="402336"/>
          </a:xfrm>
          <a:prstGeom prst="rect">
            <a:avLst/>
          </a:prstGeom>
          <a:solidFill>
            <a:srgbClr val="F3F8FD"/>
          </a:solidFill>
          <a:ln w="9525">
            <a:solidFill>
              <a:srgbClr val="9CA3A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02060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02" name="Text 9085">
            <a:extLst>
              <a:ext uri="{FF2B5EF4-FFF2-40B4-BE49-F238E27FC236}">
                <a16:creationId xmlns:a16="http://schemas.microsoft.com/office/drawing/2014/main" id="{2701CBD2-449C-AB6E-F551-EE7CD34A83FD}"/>
              </a:ext>
            </a:extLst>
          </p:cNvPr>
          <p:cNvSpPr txBox="1"/>
          <p:nvPr/>
        </p:nvSpPr>
        <p:spPr>
          <a:xfrm>
            <a:off x="2706624" y="4160520"/>
            <a:ext cx="402336" cy="402336"/>
          </a:xfrm>
          <a:prstGeom prst="rect">
            <a:avLst/>
          </a:prstGeom>
          <a:solidFill>
            <a:srgbClr val="F3F8FD"/>
          </a:solidFill>
          <a:ln w="9525">
            <a:solidFill>
              <a:srgbClr val="9CA3A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02060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04" name="Text 9086">
            <a:extLst>
              <a:ext uri="{FF2B5EF4-FFF2-40B4-BE49-F238E27FC236}">
                <a16:creationId xmlns:a16="http://schemas.microsoft.com/office/drawing/2014/main" id="{70D67AAE-381D-A631-9DA2-49883035D5DE}"/>
              </a:ext>
            </a:extLst>
          </p:cNvPr>
          <p:cNvSpPr txBox="1"/>
          <p:nvPr/>
        </p:nvSpPr>
        <p:spPr>
          <a:xfrm>
            <a:off x="1097280" y="4562856"/>
            <a:ext cx="402336" cy="402336"/>
          </a:xfrm>
          <a:prstGeom prst="rect">
            <a:avLst/>
          </a:prstGeom>
          <a:solidFill>
            <a:srgbClr val="F3F8FD"/>
          </a:solidFill>
          <a:ln w="9525">
            <a:solidFill>
              <a:srgbClr val="9CA3A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02060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06" name="Text 9087">
            <a:extLst>
              <a:ext uri="{FF2B5EF4-FFF2-40B4-BE49-F238E27FC236}">
                <a16:creationId xmlns:a16="http://schemas.microsoft.com/office/drawing/2014/main" id="{D8C83F73-4BF9-8293-E1CE-5A22F45C2523}"/>
              </a:ext>
            </a:extLst>
          </p:cNvPr>
          <p:cNvSpPr txBox="1"/>
          <p:nvPr/>
        </p:nvSpPr>
        <p:spPr>
          <a:xfrm>
            <a:off x="1499616" y="4562856"/>
            <a:ext cx="402336" cy="402336"/>
          </a:xfrm>
          <a:prstGeom prst="rect">
            <a:avLst/>
          </a:prstGeom>
          <a:solidFill>
            <a:srgbClr val="C9DFF3"/>
          </a:solidFill>
          <a:ln w="9525">
            <a:solidFill>
              <a:srgbClr val="9CA3A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02060"/>
                </a:solidFill>
                <a:latin typeface="Calibri"/>
                <a:cs typeface="Calibri"/>
              </a:rPr>
              <a:t>16</a:t>
            </a:r>
          </a:p>
        </p:txBody>
      </p:sp>
      <p:sp>
        <p:nvSpPr>
          <p:cNvPr id="208" name="Text 9088">
            <a:extLst>
              <a:ext uri="{FF2B5EF4-FFF2-40B4-BE49-F238E27FC236}">
                <a16:creationId xmlns:a16="http://schemas.microsoft.com/office/drawing/2014/main" id="{717C3F7D-1437-1947-9163-DA53611A405D}"/>
              </a:ext>
            </a:extLst>
          </p:cNvPr>
          <p:cNvSpPr txBox="1"/>
          <p:nvPr/>
        </p:nvSpPr>
        <p:spPr>
          <a:xfrm>
            <a:off x="1901952" y="4562856"/>
            <a:ext cx="402336" cy="402336"/>
          </a:xfrm>
          <a:prstGeom prst="rect">
            <a:avLst/>
          </a:prstGeom>
          <a:solidFill>
            <a:srgbClr val="9CC3E8"/>
          </a:solidFill>
          <a:ln w="9525">
            <a:solidFill>
              <a:srgbClr val="9CA3A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02060"/>
                </a:solidFill>
                <a:latin typeface="Calibri"/>
                <a:cs typeface="Calibri"/>
              </a:rPr>
              <a:t>24</a:t>
            </a:r>
          </a:p>
        </p:txBody>
      </p:sp>
      <p:sp>
        <p:nvSpPr>
          <p:cNvPr id="210" name="Text 9089">
            <a:extLst>
              <a:ext uri="{FF2B5EF4-FFF2-40B4-BE49-F238E27FC236}">
                <a16:creationId xmlns:a16="http://schemas.microsoft.com/office/drawing/2014/main" id="{75E9B830-8E41-2ADA-86F9-43BD49C5C628}"/>
              </a:ext>
            </a:extLst>
          </p:cNvPr>
          <p:cNvSpPr txBox="1"/>
          <p:nvPr/>
        </p:nvSpPr>
        <p:spPr>
          <a:xfrm>
            <a:off x="2304288" y="4562856"/>
            <a:ext cx="402336" cy="402336"/>
          </a:xfrm>
          <a:prstGeom prst="rect">
            <a:avLst/>
          </a:prstGeom>
          <a:solidFill>
            <a:srgbClr val="C9DFF3"/>
          </a:solidFill>
          <a:ln w="9525">
            <a:solidFill>
              <a:srgbClr val="9CA3A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02060"/>
                </a:solidFill>
                <a:latin typeface="Calibri"/>
                <a:cs typeface="Calibri"/>
              </a:rPr>
              <a:t>16</a:t>
            </a:r>
          </a:p>
        </p:txBody>
      </p:sp>
      <p:sp>
        <p:nvSpPr>
          <p:cNvPr id="212" name="Text 9090">
            <a:extLst>
              <a:ext uri="{FF2B5EF4-FFF2-40B4-BE49-F238E27FC236}">
                <a16:creationId xmlns:a16="http://schemas.microsoft.com/office/drawing/2014/main" id="{A30B6F3E-0CD4-100F-0C35-1F7C0002FFB2}"/>
              </a:ext>
            </a:extLst>
          </p:cNvPr>
          <p:cNvSpPr txBox="1"/>
          <p:nvPr/>
        </p:nvSpPr>
        <p:spPr>
          <a:xfrm>
            <a:off x="2706624" y="4562856"/>
            <a:ext cx="402336" cy="402336"/>
          </a:xfrm>
          <a:prstGeom prst="rect">
            <a:avLst/>
          </a:prstGeom>
          <a:solidFill>
            <a:srgbClr val="F3F8FD"/>
          </a:solidFill>
          <a:ln w="9525">
            <a:solidFill>
              <a:srgbClr val="9CA3A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02060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14" name="Text 9091">
            <a:extLst>
              <a:ext uri="{FF2B5EF4-FFF2-40B4-BE49-F238E27FC236}">
                <a16:creationId xmlns:a16="http://schemas.microsoft.com/office/drawing/2014/main" id="{45803038-BF9E-957E-3C31-11BD1680B490}"/>
              </a:ext>
            </a:extLst>
          </p:cNvPr>
          <p:cNvSpPr txBox="1"/>
          <p:nvPr/>
        </p:nvSpPr>
        <p:spPr>
          <a:xfrm>
            <a:off x="1097280" y="4965192"/>
            <a:ext cx="402336" cy="402336"/>
          </a:xfrm>
          <a:prstGeom prst="rect">
            <a:avLst/>
          </a:prstGeom>
          <a:solidFill>
            <a:srgbClr val="F3F8FD"/>
          </a:solidFill>
          <a:ln w="9525">
            <a:solidFill>
              <a:srgbClr val="9CA3A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02060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216" name="Text 9092">
            <a:extLst>
              <a:ext uri="{FF2B5EF4-FFF2-40B4-BE49-F238E27FC236}">
                <a16:creationId xmlns:a16="http://schemas.microsoft.com/office/drawing/2014/main" id="{F670CBB7-25B1-0BBD-DF43-39CA70E0FF3C}"/>
              </a:ext>
            </a:extLst>
          </p:cNvPr>
          <p:cNvSpPr txBox="1"/>
          <p:nvPr/>
        </p:nvSpPr>
        <p:spPr>
          <a:xfrm>
            <a:off x="1499616" y="4965192"/>
            <a:ext cx="402336" cy="402336"/>
          </a:xfrm>
          <a:prstGeom prst="rect">
            <a:avLst/>
          </a:prstGeom>
          <a:solidFill>
            <a:srgbClr val="9CC3E8"/>
          </a:solidFill>
          <a:ln w="9525">
            <a:solidFill>
              <a:srgbClr val="9CA3A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02060"/>
                </a:solidFill>
                <a:latin typeface="Calibri"/>
                <a:cs typeface="Calibri"/>
              </a:rPr>
              <a:t>24</a:t>
            </a:r>
          </a:p>
        </p:txBody>
      </p:sp>
      <p:sp>
        <p:nvSpPr>
          <p:cNvPr id="218" name="Text 9093">
            <a:extLst>
              <a:ext uri="{FF2B5EF4-FFF2-40B4-BE49-F238E27FC236}">
                <a16:creationId xmlns:a16="http://schemas.microsoft.com/office/drawing/2014/main" id="{46C9CB32-D222-F949-4136-883F73D1B9DE}"/>
              </a:ext>
            </a:extLst>
          </p:cNvPr>
          <p:cNvSpPr txBox="1"/>
          <p:nvPr/>
        </p:nvSpPr>
        <p:spPr>
          <a:xfrm>
            <a:off x="1901952" y="4965192"/>
            <a:ext cx="402336" cy="402336"/>
          </a:xfrm>
          <a:prstGeom prst="rect">
            <a:avLst/>
          </a:prstGeom>
          <a:solidFill>
            <a:srgbClr val="0070C0"/>
          </a:solidFill>
          <a:ln w="9525">
            <a:solidFill>
              <a:srgbClr val="9CA3A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>36</a:t>
            </a:r>
          </a:p>
        </p:txBody>
      </p:sp>
      <p:sp>
        <p:nvSpPr>
          <p:cNvPr id="220" name="Text 9094">
            <a:extLst>
              <a:ext uri="{FF2B5EF4-FFF2-40B4-BE49-F238E27FC236}">
                <a16:creationId xmlns:a16="http://schemas.microsoft.com/office/drawing/2014/main" id="{51321D38-55D8-4B78-2647-78F26A3F9C67}"/>
              </a:ext>
            </a:extLst>
          </p:cNvPr>
          <p:cNvSpPr txBox="1"/>
          <p:nvPr/>
        </p:nvSpPr>
        <p:spPr>
          <a:xfrm>
            <a:off x="2304288" y="4965192"/>
            <a:ext cx="402336" cy="402336"/>
          </a:xfrm>
          <a:prstGeom prst="rect">
            <a:avLst/>
          </a:prstGeom>
          <a:solidFill>
            <a:srgbClr val="9CC3E8"/>
          </a:solidFill>
          <a:ln w="9525">
            <a:solidFill>
              <a:srgbClr val="9CA3A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02060"/>
                </a:solidFill>
                <a:latin typeface="Calibri"/>
                <a:cs typeface="Calibri"/>
              </a:rPr>
              <a:t>24</a:t>
            </a:r>
          </a:p>
        </p:txBody>
      </p:sp>
      <p:sp>
        <p:nvSpPr>
          <p:cNvPr id="222" name="Text 9095">
            <a:extLst>
              <a:ext uri="{FF2B5EF4-FFF2-40B4-BE49-F238E27FC236}">
                <a16:creationId xmlns:a16="http://schemas.microsoft.com/office/drawing/2014/main" id="{AA4D2097-23A1-9420-3A05-2D50C71944F0}"/>
              </a:ext>
            </a:extLst>
          </p:cNvPr>
          <p:cNvSpPr txBox="1"/>
          <p:nvPr/>
        </p:nvSpPr>
        <p:spPr>
          <a:xfrm>
            <a:off x="2706624" y="4965192"/>
            <a:ext cx="402336" cy="402336"/>
          </a:xfrm>
          <a:prstGeom prst="rect">
            <a:avLst/>
          </a:prstGeom>
          <a:solidFill>
            <a:srgbClr val="F3F8FD"/>
          </a:solidFill>
          <a:ln w="9525">
            <a:solidFill>
              <a:srgbClr val="9CA3A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02060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224" name="Text 9096">
            <a:extLst>
              <a:ext uri="{FF2B5EF4-FFF2-40B4-BE49-F238E27FC236}">
                <a16:creationId xmlns:a16="http://schemas.microsoft.com/office/drawing/2014/main" id="{8D7F88F8-9D03-6C9E-4778-6E79F13CE3A1}"/>
              </a:ext>
            </a:extLst>
          </p:cNvPr>
          <p:cNvSpPr txBox="1"/>
          <p:nvPr/>
        </p:nvSpPr>
        <p:spPr>
          <a:xfrm>
            <a:off x="1097280" y="5367528"/>
            <a:ext cx="402336" cy="402336"/>
          </a:xfrm>
          <a:prstGeom prst="rect">
            <a:avLst/>
          </a:prstGeom>
          <a:solidFill>
            <a:srgbClr val="F3F8FD"/>
          </a:solidFill>
          <a:ln w="9525">
            <a:solidFill>
              <a:srgbClr val="9CA3A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02060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26" name="Text 9097">
            <a:extLst>
              <a:ext uri="{FF2B5EF4-FFF2-40B4-BE49-F238E27FC236}">
                <a16:creationId xmlns:a16="http://schemas.microsoft.com/office/drawing/2014/main" id="{67266363-CEC1-EC32-9497-3DBF77C9FDC5}"/>
              </a:ext>
            </a:extLst>
          </p:cNvPr>
          <p:cNvSpPr txBox="1"/>
          <p:nvPr/>
        </p:nvSpPr>
        <p:spPr>
          <a:xfrm>
            <a:off x="1499616" y="5367528"/>
            <a:ext cx="402336" cy="402336"/>
          </a:xfrm>
          <a:prstGeom prst="rect">
            <a:avLst/>
          </a:prstGeom>
          <a:solidFill>
            <a:srgbClr val="C9DFF3"/>
          </a:solidFill>
          <a:ln w="9525">
            <a:solidFill>
              <a:srgbClr val="9CA3A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02060"/>
                </a:solidFill>
                <a:latin typeface="Calibri"/>
                <a:cs typeface="Calibri"/>
              </a:rPr>
              <a:t>16</a:t>
            </a:r>
          </a:p>
        </p:txBody>
      </p:sp>
      <p:sp>
        <p:nvSpPr>
          <p:cNvPr id="228" name="Text 9098">
            <a:extLst>
              <a:ext uri="{FF2B5EF4-FFF2-40B4-BE49-F238E27FC236}">
                <a16:creationId xmlns:a16="http://schemas.microsoft.com/office/drawing/2014/main" id="{60901A51-37B2-F2CF-79DA-7733EAF5A12B}"/>
              </a:ext>
            </a:extLst>
          </p:cNvPr>
          <p:cNvSpPr txBox="1"/>
          <p:nvPr/>
        </p:nvSpPr>
        <p:spPr>
          <a:xfrm>
            <a:off x="1901952" y="5367528"/>
            <a:ext cx="402336" cy="402336"/>
          </a:xfrm>
          <a:prstGeom prst="rect">
            <a:avLst/>
          </a:prstGeom>
          <a:solidFill>
            <a:srgbClr val="9CC3E8"/>
          </a:solidFill>
          <a:ln w="9525">
            <a:solidFill>
              <a:srgbClr val="9CA3A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02060"/>
                </a:solidFill>
                <a:latin typeface="Calibri"/>
                <a:cs typeface="Calibri"/>
              </a:rPr>
              <a:t>24</a:t>
            </a:r>
          </a:p>
        </p:txBody>
      </p:sp>
      <p:sp>
        <p:nvSpPr>
          <p:cNvPr id="230" name="Text 9099">
            <a:extLst>
              <a:ext uri="{FF2B5EF4-FFF2-40B4-BE49-F238E27FC236}">
                <a16:creationId xmlns:a16="http://schemas.microsoft.com/office/drawing/2014/main" id="{B319D673-2E98-AF02-2561-628FFAD8129B}"/>
              </a:ext>
            </a:extLst>
          </p:cNvPr>
          <p:cNvSpPr txBox="1"/>
          <p:nvPr/>
        </p:nvSpPr>
        <p:spPr>
          <a:xfrm>
            <a:off x="2304288" y="5367528"/>
            <a:ext cx="402336" cy="402336"/>
          </a:xfrm>
          <a:prstGeom prst="rect">
            <a:avLst/>
          </a:prstGeom>
          <a:solidFill>
            <a:srgbClr val="C9DFF3"/>
          </a:solidFill>
          <a:ln w="9525">
            <a:solidFill>
              <a:srgbClr val="9CA3A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02060"/>
                </a:solidFill>
                <a:latin typeface="Calibri"/>
                <a:cs typeface="Calibri"/>
              </a:rPr>
              <a:t>16</a:t>
            </a:r>
          </a:p>
        </p:txBody>
      </p:sp>
      <p:sp>
        <p:nvSpPr>
          <p:cNvPr id="232" name="Text 9100">
            <a:extLst>
              <a:ext uri="{FF2B5EF4-FFF2-40B4-BE49-F238E27FC236}">
                <a16:creationId xmlns:a16="http://schemas.microsoft.com/office/drawing/2014/main" id="{12114ABC-6AEC-35DF-20C3-CACD08A95871}"/>
              </a:ext>
            </a:extLst>
          </p:cNvPr>
          <p:cNvSpPr txBox="1"/>
          <p:nvPr/>
        </p:nvSpPr>
        <p:spPr>
          <a:xfrm>
            <a:off x="2706624" y="5367528"/>
            <a:ext cx="402336" cy="402336"/>
          </a:xfrm>
          <a:prstGeom prst="rect">
            <a:avLst/>
          </a:prstGeom>
          <a:solidFill>
            <a:srgbClr val="F3F8FD"/>
          </a:solidFill>
          <a:ln w="9525">
            <a:solidFill>
              <a:srgbClr val="9CA3A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02060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34" name="Text 9101">
            <a:extLst>
              <a:ext uri="{FF2B5EF4-FFF2-40B4-BE49-F238E27FC236}">
                <a16:creationId xmlns:a16="http://schemas.microsoft.com/office/drawing/2014/main" id="{C30D0368-08F1-F7B5-1719-2A5317CBC823}"/>
              </a:ext>
            </a:extLst>
          </p:cNvPr>
          <p:cNvSpPr txBox="1"/>
          <p:nvPr/>
        </p:nvSpPr>
        <p:spPr>
          <a:xfrm>
            <a:off x="1097280" y="5769864"/>
            <a:ext cx="402336" cy="402336"/>
          </a:xfrm>
          <a:prstGeom prst="rect">
            <a:avLst/>
          </a:prstGeom>
          <a:solidFill>
            <a:srgbClr val="F3F8FD"/>
          </a:solidFill>
          <a:ln w="9525">
            <a:solidFill>
              <a:srgbClr val="9CA3A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02060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36" name="Text 9102">
            <a:extLst>
              <a:ext uri="{FF2B5EF4-FFF2-40B4-BE49-F238E27FC236}">
                <a16:creationId xmlns:a16="http://schemas.microsoft.com/office/drawing/2014/main" id="{F1EA7C95-F1BE-CB2A-5BB7-715B4AB0FF61}"/>
              </a:ext>
            </a:extLst>
          </p:cNvPr>
          <p:cNvSpPr txBox="1"/>
          <p:nvPr/>
        </p:nvSpPr>
        <p:spPr>
          <a:xfrm>
            <a:off x="1499616" y="5769864"/>
            <a:ext cx="402336" cy="402336"/>
          </a:xfrm>
          <a:prstGeom prst="rect">
            <a:avLst/>
          </a:prstGeom>
          <a:solidFill>
            <a:srgbClr val="F3F8FD"/>
          </a:solidFill>
          <a:ln w="9525">
            <a:solidFill>
              <a:srgbClr val="9CA3A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02060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38" name="Text 9103">
            <a:extLst>
              <a:ext uri="{FF2B5EF4-FFF2-40B4-BE49-F238E27FC236}">
                <a16:creationId xmlns:a16="http://schemas.microsoft.com/office/drawing/2014/main" id="{8DF371AB-54BA-7E6E-B8F1-0E6BB6731588}"/>
              </a:ext>
            </a:extLst>
          </p:cNvPr>
          <p:cNvSpPr txBox="1"/>
          <p:nvPr/>
        </p:nvSpPr>
        <p:spPr>
          <a:xfrm>
            <a:off x="1901952" y="5769864"/>
            <a:ext cx="402336" cy="402336"/>
          </a:xfrm>
          <a:prstGeom prst="rect">
            <a:avLst/>
          </a:prstGeom>
          <a:solidFill>
            <a:srgbClr val="F3F8FD"/>
          </a:solidFill>
          <a:ln w="9525">
            <a:solidFill>
              <a:srgbClr val="9CA3A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02060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240" name="Text 9104">
            <a:extLst>
              <a:ext uri="{FF2B5EF4-FFF2-40B4-BE49-F238E27FC236}">
                <a16:creationId xmlns:a16="http://schemas.microsoft.com/office/drawing/2014/main" id="{F098B5D2-3346-AD8E-79EF-E451A6A8DF7C}"/>
              </a:ext>
            </a:extLst>
          </p:cNvPr>
          <p:cNvSpPr txBox="1"/>
          <p:nvPr/>
        </p:nvSpPr>
        <p:spPr>
          <a:xfrm>
            <a:off x="2304288" y="5769864"/>
            <a:ext cx="402336" cy="402336"/>
          </a:xfrm>
          <a:prstGeom prst="rect">
            <a:avLst/>
          </a:prstGeom>
          <a:solidFill>
            <a:srgbClr val="F3F8FD"/>
          </a:solidFill>
          <a:ln w="9525">
            <a:solidFill>
              <a:srgbClr val="9CA3A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02060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42" name="Text 9105">
            <a:extLst>
              <a:ext uri="{FF2B5EF4-FFF2-40B4-BE49-F238E27FC236}">
                <a16:creationId xmlns:a16="http://schemas.microsoft.com/office/drawing/2014/main" id="{B917B9BC-5C7A-FE5B-5057-BDF9A08EF62A}"/>
              </a:ext>
            </a:extLst>
          </p:cNvPr>
          <p:cNvSpPr txBox="1"/>
          <p:nvPr/>
        </p:nvSpPr>
        <p:spPr>
          <a:xfrm>
            <a:off x="2706624" y="5769864"/>
            <a:ext cx="402336" cy="402336"/>
          </a:xfrm>
          <a:prstGeom prst="rect">
            <a:avLst/>
          </a:prstGeom>
          <a:solidFill>
            <a:srgbClr val="F3F8FD"/>
          </a:solidFill>
          <a:ln w="9525">
            <a:solidFill>
              <a:srgbClr val="9CA3A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02060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44" name="Parallelogram 41">
            <a:extLst>
              <a:ext uri="{FF2B5EF4-FFF2-40B4-BE49-F238E27FC236}">
                <a16:creationId xmlns:a16="http://schemas.microsoft.com/office/drawing/2014/main" id="{26FCEFCA-9D88-873C-0B95-9BB502BF940C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26/33</a:t>
            </a:r>
          </a:p>
        </p:txBody>
      </p:sp>
    </p:spTree>
    <p:extLst>
      <p:ext uri="{BB962C8B-B14F-4D97-AF65-F5344CB8AC3E}">
        <p14:creationId xmlns:p14="http://schemas.microsoft.com/office/powerpoint/2010/main" val="36403460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F1E7B-B009-4FC5-ADE8-2CDB60379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1D56334-F352-6025-6261-CDC80E34FE50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BAE16381-32D1-8667-1FAF-C3AB711550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A86A2A8-73A0-4AA9-4975-3B6EC3DA3C51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310152" cy="52366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A5374ED-5C1C-9459-8430-3998610FE1D8}"/>
              </a:ext>
            </a:extLst>
          </p:cNvPr>
          <p:cNvSpPr txBox="1"/>
          <p:nvPr/>
        </p:nvSpPr>
        <p:spPr>
          <a:xfrm>
            <a:off x="550276" y="364476"/>
            <a:ext cx="7710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Laplacian sharpening for lunar surface detail</a:t>
            </a:r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D475CF62-E1B7-BA7A-2B28-849F153E77D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sp>
        <p:nvSpPr>
          <p:cNvPr id="59" name="Text 9">
            <a:extLst>
              <a:ext uri="{FF2B5EF4-FFF2-40B4-BE49-F238E27FC236}">
                <a16:creationId xmlns:a16="http://schemas.microsoft.com/office/drawing/2014/main" id="{9CCF40C2-2F81-3C21-690D-3220B4008871}"/>
              </a:ext>
            </a:extLst>
          </p:cNvPr>
          <p:cNvSpPr txBox="1"/>
          <p:nvPr/>
        </p:nvSpPr>
        <p:spPr>
          <a:xfrm>
            <a:off x="5839925" y="53309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B5BE9D5-BFC4-16E8-562D-B363950C79EF}"/>
              </a:ext>
            </a:extLst>
          </p:cNvPr>
          <p:cNvSpPr/>
          <p:nvPr/>
        </p:nvSpPr>
        <p:spPr>
          <a:xfrm>
            <a:off x="4588349" y="1845711"/>
            <a:ext cx="7156808" cy="44044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US" sz="1600" b="1" dirty="0"/>
              <a:t>CONTEXT:</a:t>
            </a:r>
            <a:r>
              <a:rPr lang="en-US" sz="1600" dirty="0"/>
              <a:t> Low-contrast lunar surface image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EDD99AB-7AE6-4810-51E4-5D95F4C893C8}"/>
              </a:ext>
            </a:extLst>
          </p:cNvPr>
          <p:cNvSpPr/>
          <p:nvPr/>
        </p:nvSpPr>
        <p:spPr>
          <a:xfrm>
            <a:off x="4588349" y="2421627"/>
            <a:ext cx="7156808" cy="44044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US" sz="1600" b="1" dirty="0"/>
              <a:t>IMAGE CONDITION:</a:t>
            </a:r>
            <a:r>
              <a:rPr lang="en-US" sz="1600" dirty="0"/>
              <a:t> Small intensity differences make fine structures difficult to see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9173FDE-C229-6895-4ACC-3A7CC413FC6A}"/>
              </a:ext>
            </a:extLst>
          </p:cNvPr>
          <p:cNvSpPr/>
          <p:nvPr/>
        </p:nvSpPr>
        <p:spPr>
          <a:xfrm>
            <a:off x="4588349" y="3000252"/>
            <a:ext cx="7156808" cy="44044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US" sz="1600" b="1" dirty="0"/>
              <a:t>EFFECT:</a:t>
            </a:r>
            <a:r>
              <a:rPr lang="en-US" sz="1600" dirty="0"/>
              <a:t> Crater rims and ridges have weak edge contrast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FF864F5-F536-2509-BF40-48E0952BD869}"/>
              </a:ext>
            </a:extLst>
          </p:cNvPr>
          <p:cNvSpPr/>
          <p:nvPr/>
        </p:nvSpPr>
        <p:spPr>
          <a:xfrm>
            <a:off x="4588349" y="3559419"/>
            <a:ext cx="7156808" cy="44044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US" sz="1600" b="1" dirty="0"/>
              <a:t>OBJECTIVE:</a:t>
            </a:r>
            <a:r>
              <a:rPr lang="en-US" sz="1600" dirty="0"/>
              <a:t> Enhance fine detail while limiting noise amplification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C68CCF5-D6F6-3775-EB75-965B7818E062}"/>
              </a:ext>
            </a:extLst>
          </p:cNvPr>
          <p:cNvSpPr/>
          <p:nvPr/>
        </p:nvSpPr>
        <p:spPr>
          <a:xfrm>
            <a:off x="5416469" y="4331340"/>
            <a:ext cx="5500567" cy="44044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r>
              <a:rPr lang="en-US" sz="1600" dirty="0"/>
              <a:t>Sharpening emphasizes rapid spatial changes in intensity.</a:t>
            </a:r>
          </a:p>
        </p:txBody>
      </p:sp>
      <p:pic>
        <p:nvPicPr>
          <p:cNvPr id="3" name="Image 0" descr="fig/c3_moon.png">
            <a:extLst>
              <a:ext uri="{FF2B5EF4-FFF2-40B4-BE49-F238E27FC236}">
                <a16:creationId xmlns:a16="http://schemas.microsoft.com/office/drawing/2014/main" id="{2427F503-A8D0-FFE5-0633-8D8714C6E90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333" r="7333"/>
          <a:stretch/>
        </p:blipFill>
        <p:spPr>
          <a:xfrm>
            <a:off x="431462" y="1257133"/>
            <a:ext cx="3916800" cy="4590000"/>
          </a:xfrm>
          <a:prstGeom prst="rect">
            <a:avLst/>
          </a:prstGeom>
        </p:spPr>
      </p:pic>
      <p:sp>
        <p:nvSpPr>
          <p:cNvPr id="10" name="Shape 0">
            <a:extLst>
              <a:ext uri="{FF2B5EF4-FFF2-40B4-BE49-F238E27FC236}">
                <a16:creationId xmlns:a16="http://schemas.microsoft.com/office/drawing/2014/main" id="{17B6CBBD-CA5C-5130-EF1A-19851E020477}"/>
              </a:ext>
            </a:extLst>
          </p:cNvPr>
          <p:cNvSpPr/>
          <p:nvPr/>
        </p:nvSpPr>
        <p:spPr>
          <a:xfrm>
            <a:off x="4588349" y="1257133"/>
            <a:ext cx="1470660" cy="411480"/>
          </a:xfrm>
          <a:prstGeom prst="roundRect">
            <a:avLst>
              <a:gd name="adj" fmla="val 22222"/>
            </a:avLst>
          </a:prstGeom>
          <a:solidFill>
            <a:srgbClr val="002060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08FD84C8-F098-FAA9-1FFC-5342F067FCB7}"/>
              </a:ext>
            </a:extLst>
          </p:cNvPr>
          <p:cNvSpPr txBox="1"/>
          <p:nvPr/>
        </p:nvSpPr>
        <p:spPr>
          <a:xfrm>
            <a:off x="4736384" y="1238382"/>
            <a:ext cx="1174589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03</a:t>
            </a:r>
            <a:endParaRPr lang="en-US" sz="15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F48EC9-3DB3-23BC-7EDF-6801DB6E1C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9" name="Parallelogram 41">
            <a:extLst>
              <a:ext uri="{FF2B5EF4-FFF2-40B4-BE49-F238E27FC236}">
                <a16:creationId xmlns:a16="http://schemas.microsoft.com/office/drawing/2014/main" id="{451DCA3D-A8AD-E2CE-FE9C-D488093273CD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27/33</a:t>
            </a:r>
          </a:p>
        </p:txBody>
      </p:sp>
    </p:spTree>
    <p:extLst>
      <p:ext uri="{BB962C8B-B14F-4D97-AF65-F5344CB8AC3E}">
        <p14:creationId xmlns:p14="http://schemas.microsoft.com/office/powerpoint/2010/main" val="19778469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B21A2-FFDB-0888-8C45-E5215E271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6ACE96D-863F-1ADE-8CA3-20F4080D14F1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7A351D05-F6B6-195D-B917-E1E4C813D6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4966946-C4E3-349E-1949-A700FAFC8092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310152" cy="52366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A4227BC-64C0-522B-5712-4FB3BEA9A571}"/>
              </a:ext>
            </a:extLst>
          </p:cNvPr>
          <p:cNvSpPr txBox="1"/>
          <p:nvPr/>
        </p:nvSpPr>
        <p:spPr>
          <a:xfrm>
            <a:off x="550276" y="364476"/>
            <a:ext cx="37609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Laplacian sharpening</a:t>
            </a:r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999AFCA9-48D1-6E23-5C8E-4407B6C986B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pic>
        <p:nvPicPr>
          <p:cNvPr id="108" name="Image 0" descr="fig/c3_moon.png">
            <a:extLst>
              <a:ext uri="{FF2B5EF4-FFF2-40B4-BE49-F238E27FC236}">
                <a16:creationId xmlns:a16="http://schemas.microsoft.com/office/drawing/2014/main" id="{41730A9A-68BD-9C9E-0BB4-F48C0632FD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508760"/>
            <a:ext cx="3566160" cy="3566160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 3">
                <a:extLst>
                  <a:ext uri="{FF2B5EF4-FFF2-40B4-BE49-F238E27FC236}">
                    <a16:creationId xmlns:a16="http://schemas.microsoft.com/office/drawing/2014/main" id="{9F2C5740-D17B-677B-55DB-28454DDB18A1}"/>
                  </a:ext>
                </a:extLst>
              </p:cNvPr>
              <p:cNvSpPr txBox="1"/>
              <p:nvPr/>
            </p:nvSpPr>
            <p:spPr>
              <a:xfrm>
                <a:off x="457200" y="5303520"/>
                <a:ext cx="356616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:r>
                  <a:rPr lang="en-US" sz="1700" b="1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Original Image </a:t>
                </a:r>
                <a14:m>
                  <m:oMath xmlns:m="http://schemas.openxmlformats.org/officeDocument/2006/math">
                    <m:r>
                      <a:rPr lang="en-US" sz="1700" b="1" i="1" smtClean="0"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𝒇</m:t>
                    </m:r>
                  </m:oMath>
                </a14:m>
                <a:endParaRPr lang="en-US" sz="1700" dirty="0"/>
              </a:p>
            </p:txBody>
          </p:sp>
        </mc:Choice>
        <mc:Fallback xmlns="">
          <p:sp>
            <p:nvSpPr>
              <p:cNvPr id="110" name="Text 3">
                <a:extLst>
                  <a:ext uri="{FF2B5EF4-FFF2-40B4-BE49-F238E27FC236}">
                    <a16:creationId xmlns:a16="http://schemas.microsoft.com/office/drawing/2014/main" id="{9F2C5740-D17B-677B-55DB-28454DDB1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303520"/>
                <a:ext cx="3566160" cy="365760"/>
              </a:xfrm>
              <a:prstGeom prst="rect">
                <a:avLst/>
              </a:prstGeom>
              <a:blipFill>
                <a:blip r:embed="rId5"/>
                <a:stretch>
                  <a:fillRect t="-18333" b="-500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2" name="Image 1" descr="fig/c3_lap.png">
            <a:extLst>
              <a:ext uri="{FF2B5EF4-FFF2-40B4-BE49-F238E27FC236}">
                <a16:creationId xmlns:a16="http://schemas.microsoft.com/office/drawing/2014/main" id="{B8084ABA-1371-7D42-69BF-64A6C86943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2920" y="1508760"/>
            <a:ext cx="3566160" cy="3566160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 4">
                <a:extLst>
                  <a:ext uri="{FF2B5EF4-FFF2-40B4-BE49-F238E27FC236}">
                    <a16:creationId xmlns:a16="http://schemas.microsoft.com/office/drawing/2014/main" id="{17B89F7B-685C-AF21-4321-B9327002AFB8}"/>
                  </a:ext>
                </a:extLst>
              </p:cNvPr>
              <p:cNvSpPr txBox="1"/>
              <p:nvPr/>
            </p:nvSpPr>
            <p:spPr>
              <a:xfrm>
                <a:off x="4297680" y="5303520"/>
                <a:ext cx="356616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:r>
                  <a:rPr lang="en-US" sz="1700" b="1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Laplacian Magnitude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7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itchFamily="34" charset="-12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7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itchFamily="34" charset="-120"/>
                              </a:rPr>
                            </m:ctrlPr>
                          </m:sSupPr>
                          <m:e>
                            <m:r>
                              <a:rPr lang="en-US" sz="17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itchFamily="34" charset="-120"/>
                              </a:rPr>
                              <m:t>𝛁</m:t>
                            </m:r>
                          </m:e>
                          <m:sup>
                            <m:r>
                              <a:rPr lang="en-US" sz="1700" b="1" i="1" smtClean="0">
                                <a:latin typeface="Cambria Math" panose="02040503050406030204" pitchFamily="18" charset="0"/>
                                <a:cs typeface="Calibri" pitchFamily="34" charset="-120"/>
                              </a:rPr>
                              <m:t>𝟐</m:t>
                            </m:r>
                          </m:sup>
                        </m:sSup>
                        <m:r>
                          <a:rPr lang="en-US" sz="1700" b="1" i="1" smtClean="0">
                            <a:latin typeface="Cambria Math" panose="02040503050406030204" pitchFamily="18" charset="0"/>
                            <a:cs typeface="Calibri" pitchFamily="34" charset="-120"/>
                          </a:rPr>
                          <m:t>𝒇</m:t>
                        </m:r>
                      </m:e>
                    </m:d>
                  </m:oMath>
                </a14:m>
                <a:endParaRPr lang="en-US" sz="1700" dirty="0"/>
              </a:p>
            </p:txBody>
          </p:sp>
        </mc:Choice>
        <mc:Fallback xmlns="">
          <p:sp>
            <p:nvSpPr>
              <p:cNvPr id="114" name="Text 4">
                <a:extLst>
                  <a:ext uri="{FF2B5EF4-FFF2-40B4-BE49-F238E27FC236}">
                    <a16:creationId xmlns:a16="http://schemas.microsoft.com/office/drawing/2014/main" id="{17B89F7B-685C-AF21-4321-B9327002A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7680" y="5303520"/>
                <a:ext cx="3566160" cy="365760"/>
              </a:xfrm>
              <a:prstGeom prst="rect">
                <a:avLst/>
              </a:prstGeom>
              <a:blipFill>
                <a:blip r:embed="rId7"/>
                <a:stretch>
                  <a:fillRect t="-11667" b="-1166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6" name="Image 2" descr="fig/c3_sharp.png">
            <a:extLst>
              <a:ext uri="{FF2B5EF4-FFF2-40B4-BE49-F238E27FC236}">
                <a16:creationId xmlns:a16="http://schemas.microsoft.com/office/drawing/2014/main" id="{2270FA3B-9BB7-D5F3-C90B-A796249E8F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8640" y="1508760"/>
            <a:ext cx="3566160" cy="3566160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 5">
                <a:extLst>
                  <a:ext uri="{FF2B5EF4-FFF2-40B4-BE49-F238E27FC236}">
                    <a16:creationId xmlns:a16="http://schemas.microsoft.com/office/drawing/2014/main" id="{4D97FB5D-EB15-F267-948B-2ACC62A98450}"/>
                  </a:ext>
                </a:extLst>
              </p:cNvPr>
              <p:cNvSpPr txBox="1"/>
              <p:nvPr/>
            </p:nvSpPr>
            <p:spPr>
              <a:xfrm>
                <a:off x="8138160" y="5303520"/>
                <a:ext cx="356616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:r>
                  <a:rPr lang="en-US" sz="1700" b="1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Sharpened Image </a:t>
                </a:r>
                <a14:m>
                  <m:oMath xmlns:m="http://schemas.openxmlformats.org/officeDocument/2006/math">
                    <m:r>
                      <a:rPr lang="en-US" sz="1700" b="1" i="1" smtClean="0"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𝒈</m:t>
                    </m:r>
                  </m:oMath>
                </a14:m>
                <a:endParaRPr lang="en-US" sz="1700" dirty="0"/>
              </a:p>
            </p:txBody>
          </p:sp>
        </mc:Choice>
        <mc:Fallback xmlns="">
          <p:sp>
            <p:nvSpPr>
              <p:cNvPr id="118" name="Text 5">
                <a:extLst>
                  <a:ext uri="{FF2B5EF4-FFF2-40B4-BE49-F238E27FC236}">
                    <a16:creationId xmlns:a16="http://schemas.microsoft.com/office/drawing/2014/main" id="{4D97FB5D-EB15-F267-948B-2ACC62A984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8160" y="5303520"/>
                <a:ext cx="3566160" cy="365760"/>
              </a:xfrm>
              <a:prstGeom prst="rect">
                <a:avLst/>
              </a:prstGeom>
              <a:blipFill>
                <a:blip r:embed="rId9"/>
                <a:stretch>
                  <a:fillRect t="-18333" b="-500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5" name="Picture 134">
            <a:extLst>
              <a:ext uri="{FF2B5EF4-FFF2-40B4-BE49-F238E27FC236}">
                <a16:creationId xmlns:a16="http://schemas.microsoft.com/office/drawing/2014/main" id="{E6A3D528-A038-FD36-1D2B-57EF7772EF4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139" name="Parallelogram 41">
            <a:extLst>
              <a:ext uri="{FF2B5EF4-FFF2-40B4-BE49-F238E27FC236}">
                <a16:creationId xmlns:a16="http://schemas.microsoft.com/office/drawing/2014/main" id="{2BDC0BFA-5056-991B-5E16-39332D9850A3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28/33</a:t>
            </a:r>
          </a:p>
        </p:txBody>
      </p:sp>
    </p:spTree>
    <p:extLst>
      <p:ext uri="{BB962C8B-B14F-4D97-AF65-F5344CB8AC3E}">
        <p14:creationId xmlns:p14="http://schemas.microsoft.com/office/powerpoint/2010/main" val="26491925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5CB35-9123-028B-CDA1-D7F316098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9C5BE40-07F7-5B52-C198-A726D1C92B13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EBBDB2D0-5174-3738-F552-FD7BE50A82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29A5468-F904-F5DB-B7AB-CDC8C8F02B5C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310152" cy="52366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DFFA167-9412-34E3-A9A2-FE1E54330572}"/>
              </a:ext>
            </a:extLst>
          </p:cNvPr>
          <p:cNvSpPr txBox="1"/>
          <p:nvPr/>
        </p:nvSpPr>
        <p:spPr>
          <a:xfrm>
            <a:off x="550276" y="364476"/>
            <a:ext cx="79759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How the Laplacian responds to a blurred edge</a:t>
            </a:r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A44E89F1-C6AA-3953-B3DB-401C3736DEE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graphicFrame>
        <p:nvGraphicFramePr>
          <p:cNvPr id="5" name="Chart 0">
            <a:extLst>
              <a:ext uri="{FF2B5EF4-FFF2-40B4-BE49-F238E27FC236}">
                <a16:creationId xmlns:a16="http://schemas.microsoft.com/office/drawing/2014/main" id="{0368D94F-BD47-1C0B-BBB4-073AE2FF0C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9748409"/>
              </p:ext>
            </p:extLst>
          </p:nvPr>
        </p:nvGraphicFramePr>
        <p:xfrm>
          <a:off x="365760" y="1534026"/>
          <a:ext cx="539496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hart 1">
            <a:extLst>
              <a:ext uri="{FF2B5EF4-FFF2-40B4-BE49-F238E27FC236}">
                <a16:creationId xmlns:a16="http://schemas.microsoft.com/office/drawing/2014/main" id="{3D556E2B-3980-78F3-A619-E91113491D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7671319"/>
              </p:ext>
            </p:extLst>
          </p:nvPr>
        </p:nvGraphicFramePr>
        <p:xfrm>
          <a:off x="6350197" y="1534026"/>
          <a:ext cx="539496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Shape 0">
                <a:extLst>
                  <a:ext uri="{FF2B5EF4-FFF2-40B4-BE49-F238E27FC236}">
                    <a16:creationId xmlns:a16="http://schemas.microsoft.com/office/drawing/2014/main" id="{729F0478-5E03-138C-F75C-3193E65BD666}"/>
                  </a:ext>
                </a:extLst>
              </p:cNvPr>
              <p:cNvSpPr/>
              <p:nvPr/>
            </p:nvSpPr>
            <p:spPr>
              <a:xfrm>
                <a:off x="1211580" y="1074523"/>
                <a:ext cx="3690000" cy="366601"/>
              </a:xfrm>
              <a:prstGeom prst="roundRect">
                <a:avLst>
                  <a:gd name="adj" fmla="val 22222"/>
                </a:avLst>
              </a:prstGeom>
              <a:solidFill>
                <a:srgbClr val="002060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pPr algn="ctr"/>
                <a:r>
                  <a:rPr lang="en-US" sz="1600" b="1" dirty="0">
                    <a:solidFill>
                      <a:schemeClr val="bg1"/>
                    </a:solidFill>
                  </a:rPr>
                  <a:t>Blurred Edge Intensity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16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6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Shape 0">
                <a:extLst>
                  <a:ext uri="{FF2B5EF4-FFF2-40B4-BE49-F238E27FC236}">
                    <a16:creationId xmlns:a16="http://schemas.microsoft.com/office/drawing/2014/main" id="{729F0478-5E03-138C-F75C-3193E65BD6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1580" y="1074523"/>
                <a:ext cx="3690000" cy="366601"/>
              </a:xfrm>
              <a:prstGeom prst="roundRect">
                <a:avLst>
                  <a:gd name="adj" fmla="val 22222"/>
                </a:avLst>
              </a:prstGeom>
              <a:blipFill>
                <a:blip r:embed="rId6"/>
                <a:stretch>
                  <a:fillRect b="-20000"/>
                </a:stretch>
              </a:blipFill>
              <a:ln w="12700">
                <a:noFill/>
                <a:prstDash val="soli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Shape 0">
            <a:extLst>
              <a:ext uri="{FF2B5EF4-FFF2-40B4-BE49-F238E27FC236}">
                <a16:creationId xmlns:a16="http://schemas.microsoft.com/office/drawing/2014/main" id="{486012E8-7F3F-EA4A-5BD8-0DB8EBAE2F6C}"/>
              </a:ext>
            </a:extLst>
          </p:cNvPr>
          <p:cNvSpPr/>
          <p:nvPr/>
        </p:nvSpPr>
        <p:spPr>
          <a:xfrm>
            <a:off x="7146350" y="1074522"/>
            <a:ext cx="3689290" cy="366601"/>
          </a:xfrm>
          <a:prstGeom prst="roundRect">
            <a:avLst>
              <a:gd name="adj" fmla="val 22222"/>
            </a:avLst>
          </a:prstGeom>
          <a:solidFill>
            <a:srgbClr val="002060"/>
          </a:solidFill>
          <a:ln w="12700">
            <a:noFill/>
            <a:prstDash val="solid"/>
          </a:ln>
        </p:spPr>
        <p:txBody>
          <a:bodyPr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First and Second Derivatives</a:t>
            </a:r>
          </a:p>
        </p:txBody>
      </p:sp>
      <p:sp>
        <p:nvSpPr>
          <p:cNvPr id="39" name="Shape 5">
            <a:extLst>
              <a:ext uri="{FF2B5EF4-FFF2-40B4-BE49-F238E27FC236}">
                <a16:creationId xmlns:a16="http://schemas.microsoft.com/office/drawing/2014/main" id="{AFD61B71-B0DD-9A83-7245-EEE69410AB71}"/>
              </a:ext>
            </a:extLst>
          </p:cNvPr>
          <p:cNvSpPr/>
          <p:nvPr/>
        </p:nvSpPr>
        <p:spPr>
          <a:xfrm>
            <a:off x="624840" y="4366425"/>
            <a:ext cx="5029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6">
            <a:extLst>
              <a:ext uri="{FF2B5EF4-FFF2-40B4-BE49-F238E27FC236}">
                <a16:creationId xmlns:a16="http://schemas.microsoft.com/office/drawing/2014/main" id="{BA2D9CEF-331E-D849-0ADD-56A8B24E766C}"/>
              </a:ext>
            </a:extLst>
          </p:cNvPr>
          <p:cNvSpPr txBox="1"/>
          <p:nvPr/>
        </p:nvSpPr>
        <p:spPr>
          <a:xfrm>
            <a:off x="624840" y="436642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47" name="Shape 7">
            <a:extLst>
              <a:ext uri="{FF2B5EF4-FFF2-40B4-BE49-F238E27FC236}">
                <a16:creationId xmlns:a16="http://schemas.microsoft.com/office/drawing/2014/main" id="{D8CE0B47-AA3F-6AB8-D9E6-AF0B5BC8EF75}"/>
              </a:ext>
            </a:extLst>
          </p:cNvPr>
          <p:cNvSpPr/>
          <p:nvPr/>
        </p:nvSpPr>
        <p:spPr>
          <a:xfrm>
            <a:off x="1127760" y="4366425"/>
            <a:ext cx="502920" cy="502920"/>
          </a:xfrm>
          <a:prstGeom prst="rect">
            <a:avLst/>
          </a:prstGeom>
          <a:solidFill>
            <a:srgbClr val="E1F4F1"/>
          </a:solidFill>
          <a:ln w="9525">
            <a:solidFill>
              <a:srgbClr val="D5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8">
            <a:extLst>
              <a:ext uri="{FF2B5EF4-FFF2-40B4-BE49-F238E27FC236}">
                <a16:creationId xmlns:a16="http://schemas.microsoft.com/office/drawing/2014/main" id="{E947D71B-8C15-F5E5-6D7A-37C7562AEF52}"/>
              </a:ext>
            </a:extLst>
          </p:cNvPr>
          <p:cNvSpPr txBox="1"/>
          <p:nvPr/>
        </p:nvSpPr>
        <p:spPr>
          <a:xfrm>
            <a:off x="1127760" y="436642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5" name="Shape 9">
            <a:extLst>
              <a:ext uri="{FF2B5EF4-FFF2-40B4-BE49-F238E27FC236}">
                <a16:creationId xmlns:a16="http://schemas.microsoft.com/office/drawing/2014/main" id="{20A1AF9E-BAB9-2E4E-5738-67FF01AB35F5}"/>
              </a:ext>
            </a:extLst>
          </p:cNvPr>
          <p:cNvSpPr/>
          <p:nvPr/>
        </p:nvSpPr>
        <p:spPr>
          <a:xfrm>
            <a:off x="1630680" y="4366425"/>
            <a:ext cx="5029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10">
            <a:extLst>
              <a:ext uri="{FF2B5EF4-FFF2-40B4-BE49-F238E27FC236}">
                <a16:creationId xmlns:a16="http://schemas.microsoft.com/office/drawing/2014/main" id="{63FE08C9-135C-247C-48A7-15977803D1A6}"/>
              </a:ext>
            </a:extLst>
          </p:cNvPr>
          <p:cNvSpPr txBox="1"/>
          <p:nvPr/>
        </p:nvSpPr>
        <p:spPr>
          <a:xfrm>
            <a:off x="1630680" y="436642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63" name="Shape 11">
            <a:extLst>
              <a:ext uri="{FF2B5EF4-FFF2-40B4-BE49-F238E27FC236}">
                <a16:creationId xmlns:a16="http://schemas.microsoft.com/office/drawing/2014/main" id="{478DC246-7A15-ACA6-7450-A2533BFF6402}"/>
              </a:ext>
            </a:extLst>
          </p:cNvPr>
          <p:cNvSpPr/>
          <p:nvPr/>
        </p:nvSpPr>
        <p:spPr>
          <a:xfrm>
            <a:off x="624840" y="4869345"/>
            <a:ext cx="502920" cy="502920"/>
          </a:xfrm>
          <a:prstGeom prst="rect">
            <a:avLst/>
          </a:prstGeom>
          <a:solidFill>
            <a:srgbClr val="E1F4F1"/>
          </a:solidFill>
          <a:ln w="9525">
            <a:solidFill>
              <a:srgbClr val="D5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12">
            <a:extLst>
              <a:ext uri="{FF2B5EF4-FFF2-40B4-BE49-F238E27FC236}">
                <a16:creationId xmlns:a16="http://schemas.microsoft.com/office/drawing/2014/main" id="{B2F344B7-E691-0477-2F39-87AEBA7B7165}"/>
              </a:ext>
            </a:extLst>
          </p:cNvPr>
          <p:cNvSpPr txBox="1"/>
          <p:nvPr/>
        </p:nvSpPr>
        <p:spPr>
          <a:xfrm>
            <a:off x="624840" y="486934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1" name="Shape 13">
            <a:extLst>
              <a:ext uri="{FF2B5EF4-FFF2-40B4-BE49-F238E27FC236}">
                <a16:creationId xmlns:a16="http://schemas.microsoft.com/office/drawing/2014/main" id="{3B734354-84DB-869C-F717-9872C78FAE14}"/>
              </a:ext>
            </a:extLst>
          </p:cNvPr>
          <p:cNvSpPr/>
          <p:nvPr/>
        </p:nvSpPr>
        <p:spPr>
          <a:xfrm>
            <a:off x="1127760" y="4869345"/>
            <a:ext cx="502920" cy="502920"/>
          </a:xfrm>
          <a:prstGeom prst="rect">
            <a:avLst/>
          </a:prstGeom>
          <a:solidFill>
            <a:srgbClr val="D7263D"/>
          </a:solidFill>
          <a:ln w="9525">
            <a:solidFill>
              <a:srgbClr val="D5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14">
            <a:extLst>
              <a:ext uri="{FF2B5EF4-FFF2-40B4-BE49-F238E27FC236}">
                <a16:creationId xmlns:a16="http://schemas.microsoft.com/office/drawing/2014/main" id="{4603A8B6-F796-3E2B-3C6F-947C05FAF5C1}"/>
              </a:ext>
            </a:extLst>
          </p:cNvPr>
          <p:cNvSpPr txBox="1"/>
          <p:nvPr/>
        </p:nvSpPr>
        <p:spPr>
          <a:xfrm>
            <a:off x="1127760" y="486934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</a:t>
            </a:r>
            <a:endParaRPr lang="en-US" sz="1600" dirty="0"/>
          </a:p>
        </p:txBody>
      </p:sp>
      <p:sp>
        <p:nvSpPr>
          <p:cNvPr id="79" name="Shape 15">
            <a:extLst>
              <a:ext uri="{FF2B5EF4-FFF2-40B4-BE49-F238E27FC236}">
                <a16:creationId xmlns:a16="http://schemas.microsoft.com/office/drawing/2014/main" id="{F32DA234-420E-01CE-E993-9DB5A4D97863}"/>
              </a:ext>
            </a:extLst>
          </p:cNvPr>
          <p:cNvSpPr/>
          <p:nvPr/>
        </p:nvSpPr>
        <p:spPr>
          <a:xfrm>
            <a:off x="1630680" y="4869345"/>
            <a:ext cx="502920" cy="502920"/>
          </a:xfrm>
          <a:prstGeom prst="rect">
            <a:avLst/>
          </a:prstGeom>
          <a:solidFill>
            <a:srgbClr val="E1F4F1"/>
          </a:solidFill>
          <a:ln w="9525">
            <a:solidFill>
              <a:srgbClr val="D5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16">
            <a:extLst>
              <a:ext uri="{FF2B5EF4-FFF2-40B4-BE49-F238E27FC236}">
                <a16:creationId xmlns:a16="http://schemas.microsoft.com/office/drawing/2014/main" id="{781B6E38-2E4A-FAA4-A632-11F420FE929E}"/>
              </a:ext>
            </a:extLst>
          </p:cNvPr>
          <p:cNvSpPr txBox="1"/>
          <p:nvPr/>
        </p:nvSpPr>
        <p:spPr>
          <a:xfrm>
            <a:off x="1630680" y="486934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7" name="Shape 17">
            <a:extLst>
              <a:ext uri="{FF2B5EF4-FFF2-40B4-BE49-F238E27FC236}">
                <a16:creationId xmlns:a16="http://schemas.microsoft.com/office/drawing/2014/main" id="{52429801-DFEA-EA66-79AE-D69B0C5F4F70}"/>
              </a:ext>
            </a:extLst>
          </p:cNvPr>
          <p:cNvSpPr/>
          <p:nvPr/>
        </p:nvSpPr>
        <p:spPr>
          <a:xfrm>
            <a:off x="624840" y="5372265"/>
            <a:ext cx="5029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18">
            <a:extLst>
              <a:ext uri="{FF2B5EF4-FFF2-40B4-BE49-F238E27FC236}">
                <a16:creationId xmlns:a16="http://schemas.microsoft.com/office/drawing/2014/main" id="{6E644917-BDB8-2DC3-9364-B851D53EF00C}"/>
              </a:ext>
            </a:extLst>
          </p:cNvPr>
          <p:cNvSpPr txBox="1"/>
          <p:nvPr/>
        </p:nvSpPr>
        <p:spPr>
          <a:xfrm>
            <a:off x="624840" y="537226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95" name="Shape 19">
            <a:extLst>
              <a:ext uri="{FF2B5EF4-FFF2-40B4-BE49-F238E27FC236}">
                <a16:creationId xmlns:a16="http://schemas.microsoft.com/office/drawing/2014/main" id="{F8219882-E28E-54FD-B16E-57D8AE897795}"/>
              </a:ext>
            </a:extLst>
          </p:cNvPr>
          <p:cNvSpPr/>
          <p:nvPr/>
        </p:nvSpPr>
        <p:spPr>
          <a:xfrm>
            <a:off x="1127760" y="5372265"/>
            <a:ext cx="502920" cy="502920"/>
          </a:xfrm>
          <a:prstGeom prst="rect">
            <a:avLst/>
          </a:prstGeom>
          <a:solidFill>
            <a:srgbClr val="E1F4F1"/>
          </a:solidFill>
          <a:ln w="9525">
            <a:solidFill>
              <a:srgbClr val="D5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20">
            <a:extLst>
              <a:ext uri="{FF2B5EF4-FFF2-40B4-BE49-F238E27FC236}">
                <a16:creationId xmlns:a16="http://schemas.microsoft.com/office/drawing/2014/main" id="{641A1C0D-446D-C96B-74B9-2A365D9069AF}"/>
              </a:ext>
            </a:extLst>
          </p:cNvPr>
          <p:cNvSpPr txBox="1"/>
          <p:nvPr/>
        </p:nvSpPr>
        <p:spPr>
          <a:xfrm>
            <a:off x="1127760" y="537226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1" name="Shape 21">
            <a:extLst>
              <a:ext uri="{FF2B5EF4-FFF2-40B4-BE49-F238E27FC236}">
                <a16:creationId xmlns:a16="http://schemas.microsoft.com/office/drawing/2014/main" id="{0F159802-5284-6FF0-B202-7F2DA99B2E79}"/>
              </a:ext>
            </a:extLst>
          </p:cNvPr>
          <p:cNvSpPr/>
          <p:nvPr/>
        </p:nvSpPr>
        <p:spPr>
          <a:xfrm>
            <a:off x="1630680" y="5372265"/>
            <a:ext cx="5029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22">
            <a:extLst>
              <a:ext uri="{FF2B5EF4-FFF2-40B4-BE49-F238E27FC236}">
                <a16:creationId xmlns:a16="http://schemas.microsoft.com/office/drawing/2014/main" id="{917A35D9-C235-4C7A-7EAA-AF4E2C5C856E}"/>
              </a:ext>
            </a:extLst>
          </p:cNvPr>
          <p:cNvSpPr txBox="1"/>
          <p:nvPr/>
        </p:nvSpPr>
        <p:spPr>
          <a:xfrm>
            <a:off x="1630680" y="537226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05" name="Text 23">
            <a:extLst>
              <a:ext uri="{FF2B5EF4-FFF2-40B4-BE49-F238E27FC236}">
                <a16:creationId xmlns:a16="http://schemas.microsoft.com/office/drawing/2014/main" id="{390F69A6-7E57-C8A0-A720-B02B6647B071}"/>
              </a:ext>
            </a:extLst>
          </p:cNvPr>
          <p:cNvSpPr txBox="1"/>
          <p:nvPr/>
        </p:nvSpPr>
        <p:spPr>
          <a:xfrm>
            <a:off x="624840" y="5920905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4-neighbour</a:t>
            </a:r>
            <a:endParaRPr lang="en-US" sz="1300" dirty="0"/>
          </a:p>
        </p:txBody>
      </p:sp>
      <p:sp>
        <p:nvSpPr>
          <p:cNvPr id="107" name="Shape 24">
            <a:extLst>
              <a:ext uri="{FF2B5EF4-FFF2-40B4-BE49-F238E27FC236}">
                <a16:creationId xmlns:a16="http://schemas.microsoft.com/office/drawing/2014/main" id="{EA7A9506-2B1A-3974-A07F-F25F05863398}"/>
              </a:ext>
            </a:extLst>
          </p:cNvPr>
          <p:cNvSpPr/>
          <p:nvPr/>
        </p:nvSpPr>
        <p:spPr>
          <a:xfrm>
            <a:off x="2407920" y="4366425"/>
            <a:ext cx="502920" cy="502920"/>
          </a:xfrm>
          <a:prstGeom prst="rect">
            <a:avLst/>
          </a:prstGeom>
          <a:solidFill>
            <a:srgbClr val="E1F4F1"/>
          </a:solidFill>
          <a:ln w="9525">
            <a:solidFill>
              <a:srgbClr val="D5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25">
            <a:extLst>
              <a:ext uri="{FF2B5EF4-FFF2-40B4-BE49-F238E27FC236}">
                <a16:creationId xmlns:a16="http://schemas.microsoft.com/office/drawing/2014/main" id="{0CDD9B3C-A12E-8B0D-83C2-1C618E54897C}"/>
              </a:ext>
            </a:extLst>
          </p:cNvPr>
          <p:cNvSpPr txBox="1"/>
          <p:nvPr/>
        </p:nvSpPr>
        <p:spPr>
          <a:xfrm>
            <a:off x="2407920" y="436642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1" name="Shape 26">
            <a:extLst>
              <a:ext uri="{FF2B5EF4-FFF2-40B4-BE49-F238E27FC236}">
                <a16:creationId xmlns:a16="http://schemas.microsoft.com/office/drawing/2014/main" id="{9C422B6E-D16F-BEDA-7B57-4D9A5C5D1F34}"/>
              </a:ext>
            </a:extLst>
          </p:cNvPr>
          <p:cNvSpPr/>
          <p:nvPr/>
        </p:nvSpPr>
        <p:spPr>
          <a:xfrm>
            <a:off x="2910840" y="4366425"/>
            <a:ext cx="502920" cy="502920"/>
          </a:xfrm>
          <a:prstGeom prst="rect">
            <a:avLst/>
          </a:prstGeom>
          <a:solidFill>
            <a:srgbClr val="E1F4F1"/>
          </a:solidFill>
          <a:ln w="9525">
            <a:solidFill>
              <a:srgbClr val="D5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27">
            <a:extLst>
              <a:ext uri="{FF2B5EF4-FFF2-40B4-BE49-F238E27FC236}">
                <a16:creationId xmlns:a16="http://schemas.microsoft.com/office/drawing/2014/main" id="{C15374FF-7C17-9319-2104-B2811108AC57}"/>
              </a:ext>
            </a:extLst>
          </p:cNvPr>
          <p:cNvSpPr txBox="1"/>
          <p:nvPr/>
        </p:nvSpPr>
        <p:spPr>
          <a:xfrm>
            <a:off x="2910840" y="436642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5" name="Shape 28">
            <a:extLst>
              <a:ext uri="{FF2B5EF4-FFF2-40B4-BE49-F238E27FC236}">
                <a16:creationId xmlns:a16="http://schemas.microsoft.com/office/drawing/2014/main" id="{72E69104-36FD-5D33-E3BC-8A1CAC2BDA83}"/>
              </a:ext>
            </a:extLst>
          </p:cNvPr>
          <p:cNvSpPr/>
          <p:nvPr/>
        </p:nvSpPr>
        <p:spPr>
          <a:xfrm>
            <a:off x="3413760" y="4366425"/>
            <a:ext cx="502920" cy="502920"/>
          </a:xfrm>
          <a:prstGeom prst="rect">
            <a:avLst/>
          </a:prstGeom>
          <a:solidFill>
            <a:srgbClr val="E1F4F1"/>
          </a:solidFill>
          <a:ln w="9525">
            <a:solidFill>
              <a:srgbClr val="D5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29">
            <a:extLst>
              <a:ext uri="{FF2B5EF4-FFF2-40B4-BE49-F238E27FC236}">
                <a16:creationId xmlns:a16="http://schemas.microsoft.com/office/drawing/2014/main" id="{14AB7D4D-9BC0-7D55-29AB-03BD9718757A}"/>
              </a:ext>
            </a:extLst>
          </p:cNvPr>
          <p:cNvSpPr txBox="1"/>
          <p:nvPr/>
        </p:nvSpPr>
        <p:spPr>
          <a:xfrm>
            <a:off x="3413760" y="436642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9" name="Shape 30">
            <a:extLst>
              <a:ext uri="{FF2B5EF4-FFF2-40B4-BE49-F238E27FC236}">
                <a16:creationId xmlns:a16="http://schemas.microsoft.com/office/drawing/2014/main" id="{0BC86E10-3A59-63E1-9B58-16FFAA92B05F}"/>
              </a:ext>
            </a:extLst>
          </p:cNvPr>
          <p:cNvSpPr/>
          <p:nvPr/>
        </p:nvSpPr>
        <p:spPr>
          <a:xfrm>
            <a:off x="2407920" y="4869345"/>
            <a:ext cx="502920" cy="502920"/>
          </a:xfrm>
          <a:prstGeom prst="rect">
            <a:avLst/>
          </a:prstGeom>
          <a:solidFill>
            <a:srgbClr val="E1F4F1"/>
          </a:solidFill>
          <a:ln w="9525">
            <a:solidFill>
              <a:srgbClr val="D5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31">
            <a:extLst>
              <a:ext uri="{FF2B5EF4-FFF2-40B4-BE49-F238E27FC236}">
                <a16:creationId xmlns:a16="http://schemas.microsoft.com/office/drawing/2014/main" id="{6978E0FF-1547-1768-9B3E-BE4054064EE7}"/>
              </a:ext>
            </a:extLst>
          </p:cNvPr>
          <p:cNvSpPr txBox="1"/>
          <p:nvPr/>
        </p:nvSpPr>
        <p:spPr>
          <a:xfrm>
            <a:off x="2407920" y="486934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3" name="Shape 32">
            <a:extLst>
              <a:ext uri="{FF2B5EF4-FFF2-40B4-BE49-F238E27FC236}">
                <a16:creationId xmlns:a16="http://schemas.microsoft.com/office/drawing/2014/main" id="{23BB57A6-A642-30DA-DE4D-B04B02DF6EF2}"/>
              </a:ext>
            </a:extLst>
          </p:cNvPr>
          <p:cNvSpPr/>
          <p:nvPr/>
        </p:nvSpPr>
        <p:spPr>
          <a:xfrm>
            <a:off x="2910840" y="4869345"/>
            <a:ext cx="502920" cy="502920"/>
          </a:xfrm>
          <a:prstGeom prst="rect">
            <a:avLst/>
          </a:prstGeom>
          <a:solidFill>
            <a:srgbClr val="D7263D"/>
          </a:solidFill>
          <a:ln w="9525">
            <a:solidFill>
              <a:srgbClr val="D5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 33">
            <a:extLst>
              <a:ext uri="{FF2B5EF4-FFF2-40B4-BE49-F238E27FC236}">
                <a16:creationId xmlns:a16="http://schemas.microsoft.com/office/drawing/2014/main" id="{E81D86DC-4956-CC8D-3A16-A444A25FAA47}"/>
              </a:ext>
            </a:extLst>
          </p:cNvPr>
          <p:cNvSpPr txBox="1"/>
          <p:nvPr/>
        </p:nvSpPr>
        <p:spPr>
          <a:xfrm>
            <a:off x="2910840" y="486934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</a:t>
            </a:r>
            <a:endParaRPr lang="en-US" sz="1600" dirty="0"/>
          </a:p>
        </p:txBody>
      </p:sp>
      <p:sp>
        <p:nvSpPr>
          <p:cNvPr id="127" name="Shape 34">
            <a:extLst>
              <a:ext uri="{FF2B5EF4-FFF2-40B4-BE49-F238E27FC236}">
                <a16:creationId xmlns:a16="http://schemas.microsoft.com/office/drawing/2014/main" id="{A1AB4358-A542-B0C2-758B-0FBAA8C49EF4}"/>
              </a:ext>
            </a:extLst>
          </p:cNvPr>
          <p:cNvSpPr/>
          <p:nvPr/>
        </p:nvSpPr>
        <p:spPr>
          <a:xfrm>
            <a:off x="3413760" y="4869345"/>
            <a:ext cx="502920" cy="502920"/>
          </a:xfrm>
          <a:prstGeom prst="rect">
            <a:avLst/>
          </a:prstGeom>
          <a:solidFill>
            <a:srgbClr val="E1F4F1"/>
          </a:solidFill>
          <a:ln w="9525">
            <a:solidFill>
              <a:srgbClr val="D5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 35">
            <a:extLst>
              <a:ext uri="{FF2B5EF4-FFF2-40B4-BE49-F238E27FC236}">
                <a16:creationId xmlns:a16="http://schemas.microsoft.com/office/drawing/2014/main" id="{317637AE-54F6-349C-E22A-3BB14B37B0E6}"/>
              </a:ext>
            </a:extLst>
          </p:cNvPr>
          <p:cNvSpPr txBox="1"/>
          <p:nvPr/>
        </p:nvSpPr>
        <p:spPr>
          <a:xfrm>
            <a:off x="3413760" y="486934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31" name="Shape 36">
            <a:extLst>
              <a:ext uri="{FF2B5EF4-FFF2-40B4-BE49-F238E27FC236}">
                <a16:creationId xmlns:a16="http://schemas.microsoft.com/office/drawing/2014/main" id="{76B147A9-9685-1183-C18F-8654DB1F350B}"/>
              </a:ext>
            </a:extLst>
          </p:cNvPr>
          <p:cNvSpPr/>
          <p:nvPr/>
        </p:nvSpPr>
        <p:spPr>
          <a:xfrm>
            <a:off x="2407920" y="5372265"/>
            <a:ext cx="502920" cy="502920"/>
          </a:xfrm>
          <a:prstGeom prst="rect">
            <a:avLst/>
          </a:prstGeom>
          <a:solidFill>
            <a:srgbClr val="E1F4F1"/>
          </a:solidFill>
          <a:ln w="9525">
            <a:solidFill>
              <a:srgbClr val="D5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Text 37">
            <a:extLst>
              <a:ext uri="{FF2B5EF4-FFF2-40B4-BE49-F238E27FC236}">
                <a16:creationId xmlns:a16="http://schemas.microsoft.com/office/drawing/2014/main" id="{E9886175-FCD7-BE15-C52F-2DC24CF5D9EA}"/>
              </a:ext>
            </a:extLst>
          </p:cNvPr>
          <p:cNvSpPr txBox="1"/>
          <p:nvPr/>
        </p:nvSpPr>
        <p:spPr>
          <a:xfrm>
            <a:off x="2407920" y="537226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35" name="Shape 38">
            <a:extLst>
              <a:ext uri="{FF2B5EF4-FFF2-40B4-BE49-F238E27FC236}">
                <a16:creationId xmlns:a16="http://schemas.microsoft.com/office/drawing/2014/main" id="{97CCC0E9-B260-35E1-AD33-3811CB4B8E5C}"/>
              </a:ext>
            </a:extLst>
          </p:cNvPr>
          <p:cNvSpPr/>
          <p:nvPr/>
        </p:nvSpPr>
        <p:spPr>
          <a:xfrm>
            <a:off x="2910840" y="5372265"/>
            <a:ext cx="502920" cy="502920"/>
          </a:xfrm>
          <a:prstGeom prst="rect">
            <a:avLst/>
          </a:prstGeom>
          <a:solidFill>
            <a:srgbClr val="E1F4F1"/>
          </a:solidFill>
          <a:ln w="9525">
            <a:solidFill>
              <a:srgbClr val="D5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39">
            <a:extLst>
              <a:ext uri="{FF2B5EF4-FFF2-40B4-BE49-F238E27FC236}">
                <a16:creationId xmlns:a16="http://schemas.microsoft.com/office/drawing/2014/main" id="{25AE4B7F-4212-04A4-68D5-0346BCAEA59D}"/>
              </a:ext>
            </a:extLst>
          </p:cNvPr>
          <p:cNvSpPr txBox="1"/>
          <p:nvPr/>
        </p:nvSpPr>
        <p:spPr>
          <a:xfrm>
            <a:off x="2910840" y="537226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39" name="Shape 40">
            <a:extLst>
              <a:ext uri="{FF2B5EF4-FFF2-40B4-BE49-F238E27FC236}">
                <a16:creationId xmlns:a16="http://schemas.microsoft.com/office/drawing/2014/main" id="{1EBFE7C4-F243-B8F3-70A6-B95291464E01}"/>
              </a:ext>
            </a:extLst>
          </p:cNvPr>
          <p:cNvSpPr/>
          <p:nvPr/>
        </p:nvSpPr>
        <p:spPr>
          <a:xfrm>
            <a:off x="3413760" y="5372265"/>
            <a:ext cx="502920" cy="502920"/>
          </a:xfrm>
          <a:prstGeom prst="rect">
            <a:avLst/>
          </a:prstGeom>
          <a:solidFill>
            <a:srgbClr val="E1F4F1"/>
          </a:solidFill>
          <a:ln w="9525">
            <a:solidFill>
              <a:srgbClr val="D5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Text 41">
            <a:extLst>
              <a:ext uri="{FF2B5EF4-FFF2-40B4-BE49-F238E27FC236}">
                <a16:creationId xmlns:a16="http://schemas.microsoft.com/office/drawing/2014/main" id="{9D9BCD64-4A55-8C6E-41BF-E6D9C60794F4}"/>
              </a:ext>
            </a:extLst>
          </p:cNvPr>
          <p:cNvSpPr txBox="1"/>
          <p:nvPr/>
        </p:nvSpPr>
        <p:spPr>
          <a:xfrm>
            <a:off x="3413760" y="537226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43" name="Text 42">
            <a:extLst>
              <a:ext uri="{FF2B5EF4-FFF2-40B4-BE49-F238E27FC236}">
                <a16:creationId xmlns:a16="http://schemas.microsoft.com/office/drawing/2014/main" id="{685B219A-E833-86AD-F26F-774BCA217A57}"/>
              </a:ext>
            </a:extLst>
          </p:cNvPr>
          <p:cNvSpPr txBox="1"/>
          <p:nvPr/>
        </p:nvSpPr>
        <p:spPr>
          <a:xfrm>
            <a:off x="2407920" y="5920905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8-neighbour</a:t>
            </a:r>
            <a:endParaRPr lang="en-US" sz="1300" dirty="0"/>
          </a:p>
        </p:txBody>
      </p:sp>
      <p:sp>
        <p:nvSpPr>
          <p:cNvPr id="145" name="Text 43">
            <a:extLst>
              <a:ext uri="{FF2B5EF4-FFF2-40B4-BE49-F238E27FC236}">
                <a16:creationId xmlns:a16="http://schemas.microsoft.com/office/drawing/2014/main" id="{55DE1D2F-4BDA-DF0C-5011-C76CCA64FD12}"/>
              </a:ext>
            </a:extLst>
          </p:cNvPr>
          <p:cNvSpPr txBox="1"/>
          <p:nvPr/>
        </p:nvSpPr>
        <p:spPr>
          <a:xfrm>
            <a:off x="3926840" y="4869345"/>
            <a:ext cx="298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Sums to 0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Flat areas → 0. It only reacts to change.</a:t>
            </a:r>
            <a:endParaRPr lang="en-US" sz="1400" dirty="0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416E1898-04ED-99AF-A6BD-7681A95B3C48}"/>
              </a:ext>
            </a:extLst>
          </p:cNvPr>
          <p:cNvSpPr/>
          <p:nvPr/>
        </p:nvSpPr>
        <p:spPr>
          <a:xfrm>
            <a:off x="365761" y="4290060"/>
            <a:ext cx="6548119" cy="1916649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0" name="Picture 149">
            <a:extLst>
              <a:ext uri="{FF2B5EF4-FFF2-40B4-BE49-F238E27FC236}">
                <a16:creationId xmlns:a16="http://schemas.microsoft.com/office/drawing/2014/main" id="{34D256C7-DCB1-3E7E-762C-13BA92FCAAD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152" name="Text 9106">
            <a:extLst>
              <a:ext uri="{FF2B5EF4-FFF2-40B4-BE49-F238E27FC236}">
                <a16:creationId xmlns:a16="http://schemas.microsoft.com/office/drawing/2014/main" id="{34714FF9-15CC-04C4-7A38-91F463CFE194}"/>
              </a:ext>
            </a:extLst>
          </p:cNvPr>
          <p:cNvSpPr txBox="1"/>
          <p:nvPr/>
        </p:nvSpPr>
        <p:spPr>
          <a:xfrm>
            <a:off x="7042150" y="4259580"/>
            <a:ext cx="4707890" cy="1874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just">
              <a:spcAft>
                <a:spcPts val="600"/>
              </a:spcAft>
              <a:buNone/>
            </a:pPr>
            <a:r>
              <a:rPr lang="en-US" sz="1500" b="1" i="0" dirty="0">
                <a:solidFill>
                  <a:srgbClr val="002060"/>
                </a:solidFill>
                <a:latin typeface="Calibri"/>
                <a:cs typeface="Calibri"/>
              </a:rPr>
              <a:t>Read the two curves:</a:t>
            </a:r>
          </a:p>
          <a:p>
            <a:pPr marL="285750" indent="-285750" algn="just">
              <a:spcAft>
                <a:spcPts val="4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1F2937"/>
                </a:solidFill>
                <a:latin typeface="Calibri"/>
                <a:cs typeface="Calibri"/>
              </a:rPr>
              <a:t>1st derivative: non-zero along the whole ramp → thick edges</a:t>
            </a:r>
          </a:p>
          <a:p>
            <a:pPr marL="285750" indent="-285750" algn="just">
              <a:spcAft>
                <a:spcPts val="4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1F2937"/>
                </a:solidFill>
                <a:latin typeface="Calibri"/>
                <a:cs typeface="Calibri"/>
              </a:rPr>
              <a:t>2nd derivative: + at the start, − at the end → thin, crisp detail</a:t>
            </a:r>
          </a:p>
          <a:p>
            <a:pPr marL="285750" indent="-285750" algn="just">
              <a:spcAft>
                <a:spcPts val="0"/>
              </a:spcAft>
              <a:buFont typeface="Arial"/>
              <a:buChar char="•"/>
            </a:pPr>
            <a:r>
              <a:rPr lang="en-US" sz="1500" b="1" i="0" dirty="0">
                <a:solidFill>
                  <a:srgbClr val="C0392B"/>
                </a:solidFill>
                <a:latin typeface="Calibri"/>
                <a:cs typeface="Calibri"/>
              </a:rPr>
              <a:t>The Laplacian uses the 2nd derivative</a:t>
            </a:r>
          </a:p>
        </p:txBody>
      </p:sp>
      <p:sp>
        <p:nvSpPr>
          <p:cNvPr id="154" name="Parallelogram 41">
            <a:extLst>
              <a:ext uri="{FF2B5EF4-FFF2-40B4-BE49-F238E27FC236}">
                <a16:creationId xmlns:a16="http://schemas.microsoft.com/office/drawing/2014/main" id="{D442B4F0-1586-EA5D-515D-A261EE80E8C4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29/33</a:t>
            </a:r>
          </a:p>
        </p:txBody>
      </p:sp>
    </p:spTree>
    <p:extLst>
      <p:ext uri="{BB962C8B-B14F-4D97-AF65-F5344CB8AC3E}">
        <p14:creationId xmlns:p14="http://schemas.microsoft.com/office/powerpoint/2010/main" val="41261808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3294A-566C-8BEC-B9A5-1AC1B1105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E6D04DC-A295-52A1-9DDB-639DFFE768B4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5A354818-F248-876E-25C6-ADCFCF5B12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5845406-617C-7E46-BDC9-6615CCE273E4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310152" cy="52366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5E4E7C2-8BC2-30F0-A7AC-4DC470A643B8}"/>
              </a:ext>
            </a:extLst>
          </p:cNvPr>
          <p:cNvSpPr txBox="1"/>
          <p:nvPr/>
        </p:nvSpPr>
        <p:spPr>
          <a:xfrm>
            <a:off x="550276" y="364476"/>
            <a:ext cx="8157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Sharpening and blur detection for a photo app</a:t>
            </a:r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D5C36379-AC24-B968-FB39-C9F91EA02BB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sp>
        <p:nvSpPr>
          <p:cNvPr id="59" name="Text 9">
            <a:extLst>
              <a:ext uri="{FF2B5EF4-FFF2-40B4-BE49-F238E27FC236}">
                <a16:creationId xmlns:a16="http://schemas.microsoft.com/office/drawing/2014/main" id="{BBAFCD7D-37F7-23C0-6375-118DD58FE8B6}"/>
              </a:ext>
            </a:extLst>
          </p:cNvPr>
          <p:cNvSpPr txBox="1"/>
          <p:nvPr/>
        </p:nvSpPr>
        <p:spPr>
          <a:xfrm>
            <a:off x="5839925" y="53309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33CEB63-4896-7A45-587A-0BFB7E5F490B}"/>
              </a:ext>
            </a:extLst>
          </p:cNvPr>
          <p:cNvSpPr/>
          <p:nvPr/>
        </p:nvSpPr>
        <p:spPr>
          <a:xfrm>
            <a:off x="4588349" y="1845711"/>
            <a:ext cx="7156808" cy="44044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US" sz="1600" b="1" dirty="0"/>
              <a:t>CONTEXT:</a:t>
            </a:r>
            <a:r>
              <a:rPr lang="en-US" sz="1600" dirty="0"/>
              <a:t> Photo-sharing application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93A2BD4-183E-3E2D-913A-0AF61F9DFD9B}"/>
              </a:ext>
            </a:extLst>
          </p:cNvPr>
          <p:cNvSpPr/>
          <p:nvPr/>
        </p:nvSpPr>
        <p:spPr>
          <a:xfrm>
            <a:off x="4588349" y="2421627"/>
            <a:ext cx="7156808" cy="44044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US" sz="1600" b="1" dirty="0"/>
              <a:t>IMAGE DEGRADATION:</a:t>
            </a:r>
            <a:r>
              <a:rPr lang="en-US" sz="1600" dirty="0"/>
              <a:t> Uploaded photos may contain defocus or motion blur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CF3F8A5-C311-B3C6-D43B-CF172133B689}"/>
              </a:ext>
            </a:extLst>
          </p:cNvPr>
          <p:cNvSpPr/>
          <p:nvPr/>
        </p:nvSpPr>
        <p:spPr>
          <a:xfrm>
            <a:off x="4588349" y="3000252"/>
            <a:ext cx="7156808" cy="44044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US" sz="1600" b="1" dirty="0"/>
              <a:t>EFFECT:</a:t>
            </a:r>
            <a:r>
              <a:rPr lang="en-US" sz="1600" dirty="0"/>
              <a:t> Blur weakens edges and hides fine texture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E327AC1-4EA4-A93C-B501-DAEB41077056}"/>
              </a:ext>
            </a:extLst>
          </p:cNvPr>
          <p:cNvSpPr/>
          <p:nvPr/>
        </p:nvSpPr>
        <p:spPr>
          <a:xfrm>
            <a:off x="4588349" y="3559419"/>
            <a:ext cx="7156808" cy="44044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US" sz="1600" b="1" dirty="0"/>
              <a:t>OBJECTIVE:</a:t>
            </a:r>
            <a:r>
              <a:rPr lang="en-US" sz="1600" dirty="0"/>
              <a:t> Sharpen mildly blurred images and detect severe blur automatically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7463B07-2E3E-D20C-1C06-5E53924050B7}"/>
              </a:ext>
            </a:extLst>
          </p:cNvPr>
          <p:cNvSpPr/>
          <p:nvPr/>
        </p:nvSpPr>
        <p:spPr>
          <a:xfrm>
            <a:off x="5107323" y="4309843"/>
            <a:ext cx="6118859" cy="8732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pPr algn="ctr"/>
            <a:r>
              <a:rPr lang="en-US" sz="1600" dirty="0"/>
              <a:t>The application needs enhancement for mild blur and quality screening for severe blur.</a:t>
            </a:r>
          </a:p>
        </p:txBody>
      </p:sp>
      <p:sp>
        <p:nvSpPr>
          <p:cNvPr id="10" name="Shape 0">
            <a:extLst>
              <a:ext uri="{FF2B5EF4-FFF2-40B4-BE49-F238E27FC236}">
                <a16:creationId xmlns:a16="http://schemas.microsoft.com/office/drawing/2014/main" id="{1B8F3AC8-D3EB-4611-C2B2-FB01002F9D9D}"/>
              </a:ext>
            </a:extLst>
          </p:cNvPr>
          <p:cNvSpPr/>
          <p:nvPr/>
        </p:nvSpPr>
        <p:spPr>
          <a:xfrm>
            <a:off x="4588349" y="1257133"/>
            <a:ext cx="1470660" cy="411480"/>
          </a:xfrm>
          <a:prstGeom prst="roundRect">
            <a:avLst>
              <a:gd name="adj" fmla="val 22222"/>
            </a:avLst>
          </a:prstGeom>
          <a:solidFill>
            <a:srgbClr val="002060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27E85C4C-CE69-EA4A-7423-0E6CA3B9A4D4}"/>
              </a:ext>
            </a:extLst>
          </p:cNvPr>
          <p:cNvSpPr txBox="1"/>
          <p:nvPr/>
        </p:nvSpPr>
        <p:spPr>
          <a:xfrm>
            <a:off x="4736384" y="1238382"/>
            <a:ext cx="1174589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04</a:t>
            </a:r>
            <a:endParaRPr lang="en-US" sz="1500" dirty="0"/>
          </a:p>
        </p:txBody>
      </p:sp>
      <p:pic>
        <p:nvPicPr>
          <p:cNvPr id="3" name="Image 0" descr="fig/c4_blur.png">
            <a:extLst>
              <a:ext uri="{FF2B5EF4-FFF2-40B4-BE49-F238E27FC236}">
                <a16:creationId xmlns:a16="http://schemas.microsoft.com/office/drawing/2014/main" id="{9079AD7A-772F-607F-FB9F-205214B6C6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619" r="21619"/>
          <a:stretch/>
        </p:blipFill>
        <p:spPr>
          <a:xfrm>
            <a:off x="435005" y="1234309"/>
            <a:ext cx="3916800" cy="459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AEBCCA-D050-FFC4-4CBE-E8D816820B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11" name="Parallelogram 41">
            <a:extLst>
              <a:ext uri="{FF2B5EF4-FFF2-40B4-BE49-F238E27FC236}">
                <a16:creationId xmlns:a16="http://schemas.microsoft.com/office/drawing/2014/main" id="{FE0AA571-CE35-E006-6F1B-A53C9D6AF4DD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30/33</a:t>
            </a:r>
          </a:p>
        </p:txBody>
      </p:sp>
    </p:spTree>
    <p:extLst>
      <p:ext uri="{BB962C8B-B14F-4D97-AF65-F5344CB8AC3E}">
        <p14:creationId xmlns:p14="http://schemas.microsoft.com/office/powerpoint/2010/main" val="19899726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B188F-342E-189E-D1E7-AB00B7325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05">
            <a:extLst>
              <a:ext uri="{FF2B5EF4-FFF2-40B4-BE49-F238E27FC236}">
                <a16:creationId xmlns:a16="http://schemas.microsoft.com/office/drawing/2014/main" id="{63184D5A-D9A6-9018-0A2E-7C79FE9934B8}"/>
              </a:ext>
            </a:extLst>
          </p:cNvPr>
          <p:cNvSpPr/>
          <p:nvPr/>
        </p:nvSpPr>
        <p:spPr>
          <a:xfrm>
            <a:off x="353665" y="1017051"/>
            <a:ext cx="11403994" cy="2500602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Shape 3">
            <a:extLst>
              <a:ext uri="{FF2B5EF4-FFF2-40B4-BE49-F238E27FC236}">
                <a16:creationId xmlns:a16="http://schemas.microsoft.com/office/drawing/2014/main" id="{33AB7325-506D-3EC2-AFB5-AEE8C3BDCF60}"/>
              </a:ext>
            </a:extLst>
          </p:cNvPr>
          <p:cNvSpPr/>
          <p:nvPr/>
        </p:nvSpPr>
        <p:spPr>
          <a:xfrm>
            <a:off x="416006" y="3731066"/>
            <a:ext cx="4728210" cy="629976"/>
          </a:xfrm>
          <a:prstGeom prst="roundRect">
            <a:avLst>
              <a:gd name="adj" fmla="val 2174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 6">
            <a:extLst>
              <a:ext uri="{FF2B5EF4-FFF2-40B4-BE49-F238E27FC236}">
                <a16:creationId xmlns:a16="http://schemas.microsoft.com/office/drawing/2014/main" id="{058AF509-5260-83A4-EB07-8EC967B07DF2}"/>
              </a:ext>
            </a:extLst>
          </p:cNvPr>
          <p:cNvSpPr txBox="1"/>
          <p:nvPr/>
        </p:nvSpPr>
        <p:spPr>
          <a:xfrm>
            <a:off x="1862424" y="3881462"/>
            <a:ext cx="2430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Blur Screening</a:t>
            </a:r>
            <a:endParaRPr lang="en-US" sz="1700" dirty="0"/>
          </a:p>
        </p:txBody>
      </p:sp>
      <p:sp>
        <p:nvSpPr>
          <p:cNvPr id="86" name="Shape 3">
            <a:extLst>
              <a:ext uri="{FF2B5EF4-FFF2-40B4-BE49-F238E27FC236}">
                <a16:creationId xmlns:a16="http://schemas.microsoft.com/office/drawing/2014/main" id="{016D5173-18AC-F3C9-A76E-E926643C8FB6}"/>
              </a:ext>
            </a:extLst>
          </p:cNvPr>
          <p:cNvSpPr/>
          <p:nvPr/>
        </p:nvSpPr>
        <p:spPr>
          <a:xfrm>
            <a:off x="434341" y="1128067"/>
            <a:ext cx="4728210" cy="629976"/>
          </a:xfrm>
          <a:prstGeom prst="roundRect">
            <a:avLst>
              <a:gd name="adj" fmla="val 2174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6">
            <a:extLst>
              <a:ext uri="{FF2B5EF4-FFF2-40B4-BE49-F238E27FC236}">
                <a16:creationId xmlns:a16="http://schemas.microsoft.com/office/drawing/2014/main" id="{9D5B4C84-AE6B-BBB4-6265-54D812D9F37A}"/>
              </a:ext>
            </a:extLst>
          </p:cNvPr>
          <p:cNvSpPr txBox="1"/>
          <p:nvPr/>
        </p:nvSpPr>
        <p:spPr>
          <a:xfrm>
            <a:off x="1943100" y="1285481"/>
            <a:ext cx="22794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 Sharpening</a:t>
            </a:r>
            <a:endParaRPr lang="en-US" sz="17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DCE9A6E-FB2E-D4C5-2D61-A6E09AA32311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A7401FA1-1096-B8B8-2B36-36A0547D1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20DA165-8C4A-C824-E4BA-07CC7D8BDD94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312495" cy="4273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11B8EE4-30C6-D120-EA02-D4FD0A1271BD}"/>
              </a:ext>
            </a:extLst>
          </p:cNvPr>
          <p:cNvSpPr txBox="1"/>
          <p:nvPr/>
        </p:nvSpPr>
        <p:spPr>
          <a:xfrm>
            <a:off x="550276" y="364476"/>
            <a:ext cx="67829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How the Laplacian responds to an edge</a:t>
            </a:r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A0D0D3F7-5ADC-A368-55B0-27EBB939ED1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sp>
        <p:nvSpPr>
          <p:cNvPr id="25" name="Shape 3">
            <a:extLst>
              <a:ext uri="{FF2B5EF4-FFF2-40B4-BE49-F238E27FC236}">
                <a16:creationId xmlns:a16="http://schemas.microsoft.com/office/drawing/2014/main" id="{56D05BAA-4430-3264-C8F6-D711F5E014D0}"/>
              </a:ext>
            </a:extLst>
          </p:cNvPr>
          <p:cNvSpPr/>
          <p:nvPr/>
        </p:nvSpPr>
        <p:spPr>
          <a:xfrm>
            <a:off x="550276" y="1290710"/>
            <a:ext cx="960120" cy="274320"/>
          </a:xfrm>
          <a:prstGeom prst="roundRect">
            <a:avLst>
              <a:gd name="adj" fmla="val 26667"/>
            </a:avLst>
          </a:prstGeom>
          <a:solidFill>
            <a:srgbClr val="EFA135"/>
          </a:solidFill>
          <a:ln w="12700">
            <a:solidFill>
              <a:srgbClr val="EFA1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67E8FC31-36A9-B971-D51C-F5528EA46F83}"/>
              </a:ext>
            </a:extLst>
          </p:cNvPr>
          <p:cNvSpPr txBox="1"/>
          <p:nvPr/>
        </p:nvSpPr>
        <p:spPr>
          <a:xfrm>
            <a:off x="666212" y="1276179"/>
            <a:ext cx="6134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</a:t>
            </a:r>
            <a:endParaRPr lang="en-US" sz="1050" dirty="0"/>
          </a:p>
        </p:txBody>
      </p:sp>
      <p:pic>
        <p:nvPicPr>
          <p:cNvPr id="33" name="Image 0" descr="fig/c4_blur.png">
            <a:extLst>
              <a:ext uri="{FF2B5EF4-FFF2-40B4-BE49-F238E27FC236}">
                <a16:creationId xmlns:a16="http://schemas.microsoft.com/office/drawing/2014/main" id="{ED0ED637-3D4A-5376-EDF2-C2EC9CBA6C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015" y="1128067"/>
            <a:ext cx="1463040" cy="973197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6">
                <a:extLst>
                  <a:ext uri="{FF2B5EF4-FFF2-40B4-BE49-F238E27FC236}">
                    <a16:creationId xmlns:a16="http://schemas.microsoft.com/office/drawing/2014/main" id="{FB0CD107-9644-F845-F707-73C6CCB1FF5F}"/>
                  </a:ext>
                </a:extLst>
              </p:cNvPr>
              <p:cNvSpPr txBox="1"/>
              <p:nvPr/>
            </p:nvSpPr>
            <p:spPr>
              <a:xfrm>
                <a:off x="5348575" y="2209026"/>
                <a:ext cx="1645920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/>
                <a:r>
                  <a:rPr lang="en-US" sz="1250" b="1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Input, </a:t>
                </a:r>
                <a14:m>
                  <m:oMath xmlns:m="http://schemas.openxmlformats.org/officeDocument/2006/math">
                    <m:r>
                      <a:rPr lang="en-US" sz="1250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𝒌</m:t>
                    </m:r>
                    <m:r>
                      <a:rPr lang="en-US" sz="1250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=</m:t>
                    </m:r>
                    <m:r>
                      <a:rPr lang="en-US" sz="1250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𝟎</m:t>
                    </m:r>
                  </m:oMath>
                </a14:m>
                <a:endParaRPr lang="en-US" sz="1250" b="1" dirty="0">
                  <a:solidFill>
                    <a:schemeClr val="tx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</p:txBody>
          </p:sp>
        </mc:Choice>
        <mc:Fallback xmlns="">
          <p:sp>
            <p:nvSpPr>
              <p:cNvPr id="35" name="Text 6">
                <a:extLst>
                  <a:ext uri="{FF2B5EF4-FFF2-40B4-BE49-F238E27FC236}">
                    <a16:creationId xmlns:a16="http://schemas.microsoft.com/office/drawing/2014/main" id="{FB0CD107-9644-F845-F707-73C6CCB1F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8575" y="2209026"/>
                <a:ext cx="1645920" cy="274320"/>
              </a:xfrm>
              <a:prstGeom prst="rect">
                <a:avLst/>
              </a:prstGeom>
              <a:blipFill>
                <a:blip r:embed="rId5"/>
                <a:stretch>
                  <a:fillRect t="-17778" b="-444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7" name="Image 1" descr="fig/c4_mask.png">
            <a:extLst>
              <a:ext uri="{FF2B5EF4-FFF2-40B4-BE49-F238E27FC236}">
                <a16:creationId xmlns:a16="http://schemas.microsoft.com/office/drawing/2014/main" id="{7DF948CE-4393-A1FD-3DBB-762C9C96C6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2783" y="1128067"/>
            <a:ext cx="1463040" cy="973197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 7">
                <a:extLst>
                  <a:ext uri="{FF2B5EF4-FFF2-40B4-BE49-F238E27FC236}">
                    <a16:creationId xmlns:a16="http://schemas.microsoft.com/office/drawing/2014/main" id="{737196DD-3DF6-34C9-2D6F-7D62AD6BAB31}"/>
                  </a:ext>
                </a:extLst>
              </p:cNvPr>
              <p:cNvSpPr txBox="1"/>
              <p:nvPr/>
            </p:nvSpPr>
            <p:spPr>
              <a:xfrm>
                <a:off x="6921343" y="2209026"/>
                <a:ext cx="1645920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/>
                <a:r>
                  <a:rPr lang="en-US" sz="1250" b="1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Detailed mask, </a:t>
                </a:r>
                <a14:m>
                  <m:oMath xmlns:m="http://schemas.openxmlformats.org/officeDocument/2006/math">
                    <m:r>
                      <a:rPr lang="en-US" sz="125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𝒎</m:t>
                    </m:r>
                  </m:oMath>
                </a14:m>
                <a:endParaRPr lang="en-US" sz="125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0" name="Text 7">
                <a:extLst>
                  <a:ext uri="{FF2B5EF4-FFF2-40B4-BE49-F238E27FC236}">
                    <a16:creationId xmlns:a16="http://schemas.microsoft.com/office/drawing/2014/main" id="{737196DD-3DF6-34C9-2D6F-7D62AD6BAB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1343" y="2209026"/>
                <a:ext cx="1645920" cy="274320"/>
              </a:xfrm>
              <a:prstGeom prst="rect">
                <a:avLst/>
              </a:prstGeom>
              <a:blipFill>
                <a:blip r:embed="rId7"/>
                <a:stretch>
                  <a:fillRect t="-17778" b="-444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2" name="Image 2" descr="fig/c4_k1.png">
            <a:extLst>
              <a:ext uri="{FF2B5EF4-FFF2-40B4-BE49-F238E27FC236}">
                <a16:creationId xmlns:a16="http://schemas.microsoft.com/office/drawing/2014/main" id="{654B8503-88DB-F913-AFD3-3D15867943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5551" y="1128067"/>
            <a:ext cx="1463040" cy="973197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 8">
                <a:extLst>
                  <a:ext uri="{FF2B5EF4-FFF2-40B4-BE49-F238E27FC236}">
                    <a16:creationId xmlns:a16="http://schemas.microsoft.com/office/drawing/2014/main" id="{AF7AA8A1-22B2-9BE7-55D4-04350294312B}"/>
                  </a:ext>
                </a:extLst>
              </p:cNvPr>
              <p:cNvSpPr txBox="1"/>
              <p:nvPr/>
            </p:nvSpPr>
            <p:spPr>
              <a:xfrm>
                <a:off x="8494111" y="2209026"/>
                <a:ext cx="1645920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25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𝒌</m:t>
                    </m:r>
                    <m:r>
                      <a:rPr lang="en-US" sz="1250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=</m:t>
                    </m:r>
                    <m:r>
                      <a:rPr lang="en-US" sz="125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𝟏</m:t>
                    </m:r>
                    <m:r>
                      <a:rPr lang="en-US" sz="1250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;</m:t>
                    </m:r>
                  </m:oMath>
                </a14:m>
                <a:r>
                  <a:rPr lang="en-US" sz="1250" b="1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Balanced</a:t>
                </a:r>
              </a:p>
            </p:txBody>
          </p:sp>
        </mc:Choice>
        <mc:Fallback xmlns="">
          <p:sp>
            <p:nvSpPr>
              <p:cNvPr id="45" name="Text 8">
                <a:extLst>
                  <a:ext uri="{FF2B5EF4-FFF2-40B4-BE49-F238E27FC236}">
                    <a16:creationId xmlns:a16="http://schemas.microsoft.com/office/drawing/2014/main" id="{AF7AA8A1-22B2-9BE7-55D4-0435029431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4111" y="2209026"/>
                <a:ext cx="1645920" cy="274320"/>
              </a:xfrm>
              <a:prstGeom prst="rect">
                <a:avLst/>
              </a:prstGeom>
              <a:blipFill>
                <a:blip r:embed="rId9"/>
                <a:stretch>
                  <a:fillRect t="-17778" b="-444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8" name="Image 3" descr="fig/c4_k3.png">
            <a:extLst>
              <a:ext uri="{FF2B5EF4-FFF2-40B4-BE49-F238E27FC236}">
                <a16:creationId xmlns:a16="http://schemas.microsoft.com/office/drawing/2014/main" id="{EBD3BACF-AF11-3A22-5BE1-D0F4898DA52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58319" y="1128067"/>
            <a:ext cx="1463040" cy="973197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 9">
                <a:extLst>
                  <a:ext uri="{FF2B5EF4-FFF2-40B4-BE49-F238E27FC236}">
                    <a16:creationId xmlns:a16="http://schemas.microsoft.com/office/drawing/2014/main" id="{65229F0F-69D8-A362-1D34-320A64F469C7}"/>
                  </a:ext>
                </a:extLst>
              </p:cNvPr>
              <p:cNvSpPr txBox="1"/>
              <p:nvPr/>
            </p:nvSpPr>
            <p:spPr>
              <a:xfrm>
                <a:off x="10066879" y="2209026"/>
                <a:ext cx="1645920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25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𝒌</m:t>
                      </m:r>
                      <m:r>
                        <a:rPr lang="en-US" sz="125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=</m:t>
                      </m:r>
                      <m:r>
                        <a:rPr lang="en-US" sz="125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𝟑</m:t>
                      </m:r>
                    </m:oMath>
                  </m:oMathPara>
                </a14:m>
                <a:endParaRPr lang="en-US" sz="1250" b="1" dirty="0">
                  <a:solidFill>
                    <a:schemeClr val="tx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</p:txBody>
          </p:sp>
        </mc:Choice>
        <mc:Fallback xmlns="">
          <p:sp>
            <p:nvSpPr>
              <p:cNvPr id="50" name="Text 9">
                <a:extLst>
                  <a:ext uri="{FF2B5EF4-FFF2-40B4-BE49-F238E27FC236}">
                    <a16:creationId xmlns:a16="http://schemas.microsoft.com/office/drawing/2014/main" id="{65229F0F-69D8-A362-1D34-320A64F469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6879" y="2209026"/>
                <a:ext cx="1645920" cy="2743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 10">
                <a:extLst>
                  <a:ext uri="{FF2B5EF4-FFF2-40B4-BE49-F238E27FC236}">
                    <a16:creationId xmlns:a16="http://schemas.microsoft.com/office/drawing/2014/main" id="{D8E7A0F2-7E83-AE0B-58C4-160311145A6C}"/>
                  </a:ext>
                </a:extLst>
              </p:cNvPr>
              <p:cNvSpPr txBox="1"/>
              <p:nvPr/>
            </p:nvSpPr>
            <p:spPr>
              <a:xfrm>
                <a:off x="6067044" y="2573050"/>
                <a:ext cx="5318506" cy="47101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The parameter </a:t>
                </a:r>
                <a14:m>
                  <m:oMath xmlns:m="http://schemas.openxmlformats.org/officeDocument/2006/math">
                    <m:r>
                      <a:rPr lang="en-US" sz="1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𝑘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 controls sharpening strength. Large values increase edge contrast but can create halos and amplify noise.</a:t>
                </a:r>
              </a:p>
            </p:txBody>
          </p:sp>
        </mc:Choice>
        <mc:Fallback xmlns="">
          <p:sp>
            <p:nvSpPr>
              <p:cNvPr id="53" name="Text 10">
                <a:extLst>
                  <a:ext uri="{FF2B5EF4-FFF2-40B4-BE49-F238E27FC236}">
                    <a16:creationId xmlns:a16="http://schemas.microsoft.com/office/drawing/2014/main" id="{D8E7A0F2-7E83-AE0B-58C4-160311145A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7044" y="2573050"/>
                <a:ext cx="5318506" cy="471017"/>
              </a:xfrm>
              <a:prstGeom prst="rect">
                <a:avLst/>
              </a:prstGeom>
              <a:blipFill>
                <a:blip r:embed="rId12"/>
                <a:stretch>
                  <a:fillRect t="-11688" b="-1428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Shape 14">
            <a:extLst>
              <a:ext uri="{FF2B5EF4-FFF2-40B4-BE49-F238E27FC236}">
                <a16:creationId xmlns:a16="http://schemas.microsoft.com/office/drawing/2014/main" id="{24E3E015-10BE-6412-7854-D53612EE8024}"/>
              </a:ext>
            </a:extLst>
          </p:cNvPr>
          <p:cNvSpPr/>
          <p:nvPr/>
        </p:nvSpPr>
        <p:spPr>
          <a:xfrm>
            <a:off x="530748" y="3888606"/>
            <a:ext cx="960120" cy="274320"/>
          </a:xfrm>
          <a:prstGeom prst="roundRect">
            <a:avLst>
              <a:gd name="adj" fmla="val 26667"/>
            </a:avLst>
          </a:prstGeom>
          <a:solidFill>
            <a:srgbClr val="EFA135"/>
          </a:solidFill>
          <a:ln w="12700">
            <a:solidFill>
              <a:srgbClr val="EFA1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15">
            <a:extLst>
              <a:ext uri="{FF2B5EF4-FFF2-40B4-BE49-F238E27FC236}">
                <a16:creationId xmlns:a16="http://schemas.microsoft.com/office/drawing/2014/main" id="{FF284FCC-8B95-EEF7-B979-8E6D6F5E1B22}"/>
              </a:ext>
            </a:extLst>
          </p:cNvPr>
          <p:cNvSpPr txBox="1"/>
          <p:nvPr/>
        </p:nvSpPr>
        <p:spPr>
          <a:xfrm>
            <a:off x="588716" y="3881462"/>
            <a:ext cx="844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B</a:t>
            </a:r>
            <a:endParaRPr lang="en-US" sz="1050" dirty="0"/>
          </a:p>
        </p:txBody>
      </p:sp>
      <p:pic>
        <p:nvPicPr>
          <p:cNvPr id="62" name="Image 4" descr="fig/c4_vol_sharp.png">
            <a:extLst>
              <a:ext uri="{FF2B5EF4-FFF2-40B4-BE49-F238E27FC236}">
                <a16:creationId xmlns:a16="http://schemas.microsoft.com/office/drawing/2014/main" id="{AA73D020-6D44-3AD6-B2D1-64EDCB82497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17946" y="4688854"/>
            <a:ext cx="1463040" cy="973197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65" name="Text 17">
            <a:extLst>
              <a:ext uri="{FF2B5EF4-FFF2-40B4-BE49-F238E27FC236}">
                <a16:creationId xmlns:a16="http://schemas.microsoft.com/office/drawing/2014/main" id="{466395E2-7008-7B10-951B-FE50F5392247}"/>
              </a:ext>
            </a:extLst>
          </p:cNvPr>
          <p:cNvSpPr txBox="1"/>
          <p:nvPr/>
        </p:nvSpPr>
        <p:spPr>
          <a:xfrm>
            <a:off x="1642613" y="562822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A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399</a:t>
            </a:r>
            <a:endParaRPr lang="en-US" sz="2600" dirty="0"/>
          </a:p>
        </p:txBody>
      </p:sp>
      <p:sp>
        <p:nvSpPr>
          <p:cNvPr id="68" name="Text 18">
            <a:extLst>
              <a:ext uri="{FF2B5EF4-FFF2-40B4-BE49-F238E27FC236}">
                <a16:creationId xmlns:a16="http://schemas.microsoft.com/office/drawing/2014/main" id="{9CB83991-9DFA-5E42-194D-827511E6BA89}"/>
              </a:ext>
            </a:extLst>
          </p:cNvPr>
          <p:cNvSpPr txBox="1"/>
          <p:nvPr/>
        </p:nvSpPr>
        <p:spPr>
          <a:xfrm>
            <a:off x="1729426" y="446036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Keep</a:t>
            </a:r>
            <a:endParaRPr lang="en-US" sz="1300" dirty="0"/>
          </a:p>
        </p:txBody>
      </p:sp>
      <p:pic>
        <p:nvPicPr>
          <p:cNvPr id="70" name="Image 5" descr="fig/c4_vol_soft.png">
            <a:extLst>
              <a:ext uri="{FF2B5EF4-FFF2-40B4-BE49-F238E27FC236}">
                <a16:creationId xmlns:a16="http://schemas.microsoft.com/office/drawing/2014/main" id="{5B248A76-ADE6-239D-B66D-396E1C8BB54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66786" y="4688854"/>
            <a:ext cx="1463040" cy="973197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73" name="Text 19">
            <a:extLst>
              <a:ext uri="{FF2B5EF4-FFF2-40B4-BE49-F238E27FC236}">
                <a16:creationId xmlns:a16="http://schemas.microsoft.com/office/drawing/2014/main" id="{209F01C2-3C3D-053C-EECB-E9B3C354741C}"/>
              </a:ext>
            </a:extLst>
          </p:cNvPr>
          <p:cNvSpPr txBox="1"/>
          <p:nvPr/>
        </p:nvSpPr>
        <p:spPr>
          <a:xfrm>
            <a:off x="4080196" y="562822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FA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600" dirty="0"/>
          </a:p>
        </p:txBody>
      </p:sp>
      <p:sp>
        <p:nvSpPr>
          <p:cNvPr id="76" name="Text 20">
            <a:extLst>
              <a:ext uri="{FF2B5EF4-FFF2-40B4-BE49-F238E27FC236}">
                <a16:creationId xmlns:a16="http://schemas.microsoft.com/office/drawing/2014/main" id="{CD5C2686-563C-8B04-A043-76895A182A04}"/>
              </a:ext>
            </a:extLst>
          </p:cNvPr>
          <p:cNvSpPr txBox="1"/>
          <p:nvPr/>
        </p:nvSpPr>
        <p:spPr>
          <a:xfrm>
            <a:off x="3878266" y="446036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Warn</a:t>
            </a:r>
            <a:endParaRPr lang="en-US" sz="1300" dirty="0"/>
          </a:p>
        </p:txBody>
      </p:sp>
      <p:pic>
        <p:nvPicPr>
          <p:cNvPr id="78" name="Image 6" descr="fig/c4_vol_blurry.png">
            <a:extLst>
              <a:ext uri="{FF2B5EF4-FFF2-40B4-BE49-F238E27FC236}">
                <a16:creationId xmlns:a16="http://schemas.microsoft.com/office/drawing/2014/main" id="{2EF37B0A-A02F-C8A4-3D61-CE44027D368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15626" y="4688854"/>
            <a:ext cx="1463040" cy="973197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81" name="Text 21">
            <a:extLst>
              <a:ext uri="{FF2B5EF4-FFF2-40B4-BE49-F238E27FC236}">
                <a16:creationId xmlns:a16="http://schemas.microsoft.com/office/drawing/2014/main" id="{4A1D81AC-E8C6-5DF8-7CE5-E17DCEEA4CE9}"/>
              </a:ext>
            </a:extLst>
          </p:cNvPr>
          <p:cNvSpPr txBox="1"/>
          <p:nvPr/>
        </p:nvSpPr>
        <p:spPr>
          <a:xfrm>
            <a:off x="6229036" y="5591617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7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84" name="Text 22">
            <a:extLst>
              <a:ext uri="{FF2B5EF4-FFF2-40B4-BE49-F238E27FC236}">
                <a16:creationId xmlns:a16="http://schemas.microsoft.com/office/drawing/2014/main" id="{DC88E321-B903-2CE1-0AEE-111517EC8C70}"/>
              </a:ext>
            </a:extLst>
          </p:cNvPr>
          <p:cNvSpPr txBox="1"/>
          <p:nvPr/>
        </p:nvSpPr>
        <p:spPr>
          <a:xfrm>
            <a:off x="6110805" y="446036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3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539A1681-9201-167C-C343-3769FF04C0D6}"/>
                  </a:ext>
                </a:extLst>
              </p:cNvPr>
              <p:cNvSpPr txBox="1"/>
              <p:nvPr/>
            </p:nvSpPr>
            <p:spPr>
              <a:xfrm>
                <a:off x="416006" y="1930858"/>
                <a:ext cx="1290994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𝑏𝑙𝑢𝑟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539A1681-9201-167C-C343-3769FF04C0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006" y="1930858"/>
                <a:ext cx="1290994" cy="830997"/>
              </a:xfrm>
              <a:prstGeom prst="rect">
                <a:avLst/>
              </a:prstGeom>
              <a:blipFill>
                <a:blip r:embed="rId16"/>
                <a:stretch>
                  <a:fillRect l="-4245" t="-735" r="-1887" b="-11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253EFFD3-4F09-A20C-8FDE-4AB4F8D19FF2}"/>
                  </a:ext>
                </a:extLst>
              </p:cNvPr>
              <p:cNvSpPr txBox="1"/>
              <p:nvPr/>
            </p:nvSpPr>
            <p:spPr>
              <a:xfrm>
                <a:off x="1914809" y="1890115"/>
                <a:ext cx="3336599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: uploaded image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: blurred version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: high-frequency detailed mask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: sharpened result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: sharpening strength</a:t>
                </a:r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253EFFD3-4F09-A20C-8FDE-4AB4F8D19F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4809" y="1890115"/>
                <a:ext cx="3336599" cy="1477328"/>
              </a:xfrm>
              <a:prstGeom prst="rect">
                <a:avLst/>
              </a:prstGeom>
              <a:blipFill>
                <a:blip r:embed="rId17"/>
                <a:stretch>
                  <a:fillRect l="-548" t="-2066" b="-5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Rectangle 121">
            <a:extLst>
              <a:ext uri="{FF2B5EF4-FFF2-40B4-BE49-F238E27FC236}">
                <a16:creationId xmlns:a16="http://schemas.microsoft.com/office/drawing/2014/main" id="{7146ACC4-1818-FB46-4CD6-07E25B643979}"/>
              </a:ext>
            </a:extLst>
          </p:cNvPr>
          <p:cNvSpPr/>
          <p:nvPr/>
        </p:nvSpPr>
        <p:spPr>
          <a:xfrm>
            <a:off x="343506" y="3654211"/>
            <a:ext cx="11403994" cy="2500602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0" name="Picture 129">
            <a:extLst>
              <a:ext uri="{FF2B5EF4-FFF2-40B4-BE49-F238E27FC236}">
                <a16:creationId xmlns:a16="http://schemas.microsoft.com/office/drawing/2014/main" id="{2C7CD83D-DFE9-50EA-E372-045EE04A4BF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134" name="Text 9001">
            <a:extLst>
              <a:ext uri="{FF2B5EF4-FFF2-40B4-BE49-F238E27FC236}">
                <a16:creationId xmlns:a16="http://schemas.microsoft.com/office/drawing/2014/main" id="{70A55BDB-63EA-BBFB-3B73-589A9D45A076}"/>
              </a:ext>
            </a:extLst>
          </p:cNvPr>
          <p:cNvSpPr txBox="1"/>
          <p:nvPr/>
        </p:nvSpPr>
        <p:spPr>
          <a:xfrm>
            <a:off x="7692076" y="4585777"/>
            <a:ext cx="3693474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700" b="1" i="0" dirty="0">
                <a:solidFill>
                  <a:srgbClr val="002060"/>
                </a:solidFill>
                <a:latin typeface="Calibri"/>
                <a:cs typeface="Calibri"/>
              </a:rPr>
              <a:t>Blur score = Var[∇²f]</a:t>
            </a:r>
          </a:p>
          <a:p>
            <a:pPr marL="285750" indent="-285750" algn="l">
              <a:spcAft>
                <a:spcPts val="2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1F2937"/>
                </a:solidFill>
                <a:latin typeface="Calibri"/>
                <a:cs typeface="Calibri"/>
              </a:rPr>
              <a:t>Sharp photo → many edges → high score</a:t>
            </a:r>
          </a:p>
          <a:p>
            <a:pPr marL="285750" indent="-285750" algn="l">
              <a:spcAft>
                <a:spcPts val="2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1F2937"/>
                </a:solidFill>
                <a:latin typeface="Calibri"/>
                <a:cs typeface="Calibri"/>
              </a:rPr>
              <a:t>Blurry photo → few edges → low score</a:t>
            </a:r>
          </a:p>
          <a:p>
            <a:pPr marL="285750" indent="-285750" algn="l">
              <a:spcAft>
                <a:spcPts val="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1F2937"/>
                </a:solidFill>
                <a:latin typeface="Calibri"/>
                <a:cs typeface="Calibri"/>
              </a:rPr>
              <a:t>Threshold the score: keep, warn or reject</a:t>
            </a:r>
          </a:p>
        </p:txBody>
      </p:sp>
      <p:sp>
        <p:nvSpPr>
          <p:cNvPr id="138" name="Parallelogram 41">
            <a:extLst>
              <a:ext uri="{FF2B5EF4-FFF2-40B4-BE49-F238E27FC236}">
                <a16:creationId xmlns:a16="http://schemas.microsoft.com/office/drawing/2014/main" id="{D4D7BF43-D2CD-4477-668F-A7A5BC0EEDA9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31/33</a:t>
            </a:r>
          </a:p>
        </p:txBody>
      </p:sp>
    </p:spTree>
    <p:extLst>
      <p:ext uri="{BB962C8B-B14F-4D97-AF65-F5344CB8AC3E}">
        <p14:creationId xmlns:p14="http://schemas.microsoft.com/office/powerpoint/2010/main" val="42803490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70B9D-89D4-54A4-808F-EA75B0717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4CEC41F-7393-75C3-C56D-DFFA57CFD31D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73D91C73-8864-EFEE-5688-EA1A61CF2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31A5015-9C76-F5E3-1A8D-3BB0AB415B29}"/>
              </a:ext>
            </a:extLst>
          </p:cNvPr>
          <p:cNvCxnSpPr>
            <a:cxnSpLocks/>
          </p:cNvCxnSpPr>
          <p:nvPr/>
        </p:nvCxnSpPr>
        <p:spPr>
          <a:xfrm>
            <a:off x="435005" y="923068"/>
            <a:ext cx="11310152" cy="52366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00693CF-8636-139C-F91D-B09D07411A46}"/>
              </a:ext>
            </a:extLst>
          </p:cNvPr>
          <p:cNvSpPr txBox="1"/>
          <p:nvPr/>
        </p:nvSpPr>
        <p:spPr>
          <a:xfrm>
            <a:off x="550276" y="364476"/>
            <a:ext cx="49704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The three filters side by side</a:t>
            </a:r>
          </a:p>
        </p:txBody>
      </p:sp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51D8AFEE-065A-FB25-2C7B-A2D45E0804A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sp>
        <p:nvSpPr>
          <p:cNvPr id="3" name="Shape 3">
            <a:extLst>
              <a:ext uri="{FF2B5EF4-FFF2-40B4-BE49-F238E27FC236}">
                <a16:creationId xmlns:a16="http://schemas.microsoft.com/office/drawing/2014/main" id="{6CD8778E-8CD5-0228-F7BD-0A1AEAF78959}"/>
              </a:ext>
            </a:extLst>
          </p:cNvPr>
          <p:cNvSpPr/>
          <p:nvPr/>
        </p:nvSpPr>
        <p:spPr>
          <a:xfrm>
            <a:off x="457200" y="1143000"/>
            <a:ext cx="3611880" cy="4965700"/>
          </a:xfrm>
          <a:prstGeom prst="rect">
            <a:avLst/>
          </a:prstGeom>
          <a:solidFill>
            <a:srgbClr val="E3EFF9"/>
          </a:solidFill>
          <a:ln w="12700">
            <a:solidFill>
              <a:srgbClr val="E3EF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B87B24FB-C647-9371-24E4-C7670F7F7574}"/>
              </a:ext>
            </a:extLst>
          </p:cNvPr>
          <p:cNvSpPr txBox="1"/>
          <p:nvPr/>
        </p:nvSpPr>
        <p:spPr>
          <a:xfrm>
            <a:off x="685800" y="1234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Averaging filter</a:t>
            </a:r>
            <a:endParaRPr lang="en-US" sz="220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42DB5D2F-FAC0-F643-EF9D-340D73F46FBF}"/>
              </a:ext>
            </a:extLst>
          </p:cNvPr>
          <p:cNvSpPr/>
          <p:nvPr/>
        </p:nvSpPr>
        <p:spPr>
          <a:xfrm>
            <a:off x="1417320" y="1828800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C74E688F-2BED-B03A-5A95-5CCF2E3487AB}"/>
              </a:ext>
            </a:extLst>
          </p:cNvPr>
          <p:cNvSpPr txBox="1"/>
          <p:nvPr/>
        </p:nvSpPr>
        <p:spPr>
          <a:xfrm>
            <a:off x="141732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5E4A2F5E-B04D-6F4B-03F4-D519FFA58286}"/>
              </a:ext>
            </a:extLst>
          </p:cNvPr>
          <p:cNvSpPr/>
          <p:nvPr/>
        </p:nvSpPr>
        <p:spPr>
          <a:xfrm>
            <a:off x="1984248" y="1828800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688CBA88-AB31-56D8-6AEE-BA91F1A99F27}"/>
              </a:ext>
            </a:extLst>
          </p:cNvPr>
          <p:cNvSpPr txBox="1"/>
          <p:nvPr/>
        </p:nvSpPr>
        <p:spPr>
          <a:xfrm>
            <a:off x="1984248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9" name="Shape 10">
            <a:extLst>
              <a:ext uri="{FF2B5EF4-FFF2-40B4-BE49-F238E27FC236}">
                <a16:creationId xmlns:a16="http://schemas.microsoft.com/office/drawing/2014/main" id="{8B9F3EF4-49CF-126C-7677-2C7893C52C65}"/>
              </a:ext>
            </a:extLst>
          </p:cNvPr>
          <p:cNvSpPr/>
          <p:nvPr/>
        </p:nvSpPr>
        <p:spPr>
          <a:xfrm>
            <a:off x="2551176" y="1828800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09555FB9-7E2B-66A5-86EA-DC485A5510BB}"/>
              </a:ext>
            </a:extLst>
          </p:cNvPr>
          <p:cNvSpPr txBox="1"/>
          <p:nvPr/>
        </p:nvSpPr>
        <p:spPr>
          <a:xfrm>
            <a:off x="2551176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5" name="Shape 12">
            <a:extLst>
              <a:ext uri="{FF2B5EF4-FFF2-40B4-BE49-F238E27FC236}">
                <a16:creationId xmlns:a16="http://schemas.microsoft.com/office/drawing/2014/main" id="{28D4D8A5-C7D5-CA55-2B73-7DD2B9561973}"/>
              </a:ext>
            </a:extLst>
          </p:cNvPr>
          <p:cNvSpPr/>
          <p:nvPr/>
        </p:nvSpPr>
        <p:spPr>
          <a:xfrm>
            <a:off x="1417320" y="2395728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B12D9D5F-F106-A122-6D25-FF28707A1E53}"/>
              </a:ext>
            </a:extLst>
          </p:cNvPr>
          <p:cNvSpPr txBox="1"/>
          <p:nvPr/>
        </p:nvSpPr>
        <p:spPr>
          <a:xfrm>
            <a:off x="1417320" y="23957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2" name="Shape 14">
            <a:extLst>
              <a:ext uri="{FF2B5EF4-FFF2-40B4-BE49-F238E27FC236}">
                <a16:creationId xmlns:a16="http://schemas.microsoft.com/office/drawing/2014/main" id="{9D73170F-72A7-C777-2263-980E4D5E962C}"/>
              </a:ext>
            </a:extLst>
          </p:cNvPr>
          <p:cNvSpPr/>
          <p:nvPr/>
        </p:nvSpPr>
        <p:spPr>
          <a:xfrm>
            <a:off x="1984248" y="2395728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15">
            <a:extLst>
              <a:ext uri="{FF2B5EF4-FFF2-40B4-BE49-F238E27FC236}">
                <a16:creationId xmlns:a16="http://schemas.microsoft.com/office/drawing/2014/main" id="{AA371BF2-B9D1-7C9D-F223-EC0535265438}"/>
              </a:ext>
            </a:extLst>
          </p:cNvPr>
          <p:cNvSpPr txBox="1"/>
          <p:nvPr/>
        </p:nvSpPr>
        <p:spPr>
          <a:xfrm>
            <a:off x="1984248" y="23957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8" name="Shape 16">
            <a:extLst>
              <a:ext uri="{FF2B5EF4-FFF2-40B4-BE49-F238E27FC236}">
                <a16:creationId xmlns:a16="http://schemas.microsoft.com/office/drawing/2014/main" id="{4B61FE9E-468A-9B6B-9055-E04FE1846877}"/>
              </a:ext>
            </a:extLst>
          </p:cNvPr>
          <p:cNvSpPr/>
          <p:nvPr/>
        </p:nvSpPr>
        <p:spPr>
          <a:xfrm>
            <a:off x="2551176" y="2395728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17">
            <a:extLst>
              <a:ext uri="{FF2B5EF4-FFF2-40B4-BE49-F238E27FC236}">
                <a16:creationId xmlns:a16="http://schemas.microsoft.com/office/drawing/2014/main" id="{821FB153-FE67-9728-8AFA-740E1811F3B3}"/>
              </a:ext>
            </a:extLst>
          </p:cNvPr>
          <p:cNvSpPr txBox="1"/>
          <p:nvPr/>
        </p:nvSpPr>
        <p:spPr>
          <a:xfrm>
            <a:off x="2551176" y="23957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4" name="Shape 18">
            <a:extLst>
              <a:ext uri="{FF2B5EF4-FFF2-40B4-BE49-F238E27FC236}">
                <a16:creationId xmlns:a16="http://schemas.microsoft.com/office/drawing/2014/main" id="{47E3A68A-4FD1-64E8-3715-5031327E9285}"/>
              </a:ext>
            </a:extLst>
          </p:cNvPr>
          <p:cNvSpPr/>
          <p:nvPr/>
        </p:nvSpPr>
        <p:spPr>
          <a:xfrm>
            <a:off x="1417320" y="2962656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0DE1D710-EA97-8F3E-B3FE-C3B8129630BB}"/>
              </a:ext>
            </a:extLst>
          </p:cNvPr>
          <p:cNvSpPr txBox="1"/>
          <p:nvPr/>
        </p:nvSpPr>
        <p:spPr>
          <a:xfrm>
            <a:off x="1417320" y="29626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0" name="Shape 20">
            <a:extLst>
              <a:ext uri="{FF2B5EF4-FFF2-40B4-BE49-F238E27FC236}">
                <a16:creationId xmlns:a16="http://schemas.microsoft.com/office/drawing/2014/main" id="{0EBD47D1-C317-823C-DAB2-9FCE034E58BB}"/>
              </a:ext>
            </a:extLst>
          </p:cNvPr>
          <p:cNvSpPr/>
          <p:nvPr/>
        </p:nvSpPr>
        <p:spPr>
          <a:xfrm>
            <a:off x="1984248" y="2962656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21">
            <a:extLst>
              <a:ext uri="{FF2B5EF4-FFF2-40B4-BE49-F238E27FC236}">
                <a16:creationId xmlns:a16="http://schemas.microsoft.com/office/drawing/2014/main" id="{8CF7D8DE-A7C2-ABA5-4338-B2C6F18C7D37}"/>
              </a:ext>
            </a:extLst>
          </p:cNvPr>
          <p:cNvSpPr txBox="1"/>
          <p:nvPr/>
        </p:nvSpPr>
        <p:spPr>
          <a:xfrm>
            <a:off x="1984248" y="29626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6" name="Shape 22">
            <a:extLst>
              <a:ext uri="{FF2B5EF4-FFF2-40B4-BE49-F238E27FC236}">
                <a16:creationId xmlns:a16="http://schemas.microsoft.com/office/drawing/2014/main" id="{544D2E31-A0BE-C375-B9C1-8E78E849CEC2}"/>
              </a:ext>
            </a:extLst>
          </p:cNvPr>
          <p:cNvSpPr/>
          <p:nvPr/>
        </p:nvSpPr>
        <p:spPr>
          <a:xfrm>
            <a:off x="2551176" y="2962656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23">
            <a:extLst>
              <a:ext uri="{FF2B5EF4-FFF2-40B4-BE49-F238E27FC236}">
                <a16:creationId xmlns:a16="http://schemas.microsoft.com/office/drawing/2014/main" id="{179EFF93-2EF6-6C60-CB94-29A14C821E85}"/>
              </a:ext>
            </a:extLst>
          </p:cNvPr>
          <p:cNvSpPr txBox="1"/>
          <p:nvPr/>
        </p:nvSpPr>
        <p:spPr>
          <a:xfrm>
            <a:off x="2551176" y="29626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1" name="Text 24">
            <a:extLst>
              <a:ext uri="{FF2B5EF4-FFF2-40B4-BE49-F238E27FC236}">
                <a16:creationId xmlns:a16="http://schemas.microsoft.com/office/drawing/2014/main" id="{73F3E426-288F-C1A0-8A05-ABBD66124814}"/>
              </a:ext>
            </a:extLst>
          </p:cNvPr>
          <p:cNvSpPr txBox="1"/>
          <p:nvPr/>
        </p:nvSpPr>
        <p:spPr>
          <a:xfrm>
            <a:off x="685800" y="3657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400" dirty="0"/>
          </a:p>
        </p:txBody>
      </p:sp>
      <p:sp>
        <p:nvSpPr>
          <p:cNvPr id="74" name="Text 25">
            <a:extLst>
              <a:ext uri="{FF2B5EF4-FFF2-40B4-BE49-F238E27FC236}">
                <a16:creationId xmlns:a16="http://schemas.microsoft.com/office/drawing/2014/main" id="{2ADE4CD7-F17A-22B7-5A08-CD13C8AA1B4F}"/>
              </a:ext>
            </a:extLst>
          </p:cNvPr>
          <p:cNvSpPr txBox="1"/>
          <p:nvPr/>
        </p:nvSpPr>
        <p:spPr>
          <a:xfrm>
            <a:off x="685800" y="395935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mean of 9 pixels</a:t>
            </a:r>
            <a:endParaRPr lang="en-US" sz="1600" dirty="0"/>
          </a:p>
        </p:txBody>
      </p:sp>
      <p:sp>
        <p:nvSpPr>
          <p:cNvPr id="76" name="Text 26">
            <a:extLst>
              <a:ext uri="{FF2B5EF4-FFF2-40B4-BE49-F238E27FC236}">
                <a16:creationId xmlns:a16="http://schemas.microsoft.com/office/drawing/2014/main" id="{8263FD5E-19AD-6170-E6F5-3622BA40DD47}"/>
              </a:ext>
            </a:extLst>
          </p:cNvPr>
          <p:cNvSpPr txBox="1"/>
          <p:nvPr/>
        </p:nvSpPr>
        <p:spPr>
          <a:xfrm>
            <a:off x="685800" y="4526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400" dirty="0"/>
          </a:p>
        </p:txBody>
      </p:sp>
      <p:sp>
        <p:nvSpPr>
          <p:cNvPr id="79" name="Text 27">
            <a:extLst>
              <a:ext uri="{FF2B5EF4-FFF2-40B4-BE49-F238E27FC236}">
                <a16:creationId xmlns:a16="http://schemas.microsoft.com/office/drawing/2014/main" id="{6AACAC30-3507-CB3C-63DD-6160DEEEA017}"/>
              </a:ext>
            </a:extLst>
          </p:cNvPr>
          <p:cNvSpPr txBox="1"/>
          <p:nvPr/>
        </p:nvSpPr>
        <p:spPr>
          <a:xfrm>
            <a:off x="685800" y="482803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Gaussian (grain) noise</a:t>
            </a:r>
            <a:endParaRPr lang="en-US" sz="1600" dirty="0"/>
          </a:p>
        </p:txBody>
      </p:sp>
      <p:sp>
        <p:nvSpPr>
          <p:cNvPr id="82" name="Text 28">
            <a:extLst>
              <a:ext uri="{FF2B5EF4-FFF2-40B4-BE49-F238E27FC236}">
                <a16:creationId xmlns:a16="http://schemas.microsoft.com/office/drawing/2014/main" id="{37853EA3-93BA-2DD2-F86C-EA7A08E7BBF3}"/>
              </a:ext>
            </a:extLst>
          </p:cNvPr>
          <p:cNvSpPr txBox="1"/>
          <p:nvPr/>
        </p:nvSpPr>
        <p:spPr>
          <a:xfrm>
            <a:off x="685800" y="5394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Weakness</a:t>
            </a:r>
            <a:endParaRPr lang="en-US" sz="1400" dirty="0"/>
          </a:p>
        </p:txBody>
      </p:sp>
      <p:sp>
        <p:nvSpPr>
          <p:cNvPr id="85" name="Text 29">
            <a:extLst>
              <a:ext uri="{FF2B5EF4-FFF2-40B4-BE49-F238E27FC236}">
                <a16:creationId xmlns:a16="http://schemas.microsoft.com/office/drawing/2014/main" id="{752BD824-2557-A349-9A25-22B1EB0F3520}"/>
              </a:ext>
            </a:extLst>
          </p:cNvPr>
          <p:cNvSpPr txBox="1"/>
          <p:nvPr/>
        </p:nvSpPr>
        <p:spPr>
          <a:xfrm>
            <a:off x="685800" y="569671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blurs edges; only dilutes specks</a:t>
            </a:r>
            <a:endParaRPr lang="en-US" sz="1600" dirty="0"/>
          </a:p>
        </p:txBody>
      </p:sp>
      <p:sp>
        <p:nvSpPr>
          <p:cNvPr id="88" name="Shape 30">
            <a:extLst>
              <a:ext uri="{FF2B5EF4-FFF2-40B4-BE49-F238E27FC236}">
                <a16:creationId xmlns:a16="http://schemas.microsoft.com/office/drawing/2014/main" id="{80DB7114-4507-2A57-4E78-28A3C2D45382}"/>
              </a:ext>
            </a:extLst>
          </p:cNvPr>
          <p:cNvSpPr/>
          <p:nvPr/>
        </p:nvSpPr>
        <p:spPr>
          <a:xfrm>
            <a:off x="4297680" y="1142998"/>
            <a:ext cx="3611880" cy="4965701"/>
          </a:xfrm>
          <a:prstGeom prst="rect">
            <a:avLst/>
          </a:prstGeom>
          <a:solidFill>
            <a:srgbClr val="EFEAF6"/>
          </a:solidFill>
          <a:ln w="12700">
            <a:solidFill>
              <a:srgbClr val="EFEA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32">
            <a:extLst>
              <a:ext uri="{FF2B5EF4-FFF2-40B4-BE49-F238E27FC236}">
                <a16:creationId xmlns:a16="http://schemas.microsoft.com/office/drawing/2014/main" id="{9C4B53D5-7581-6742-B4EE-1114F8A7E502}"/>
              </a:ext>
            </a:extLst>
          </p:cNvPr>
          <p:cNvSpPr txBox="1"/>
          <p:nvPr/>
        </p:nvSpPr>
        <p:spPr>
          <a:xfrm>
            <a:off x="4526280" y="1234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6D4C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filter</a:t>
            </a:r>
            <a:endParaRPr lang="en-US" sz="2200" dirty="0"/>
          </a:p>
        </p:txBody>
      </p:sp>
      <p:sp>
        <p:nvSpPr>
          <p:cNvPr id="96" name="Shape 33">
            <a:extLst>
              <a:ext uri="{FF2B5EF4-FFF2-40B4-BE49-F238E27FC236}">
                <a16:creationId xmlns:a16="http://schemas.microsoft.com/office/drawing/2014/main" id="{094C2693-8D16-2D74-3663-A89C0934E39A}"/>
              </a:ext>
            </a:extLst>
          </p:cNvPr>
          <p:cNvSpPr/>
          <p:nvPr/>
        </p:nvSpPr>
        <p:spPr>
          <a:xfrm>
            <a:off x="5257800" y="1828800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34">
            <a:extLst>
              <a:ext uri="{FF2B5EF4-FFF2-40B4-BE49-F238E27FC236}">
                <a16:creationId xmlns:a16="http://schemas.microsoft.com/office/drawing/2014/main" id="{E2F70C98-FE3F-3D96-B4FE-A6C336C684EF}"/>
              </a:ext>
            </a:extLst>
          </p:cNvPr>
          <p:cNvSpPr/>
          <p:nvPr/>
        </p:nvSpPr>
        <p:spPr>
          <a:xfrm>
            <a:off x="5824728" y="1828800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35">
            <a:extLst>
              <a:ext uri="{FF2B5EF4-FFF2-40B4-BE49-F238E27FC236}">
                <a16:creationId xmlns:a16="http://schemas.microsoft.com/office/drawing/2014/main" id="{280F3329-9235-FD43-487B-34007517BED2}"/>
              </a:ext>
            </a:extLst>
          </p:cNvPr>
          <p:cNvSpPr/>
          <p:nvPr/>
        </p:nvSpPr>
        <p:spPr>
          <a:xfrm>
            <a:off x="6391656" y="1828800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36">
            <a:extLst>
              <a:ext uri="{FF2B5EF4-FFF2-40B4-BE49-F238E27FC236}">
                <a16:creationId xmlns:a16="http://schemas.microsoft.com/office/drawing/2014/main" id="{9E1BACF2-5663-A4FD-8D88-527281EEF028}"/>
              </a:ext>
            </a:extLst>
          </p:cNvPr>
          <p:cNvSpPr/>
          <p:nvPr/>
        </p:nvSpPr>
        <p:spPr>
          <a:xfrm>
            <a:off x="5257800" y="2395728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37">
            <a:extLst>
              <a:ext uri="{FF2B5EF4-FFF2-40B4-BE49-F238E27FC236}">
                <a16:creationId xmlns:a16="http://schemas.microsoft.com/office/drawing/2014/main" id="{90DCCAF4-B5BF-E4DB-1F19-252648D038FE}"/>
              </a:ext>
            </a:extLst>
          </p:cNvPr>
          <p:cNvSpPr/>
          <p:nvPr/>
        </p:nvSpPr>
        <p:spPr>
          <a:xfrm>
            <a:off x="5824728" y="2395728"/>
            <a:ext cx="566928" cy="566928"/>
          </a:xfrm>
          <a:prstGeom prst="rect">
            <a:avLst/>
          </a:prstGeom>
          <a:solidFill>
            <a:srgbClr val="6D4C9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38">
            <a:extLst>
              <a:ext uri="{FF2B5EF4-FFF2-40B4-BE49-F238E27FC236}">
                <a16:creationId xmlns:a16="http://schemas.microsoft.com/office/drawing/2014/main" id="{BD36A388-6FBC-2113-CC14-0BEFB1DC7945}"/>
              </a:ext>
            </a:extLst>
          </p:cNvPr>
          <p:cNvSpPr txBox="1"/>
          <p:nvPr/>
        </p:nvSpPr>
        <p:spPr>
          <a:xfrm>
            <a:off x="5824728" y="23957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</a:t>
            </a:r>
            <a:endParaRPr lang="en-US" sz="1300" dirty="0"/>
          </a:p>
        </p:txBody>
      </p:sp>
      <p:sp>
        <p:nvSpPr>
          <p:cNvPr id="112" name="Shape 39">
            <a:extLst>
              <a:ext uri="{FF2B5EF4-FFF2-40B4-BE49-F238E27FC236}">
                <a16:creationId xmlns:a16="http://schemas.microsoft.com/office/drawing/2014/main" id="{DA4E37F5-550A-7A1E-7B9E-6374C203223D}"/>
              </a:ext>
            </a:extLst>
          </p:cNvPr>
          <p:cNvSpPr/>
          <p:nvPr/>
        </p:nvSpPr>
        <p:spPr>
          <a:xfrm>
            <a:off x="6391656" y="2395728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40">
            <a:extLst>
              <a:ext uri="{FF2B5EF4-FFF2-40B4-BE49-F238E27FC236}">
                <a16:creationId xmlns:a16="http://schemas.microsoft.com/office/drawing/2014/main" id="{23957F7E-9BE0-79B9-1A75-42C6AEFEAEF5}"/>
              </a:ext>
            </a:extLst>
          </p:cNvPr>
          <p:cNvSpPr/>
          <p:nvPr/>
        </p:nvSpPr>
        <p:spPr>
          <a:xfrm>
            <a:off x="5257800" y="2962656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41">
            <a:extLst>
              <a:ext uri="{FF2B5EF4-FFF2-40B4-BE49-F238E27FC236}">
                <a16:creationId xmlns:a16="http://schemas.microsoft.com/office/drawing/2014/main" id="{E57B3C1D-6897-E8F3-E45F-ED8172D4C473}"/>
              </a:ext>
            </a:extLst>
          </p:cNvPr>
          <p:cNvSpPr/>
          <p:nvPr/>
        </p:nvSpPr>
        <p:spPr>
          <a:xfrm>
            <a:off x="5824728" y="2962656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42">
            <a:extLst>
              <a:ext uri="{FF2B5EF4-FFF2-40B4-BE49-F238E27FC236}">
                <a16:creationId xmlns:a16="http://schemas.microsoft.com/office/drawing/2014/main" id="{E9FA74DA-CE15-451B-AE73-E8F12394384E}"/>
              </a:ext>
            </a:extLst>
          </p:cNvPr>
          <p:cNvSpPr/>
          <p:nvPr/>
        </p:nvSpPr>
        <p:spPr>
          <a:xfrm>
            <a:off x="6391656" y="2962656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 43">
            <a:extLst>
              <a:ext uri="{FF2B5EF4-FFF2-40B4-BE49-F238E27FC236}">
                <a16:creationId xmlns:a16="http://schemas.microsoft.com/office/drawing/2014/main" id="{35928CE0-35AC-6851-54A0-860206706F10}"/>
              </a:ext>
            </a:extLst>
          </p:cNvPr>
          <p:cNvSpPr txBox="1"/>
          <p:nvPr/>
        </p:nvSpPr>
        <p:spPr>
          <a:xfrm>
            <a:off x="4526280" y="3657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400" dirty="0"/>
          </a:p>
        </p:txBody>
      </p:sp>
      <p:sp>
        <p:nvSpPr>
          <p:cNvPr id="125" name="Text 44">
            <a:extLst>
              <a:ext uri="{FF2B5EF4-FFF2-40B4-BE49-F238E27FC236}">
                <a16:creationId xmlns:a16="http://schemas.microsoft.com/office/drawing/2014/main" id="{50BC433F-2055-D41C-73FA-D423E592F6D3}"/>
              </a:ext>
            </a:extLst>
          </p:cNvPr>
          <p:cNvSpPr txBox="1"/>
          <p:nvPr/>
        </p:nvSpPr>
        <p:spPr>
          <a:xfrm>
            <a:off x="4526280" y="395935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middle of sorted 9 pixels</a:t>
            </a:r>
            <a:endParaRPr lang="en-US" sz="1600" dirty="0"/>
          </a:p>
        </p:txBody>
      </p:sp>
      <p:sp>
        <p:nvSpPr>
          <p:cNvPr id="128" name="Text 45">
            <a:extLst>
              <a:ext uri="{FF2B5EF4-FFF2-40B4-BE49-F238E27FC236}">
                <a16:creationId xmlns:a16="http://schemas.microsoft.com/office/drawing/2014/main" id="{1F84F77A-3187-488D-1D9A-EA12B53DA8C6}"/>
              </a:ext>
            </a:extLst>
          </p:cNvPr>
          <p:cNvSpPr txBox="1"/>
          <p:nvPr/>
        </p:nvSpPr>
        <p:spPr>
          <a:xfrm>
            <a:off x="4526280" y="4526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400" dirty="0"/>
          </a:p>
        </p:txBody>
      </p:sp>
      <p:sp>
        <p:nvSpPr>
          <p:cNvPr id="131" name="Text 46">
            <a:extLst>
              <a:ext uri="{FF2B5EF4-FFF2-40B4-BE49-F238E27FC236}">
                <a16:creationId xmlns:a16="http://schemas.microsoft.com/office/drawing/2014/main" id="{6DB5F4B0-287C-A2D3-55C4-945513DF3DC1}"/>
              </a:ext>
            </a:extLst>
          </p:cNvPr>
          <p:cNvSpPr txBox="1"/>
          <p:nvPr/>
        </p:nvSpPr>
        <p:spPr>
          <a:xfrm>
            <a:off x="4526280" y="482803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salt-and-pepper noise</a:t>
            </a:r>
            <a:endParaRPr lang="en-US" sz="1600" dirty="0"/>
          </a:p>
        </p:txBody>
      </p:sp>
      <p:sp>
        <p:nvSpPr>
          <p:cNvPr id="133" name="Text 47">
            <a:extLst>
              <a:ext uri="{FF2B5EF4-FFF2-40B4-BE49-F238E27FC236}">
                <a16:creationId xmlns:a16="http://schemas.microsoft.com/office/drawing/2014/main" id="{D4635801-B28B-E5C3-4E44-6C30E603F134}"/>
              </a:ext>
            </a:extLst>
          </p:cNvPr>
          <p:cNvSpPr txBox="1"/>
          <p:nvPr/>
        </p:nvSpPr>
        <p:spPr>
          <a:xfrm>
            <a:off x="4526280" y="5394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Weakness</a:t>
            </a:r>
            <a:endParaRPr lang="en-US" sz="1400" dirty="0"/>
          </a:p>
        </p:txBody>
      </p:sp>
      <p:sp>
        <p:nvSpPr>
          <p:cNvPr id="136" name="Text 48">
            <a:extLst>
              <a:ext uri="{FF2B5EF4-FFF2-40B4-BE49-F238E27FC236}">
                <a16:creationId xmlns:a16="http://schemas.microsoft.com/office/drawing/2014/main" id="{5D7F961A-8502-66CA-BF64-E8F56DAC46A0}"/>
              </a:ext>
            </a:extLst>
          </p:cNvPr>
          <p:cNvSpPr txBox="1"/>
          <p:nvPr/>
        </p:nvSpPr>
        <p:spPr>
          <a:xfrm>
            <a:off x="4526280" y="569671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(sorting)</a:t>
            </a:r>
            <a:endParaRPr lang="en-US" sz="1600" dirty="0"/>
          </a:p>
        </p:txBody>
      </p:sp>
      <p:sp>
        <p:nvSpPr>
          <p:cNvPr id="139" name="Shape 49">
            <a:extLst>
              <a:ext uri="{FF2B5EF4-FFF2-40B4-BE49-F238E27FC236}">
                <a16:creationId xmlns:a16="http://schemas.microsoft.com/office/drawing/2014/main" id="{1CA2A69F-FE11-8CD7-C712-0BF79B443295}"/>
              </a:ext>
            </a:extLst>
          </p:cNvPr>
          <p:cNvSpPr/>
          <p:nvPr/>
        </p:nvSpPr>
        <p:spPr>
          <a:xfrm>
            <a:off x="8138160" y="1142998"/>
            <a:ext cx="3611880" cy="4965702"/>
          </a:xfrm>
          <a:prstGeom prst="rect">
            <a:avLst/>
          </a:prstGeom>
          <a:solidFill>
            <a:srgbClr val="F9E4E2"/>
          </a:solidFill>
          <a:ln w="12700">
            <a:solidFill>
              <a:srgbClr val="F9E4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Text 51">
            <a:extLst>
              <a:ext uri="{FF2B5EF4-FFF2-40B4-BE49-F238E27FC236}">
                <a16:creationId xmlns:a16="http://schemas.microsoft.com/office/drawing/2014/main" id="{35FE30A8-523B-99A5-EA29-043E3B27C8D7}"/>
              </a:ext>
            </a:extLst>
          </p:cNvPr>
          <p:cNvSpPr txBox="1"/>
          <p:nvPr/>
        </p:nvSpPr>
        <p:spPr>
          <a:xfrm>
            <a:off x="8366760" y="1234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Laplacian filter</a:t>
            </a:r>
            <a:endParaRPr lang="en-US" sz="2200" dirty="0"/>
          </a:p>
        </p:txBody>
      </p:sp>
      <p:sp>
        <p:nvSpPr>
          <p:cNvPr id="147" name="Shape 52">
            <a:extLst>
              <a:ext uri="{FF2B5EF4-FFF2-40B4-BE49-F238E27FC236}">
                <a16:creationId xmlns:a16="http://schemas.microsoft.com/office/drawing/2014/main" id="{34E450E2-9C90-B637-AEDE-15FD7F08F430}"/>
              </a:ext>
            </a:extLst>
          </p:cNvPr>
          <p:cNvSpPr/>
          <p:nvPr/>
        </p:nvSpPr>
        <p:spPr>
          <a:xfrm>
            <a:off x="9098280" y="1828800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Text 53">
            <a:extLst>
              <a:ext uri="{FF2B5EF4-FFF2-40B4-BE49-F238E27FC236}">
                <a16:creationId xmlns:a16="http://schemas.microsoft.com/office/drawing/2014/main" id="{84F30AB2-6A60-5713-BBBA-144C5891C080}"/>
              </a:ext>
            </a:extLst>
          </p:cNvPr>
          <p:cNvSpPr txBox="1"/>
          <p:nvPr/>
        </p:nvSpPr>
        <p:spPr>
          <a:xfrm>
            <a:off x="909828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53" name="Shape 54">
            <a:extLst>
              <a:ext uri="{FF2B5EF4-FFF2-40B4-BE49-F238E27FC236}">
                <a16:creationId xmlns:a16="http://schemas.microsoft.com/office/drawing/2014/main" id="{F42DBDFA-3828-569C-2511-2DECE394FFE1}"/>
              </a:ext>
            </a:extLst>
          </p:cNvPr>
          <p:cNvSpPr/>
          <p:nvPr/>
        </p:nvSpPr>
        <p:spPr>
          <a:xfrm>
            <a:off x="9665208" y="1828800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Text 55">
            <a:extLst>
              <a:ext uri="{FF2B5EF4-FFF2-40B4-BE49-F238E27FC236}">
                <a16:creationId xmlns:a16="http://schemas.microsoft.com/office/drawing/2014/main" id="{23FB9D91-6274-025C-CD7F-49420AE85304}"/>
              </a:ext>
            </a:extLst>
          </p:cNvPr>
          <p:cNvSpPr txBox="1"/>
          <p:nvPr/>
        </p:nvSpPr>
        <p:spPr>
          <a:xfrm>
            <a:off x="9665208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61" name="Shape 56">
            <a:extLst>
              <a:ext uri="{FF2B5EF4-FFF2-40B4-BE49-F238E27FC236}">
                <a16:creationId xmlns:a16="http://schemas.microsoft.com/office/drawing/2014/main" id="{43B8B058-59C1-D63E-E1E6-C4EDC676B841}"/>
              </a:ext>
            </a:extLst>
          </p:cNvPr>
          <p:cNvSpPr/>
          <p:nvPr/>
        </p:nvSpPr>
        <p:spPr>
          <a:xfrm>
            <a:off x="10232136" y="1828800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Text 57">
            <a:extLst>
              <a:ext uri="{FF2B5EF4-FFF2-40B4-BE49-F238E27FC236}">
                <a16:creationId xmlns:a16="http://schemas.microsoft.com/office/drawing/2014/main" id="{B2DE9F32-3E42-B441-CF37-ED2CAE9BBACA}"/>
              </a:ext>
            </a:extLst>
          </p:cNvPr>
          <p:cNvSpPr txBox="1"/>
          <p:nvPr/>
        </p:nvSpPr>
        <p:spPr>
          <a:xfrm>
            <a:off x="10232136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9" name="Shape 58">
            <a:extLst>
              <a:ext uri="{FF2B5EF4-FFF2-40B4-BE49-F238E27FC236}">
                <a16:creationId xmlns:a16="http://schemas.microsoft.com/office/drawing/2014/main" id="{8B8671EE-1AAF-CEA6-8A26-D4CA6968E6D5}"/>
              </a:ext>
            </a:extLst>
          </p:cNvPr>
          <p:cNvSpPr/>
          <p:nvPr/>
        </p:nvSpPr>
        <p:spPr>
          <a:xfrm>
            <a:off x="9098280" y="2395728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Text 59">
            <a:extLst>
              <a:ext uri="{FF2B5EF4-FFF2-40B4-BE49-F238E27FC236}">
                <a16:creationId xmlns:a16="http://schemas.microsoft.com/office/drawing/2014/main" id="{04E9A038-3063-C657-0E88-B177D71658FC}"/>
              </a:ext>
            </a:extLst>
          </p:cNvPr>
          <p:cNvSpPr txBox="1"/>
          <p:nvPr/>
        </p:nvSpPr>
        <p:spPr>
          <a:xfrm>
            <a:off x="9098280" y="23957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77" name="Shape 60">
            <a:extLst>
              <a:ext uri="{FF2B5EF4-FFF2-40B4-BE49-F238E27FC236}">
                <a16:creationId xmlns:a16="http://schemas.microsoft.com/office/drawing/2014/main" id="{A2AE90FD-3807-92F1-7A57-B5585989CC97}"/>
              </a:ext>
            </a:extLst>
          </p:cNvPr>
          <p:cNvSpPr/>
          <p:nvPr/>
        </p:nvSpPr>
        <p:spPr>
          <a:xfrm>
            <a:off x="9665208" y="2395728"/>
            <a:ext cx="566928" cy="566928"/>
          </a:xfrm>
          <a:prstGeom prst="rect">
            <a:avLst/>
          </a:prstGeom>
          <a:solidFill>
            <a:srgbClr val="C0392B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Text 61">
            <a:extLst>
              <a:ext uri="{FF2B5EF4-FFF2-40B4-BE49-F238E27FC236}">
                <a16:creationId xmlns:a16="http://schemas.microsoft.com/office/drawing/2014/main" id="{EDC07E3B-0E95-2732-86F5-285050CC119E}"/>
              </a:ext>
            </a:extLst>
          </p:cNvPr>
          <p:cNvSpPr txBox="1"/>
          <p:nvPr/>
        </p:nvSpPr>
        <p:spPr>
          <a:xfrm>
            <a:off x="9665208" y="23957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</a:t>
            </a:r>
            <a:endParaRPr lang="en-US" sz="1600" dirty="0"/>
          </a:p>
        </p:txBody>
      </p:sp>
      <p:sp>
        <p:nvSpPr>
          <p:cNvPr id="185" name="Shape 62">
            <a:extLst>
              <a:ext uri="{FF2B5EF4-FFF2-40B4-BE49-F238E27FC236}">
                <a16:creationId xmlns:a16="http://schemas.microsoft.com/office/drawing/2014/main" id="{016470AE-4356-A27C-6235-4ECCB8B72D31}"/>
              </a:ext>
            </a:extLst>
          </p:cNvPr>
          <p:cNvSpPr/>
          <p:nvPr/>
        </p:nvSpPr>
        <p:spPr>
          <a:xfrm>
            <a:off x="10232136" y="2395728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Text 63">
            <a:extLst>
              <a:ext uri="{FF2B5EF4-FFF2-40B4-BE49-F238E27FC236}">
                <a16:creationId xmlns:a16="http://schemas.microsoft.com/office/drawing/2014/main" id="{570E540D-3668-98A0-AE4E-80F016364A12}"/>
              </a:ext>
            </a:extLst>
          </p:cNvPr>
          <p:cNvSpPr txBox="1"/>
          <p:nvPr/>
        </p:nvSpPr>
        <p:spPr>
          <a:xfrm>
            <a:off x="10232136" y="23957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92" name="Shape 64">
            <a:extLst>
              <a:ext uri="{FF2B5EF4-FFF2-40B4-BE49-F238E27FC236}">
                <a16:creationId xmlns:a16="http://schemas.microsoft.com/office/drawing/2014/main" id="{8A057C56-D5DD-8E8C-856C-192A624E659D}"/>
              </a:ext>
            </a:extLst>
          </p:cNvPr>
          <p:cNvSpPr/>
          <p:nvPr/>
        </p:nvSpPr>
        <p:spPr>
          <a:xfrm>
            <a:off x="9098280" y="2962656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Text 65">
            <a:extLst>
              <a:ext uri="{FF2B5EF4-FFF2-40B4-BE49-F238E27FC236}">
                <a16:creationId xmlns:a16="http://schemas.microsoft.com/office/drawing/2014/main" id="{56321C23-2917-DC12-97A9-F41BC79CFE9D}"/>
              </a:ext>
            </a:extLst>
          </p:cNvPr>
          <p:cNvSpPr txBox="1"/>
          <p:nvPr/>
        </p:nvSpPr>
        <p:spPr>
          <a:xfrm>
            <a:off x="9098280" y="29626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99" name="Shape 66">
            <a:extLst>
              <a:ext uri="{FF2B5EF4-FFF2-40B4-BE49-F238E27FC236}">
                <a16:creationId xmlns:a16="http://schemas.microsoft.com/office/drawing/2014/main" id="{FB8A35AA-586C-E339-4EFC-F93173E6BE28}"/>
              </a:ext>
            </a:extLst>
          </p:cNvPr>
          <p:cNvSpPr/>
          <p:nvPr/>
        </p:nvSpPr>
        <p:spPr>
          <a:xfrm>
            <a:off x="9665208" y="2962656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Text 67">
            <a:extLst>
              <a:ext uri="{FF2B5EF4-FFF2-40B4-BE49-F238E27FC236}">
                <a16:creationId xmlns:a16="http://schemas.microsoft.com/office/drawing/2014/main" id="{A9CB35EE-E000-8DED-D3BD-AFA6F9F6BCB0}"/>
              </a:ext>
            </a:extLst>
          </p:cNvPr>
          <p:cNvSpPr txBox="1"/>
          <p:nvPr/>
        </p:nvSpPr>
        <p:spPr>
          <a:xfrm>
            <a:off x="9665208" y="29626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03" name="Shape 68">
            <a:extLst>
              <a:ext uri="{FF2B5EF4-FFF2-40B4-BE49-F238E27FC236}">
                <a16:creationId xmlns:a16="http://schemas.microsoft.com/office/drawing/2014/main" id="{7E719DAB-1634-BDBD-867D-EEA3AB760590}"/>
              </a:ext>
            </a:extLst>
          </p:cNvPr>
          <p:cNvSpPr/>
          <p:nvPr/>
        </p:nvSpPr>
        <p:spPr>
          <a:xfrm>
            <a:off x="10232136" y="2962656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Text 69">
            <a:extLst>
              <a:ext uri="{FF2B5EF4-FFF2-40B4-BE49-F238E27FC236}">
                <a16:creationId xmlns:a16="http://schemas.microsoft.com/office/drawing/2014/main" id="{B116E03E-6988-D9EB-599A-F55BEE7E588E}"/>
              </a:ext>
            </a:extLst>
          </p:cNvPr>
          <p:cNvSpPr txBox="1"/>
          <p:nvPr/>
        </p:nvSpPr>
        <p:spPr>
          <a:xfrm>
            <a:off x="10232136" y="29626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07" name="Text 70">
            <a:extLst>
              <a:ext uri="{FF2B5EF4-FFF2-40B4-BE49-F238E27FC236}">
                <a16:creationId xmlns:a16="http://schemas.microsoft.com/office/drawing/2014/main" id="{B3DD1257-288E-0F81-55D2-EEFA934431D9}"/>
              </a:ext>
            </a:extLst>
          </p:cNvPr>
          <p:cNvSpPr txBox="1"/>
          <p:nvPr/>
        </p:nvSpPr>
        <p:spPr>
          <a:xfrm>
            <a:off x="8366760" y="3657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400" dirty="0"/>
          </a:p>
        </p:txBody>
      </p:sp>
      <p:sp>
        <p:nvSpPr>
          <p:cNvPr id="209" name="Text 71">
            <a:extLst>
              <a:ext uri="{FF2B5EF4-FFF2-40B4-BE49-F238E27FC236}">
                <a16:creationId xmlns:a16="http://schemas.microsoft.com/office/drawing/2014/main" id="{E9915A4C-0DB0-AADD-4D56-ED2DA0B6253E}"/>
              </a:ext>
            </a:extLst>
          </p:cNvPr>
          <p:cNvSpPr txBox="1"/>
          <p:nvPr/>
        </p:nvSpPr>
        <p:spPr>
          <a:xfrm>
            <a:off x="8366760" y="395935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2nd derivative; sharpen f − ∇²f</a:t>
            </a:r>
            <a:endParaRPr lang="en-US" sz="1600" dirty="0"/>
          </a:p>
        </p:txBody>
      </p:sp>
      <p:sp>
        <p:nvSpPr>
          <p:cNvPr id="211" name="Text 72">
            <a:extLst>
              <a:ext uri="{FF2B5EF4-FFF2-40B4-BE49-F238E27FC236}">
                <a16:creationId xmlns:a16="http://schemas.microsoft.com/office/drawing/2014/main" id="{DA2C05B3-B693-39F6-42BA-203D822A8E90}"/>
              </a:ext>
            </a:extLst>
          </p:cNvPr>
          <p:cNvSpPr txBox="1"/>
          <p:nvPr/>
        </p:nvSpPr>
        <p:spPr>
          <a:xfrm>
            <a:off x="8366760" y="4526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400" dirty="0"/>
          </a:p>
        </p:txBody>
      </p:sp>
      <p:sp>
        <p:nvSpPr>
          <p:cNvPr id="213" name="Text 73">
            <a:extLst>
              <a:ext uri="{FF2B5EF4-FFF2-40B4-BE49-F238E27FC236}">
                <a16:creationId xmlns:a16="http://schemas.microsoft.com/office/drawing/2014/main" id="{2507E012-B196-6265-6308-3970963B68BE}"/>
              </a:ext>
            </a:extLst>
          </p:cNvPr>
          <p:cNvSpPr txBox="1"/>
          <p:nvPr/>
        </p:nvSpPr>
        <p:spPr>
          <a:xfrm>
            <a:off x="8366760" y="482803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making edges crisp</a:t>
            </a:r>
            <a:endParaRPr lang="en-US" sz="1600" dirty="0"/>
          </a:p>
        </p:txBody>
      </p:sp>
      <p:sp>
        <p:nvSpPr>
          <p:cNvPr id="215" name="Text 74">
            <a:extLst>
              <a:ext uri="{FF2B5EF4-FFF2-40B4-BE49-F238E27FC236}">
                <a16:creationId xmlns:a16="http://schemas.microsoft.com/office/drawing/2014/main" id="{A7BA4726-FEA1-CFE2-75F6-7B8568D13ADD}"/>
              </a:ext>
            </a:extLst>
          </p:cNvPr>
          <p:cNvSpPr txBox="1"/>
          <p:nvPr/>
        </p:nvSpPr>
        <p:spPr>
          <a:xfrm>
            <a:off x="8366760" y="5394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Weakness</a:t>
            </a:r>
            <a:endParaRPr lang="en-US" sz="1400" dirty="0"/>
          </a:p>
        </p:txBody>
      </p:sp>
      <p:sp>
        <p:nvSpPr>
          <p:cNvPr id="217" name="Text 75">
            <a:extLst>
              <a:ext uri="{FF2B5EF4-FFF2-40B4-BE49-F238E27FC236}">
                <a16:creationId xmlns:a16="http://schemas.microsoft.com/office/drawing/2014/main" id="{D71250AB-5A8E-1529-7804-E25944073BCB}"/>
              </a:ext>
            </a:extLst>
          </p:cNvPr>
          <p:cNvSpPr txBox="1"/>
          <p:nvPr/>
        </p:nvSpPr>
        <p:spPr>
          <a:xfrm>
            <a:off x="8366760" y="569671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boosts noise too</a:t>
            </a:r>
            <a:endParaRPr lang="en-US" sz="1600" dirty="0"/>
          </a:p>
        </p:txBody>
      </p:sp>
      <p:pic>
        <p:nvPicPr>
          <p:cNvPr id="219" name="Picture 218">
            <a:extLst>
              <a:ext uri="{FF2B5EF4-FFF2-40B4-BE49-F238E27FC236}">
                <a16:creationId xmlns:a16="http://schemas.microsoft.com/office/drawing/2014/main" id="{04418C02-20CB-24F0-2C7D-D12BE6E76F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  <p:sp>
        <p:nvSpPr>
          <p:cNvPr id="221" name="Parallelogram 41">
            <a:extLst>
              <a:ext uri="{FF2B5EF4-FFF2-40B4-BE49-F238E27FC236}">
                <a16:creationId xmlns:a16="http://schemas.microsoft.com/office/drawing/2014/main" id="{9E30A95B-5480-5CFE-A9CA-C3C9227B06E6}"/>
              </a:ext>
            </a:extLst>
          </p:cNvPr>
          <p:cNvSpPr/>
          <p:nvPr/>
        </p:nvSpPr>
        <p:spPr>
          <a:xfrm>
            <a:off x="11427012" y="6490706"/>
            <a:ext cx="764988" cy="3709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32/33</a:t>
            </a:r>
          </a:p>
        </p:txBody>
      </p:sp>
      <p:sp>
        <p:nvSpPr>
          <p:cNvPr id="4" name="Text 7">
            <a:extLst>
              <a:ext uri="{FF2B5EF4-FFF2-40B4-BE49-F238E27FC236}">
                <a16:creationId xmlns:a16="http://schemas.microsoft.com/office/drawing/2014/main" id="{94FC1628-3C90-EA79-C6F7-DBA060EDCC30}"/>
              </a:ext>
            </a:extLst>
          </p:cNvPr>
          <p:cNvSpPr txBox="1"/>
          <p:nvPr/>
        </p:nvSpPr>
        <p:spPr>
          <a:xfrm>
            <a:off x="850392" y="24460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1/9 ×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7604587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963ED43-EC5A-4DF5-8E70-EDB8EBF595DF}"/>
              </a:ext>
            </a:extLst>
          </p:cNvPr>
          <p:cNvSpPr/>
          <p:nvPr/>
        </p:nvSpPr>
        <p:spPr>
          <a:xfrm>
            <a:off x="2083293" y="2999405"/>
            <a:ext cx="8025414" cy="81008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Thank You</a:t>
            </a:r>
            <a:endParaRPr lang="en-GB" sz="2800" b="1" dirty="0">
              <a:solidFill>
                <a:srgbClr val="FF0000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3F54049-5DC2-40F1-9351-0A66984A74B0}"/>
              </a:ext>
            </a:extLst>
          </p:cNvPr>
          <p:cNvSpPr/>
          <p:nvPr/>
        </p:nvSpPr>
        <p:spPr>
          <a:xfrm>
            <a:off x="79899" y="6320901"/>
            <a:ext cx="11958221" cy="97655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Jongmyon Kim&amp;#39;s lab | University of Ulsan (UOU)">
            <a:extLst>
              <a:ext uri="{FF2B5EF4-FFF2-40B4-BE49-F238E27FC236}">
                <a16:creationId xmlns:a16="http://schemas.microsoft.com/office/drawing/2014/main" id="{9AEBC0AC-F6CF-44A3-9366-36E52F140C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" y="17618"/>
            <a:ext cx="470377" cy="47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1FBE1A-A977-480F-BE99-68E6D1108374}"/>
              </a:ext>
            </a:extLst>
          </p:cNvPr>
          <p:cNvSpPr txBox="1"/>
          <p:nvPr/>
        </p:nvSpPr>
        <p:spPr>
          <a:xfrm>
            <a:off x="3214455" y="3938762"/>
            <a:ext cx="5689107" cy="338554"/>
          </a:xfrm>
          <a:prstGeom prst="rect">
            <a:avLst/>
          </a:prstGeom>
          <a:noFill/>
          <a:ln w="19050"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/>
              <a:t>For queries, please contact: </a:t>
            </a:r>
            <a:r>
              <a:rPr lang="en-US" sz="1600" b="1" dirty="0">
                <a:solidFill>
                  <a:schemeClr val="accent2"/>
                </a:solidFill>
              </a:rPr>
              <a:t>muhammadumar@mail.ulsan.ac.kr</a:t>
            </a:r>
            <a:endParaRPr lang="en-GB" sz="1600" b="1" dirty="0">
              <a:solidFill>
                <a:schemeClr val="accent2"/>
              </a:solidFill>
            </a:endParaRPr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29533FC2-6FCC-408E-920B-A6144E796F7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4" b="27829"/>
          <a:stretch/>
        </p:blipFill>
        <p:spPr>
          <a:xfrm>
            <a:off x="97655" y="6487028"/>
            <a:ext cx="1747748" cy="3311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6D72BE-9EB3-E10F-4D4C-19BF62099D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441" y="17328"/>
            <a:ext cx="578348" cy="578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496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28198</TotalTime>
  <Words>2107</Words>
  <Application>Microsoft Office PowerPoint</Application>
  <PresentationFormat>Widescreen</PresentationFormat>
  <Paragraphs>691</Paragraphs>
  <Slides>33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Calibri</vt:lpstr>
      <vt:lpstr>Calibri Light</vt:lpstr>
      <vt:lpstr>Cambria Math</vt:lpstr>
      <vt:lpstr>Courier New</vt:lpstr>
      <vt:lpstr>Office Theme</vt:lpstr>
      <vt:lpstr>Spatial Filtering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아흐마드 자후르</dc:creator>
  <cp:lastModifiedBy>Muhammad Umar</cp:lastModifiedBy>
  <cp:revision>1065</cp:revision>
  <cp:lastPrinted>2026-07-15T07:37:02Z</cp:lastPrinted>
  <dcterms:created xsi:type="dcterms:W3CDTF">2021-07-05T12:43:45Z</dcterms:created>
  <dcterms:modified xsi:type="dcterms:W3CDTF">2026-09-28T06:40:32Z</dcterms:modified>
</cp:coreProperties>
</file>