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653" r:id="rId2"/>
    <p:sldId id="663" r:id="rId3"/>
    <p:sldId id="692" r:id="rId4"/>
    <p:sldId id="684" r:id="rId5"/>
    <p:sldId id="693" r:id="rId6"/>
    <p:sldId id="697" r:id="rId7"/>
    <p:sldId id="698" r:id="rId8"/>
    <p:sldId id="696" r:id="rId9"/>
    <p:sldId id="699" r:id="rId10"/>
    <p:sldId id="700" r:id="rId11"/>
    <p:sldId id="708" r:id="rId12"/>
    <p:sldId id="701" r:id="rId13"/>
    <p:sldId id="695" r:id="rId14"/>
    <p:sldId id="685" r:id="rId15"/>
    <p:sldId id="702" r:id="rId16"/>
    <p:sldId id="703" r:id="rId17"/>
    <p:sldId id="686" r:id="rId18"/>
    <p:sldId id="687" r:id="rId19"/>
    <p:sldId id="690" r:id="rId20"/>
    <p:sldId id="706" r:id="rId21"/>
    <p:sldId id="682" r:id="rId22"/>
    <p:sldId id="675" r:id="rId23"/>
    <p:sldId id="683" r:id="rId24"/>
    <p:sldId id="704" r:id="rId25"/>
    <p:sldId id="694" r:id="rId26"/>
    <p:sldId id="676" r:id="rId27"/>
    <p:sldId id="677" r:id="rId28"/>
    <p:sldId id="707" r:id="rId29"/>
    <p:sldId id="688" r:id="rId30"/>
    <p:sldId id="678" r:id="rId31"/>
    <p:sldId id="679" r:id="rId32"/>
    <p:sldId id="680" r:id="rId33"/>
    <p:sldId id="705" r:id="rId34"/>
    <p:sldId id="303" r:id="rId35"/>
  </p:sldIdLst>
  <p:sldSz cx="12192000" cy="6858000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8E0B"/>
    <a:srgbClr val="C0392B"/>
    <a:srgbClr val="C8B79E"/>
    <a:srgbClr val="0070C0"/>
    <a:srgbClr val="C9A4E4"/>
    <a:srgbClr val="16A99A"/>
    <a:srgbClr val="FFFFFF"/>
    <a:srgbClr val="FFC000"/>
    <a:srgbClr val="002060"/>
    <a:srgbClr val="EEF4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9E3BFA-922C-4806-A54D-4EBF94CDB9BF}" v="25" dt="2023-12-05T14:25:30.0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7404" autoAdjust="0"/>
  </p:normalViewPr>
  <p:slideViewPr>
    <p:cSldViewPr snapToGrid="0">
      <p:cViewPr>
        <p:scale>
          <a:sx n="160" d="100"/>
          <a:sy n="160" d="100"/>
        </p:scale>
        <p:origin x="186" y="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6203" cy="49849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386" y="1"/>
            <a:ext cx="2946202" cy="49849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EA21B6-073F-4612-AFB1-369BC0302235}" type="datetimeFigureOut">
              <a:rPr lang="en-GB" smtClean="0"/>
              <a:t>05/10/2026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311" y="4778627"/>
            <a:ext cx="5438140" cy="390915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9728"/>
            <a:ext cx="2946203" cy="49849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386" y="9429728"/>
            <a:ext cx="2946202" cy="49849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FCBA7A-2D9C-46DC-B1C9-F28F766A36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1899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CBA7A-2D9C-46DC-B1C9-F28F766A361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6242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EC41F-3EAD-40E7-8588-D7A815EDB4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945857-4142-421D-A0E3-360D5A3466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C5282-F997-4EB0-AFD5-964605607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2ACC0-12A4-4166-A0D0-01DAA63FC0C8}" type="datetime1">
              <a:rPr lang="en-GB" smtClean="0"/>
              <a:t>05/10/2026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8D2C1F-68A8-4B03-B55D-42FD4F3DB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996A95-C853-43CA-BA99-FDFD74F58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A9BE6-D515-4CD7-B9C9-CD5F329F78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5380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737FF-D0CA-4935-82D7-0F82ECBC2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983CA-B2E1-48F7-A1B2-D2812D0F3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52087B-AB45-4404-B233-913A88D6A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644F3-7FE6-4B8A-8919-BB0881F4644E}" type="datetime1">
              <a:rPr lang="en-GB" smtClean="0"/>
              <a:t>05/10/2026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36F8AB-2F0A-4DEF-811D-C861BE3DC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A4EE1-761B-42F2-85A7-F63AD1E56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A9BE6-D515-4CD7-B9C9-CD5F329F78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7650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5B971-FB26-41D7-95F5-F02174734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A7275-18B7-4460-99E7-09ADD0013B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5FCC0-D468-460A-8B5F-FE034F337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9206E-25CD-491D-B81A-58B0B02BF664}" type="datetime1">
              <a:rPr lang="en-GB" smtClean="0"/>
              <a:t>05/10/2026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E6865B-47F9-4107-B119-C96C7AA4F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9CFB34-E142-4A20-B937-DB7BD701E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A9BE6-D515-4CD7-B9C9-CD5F329F78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8641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E8A69-3A4E-48BC-9FDD-5FBAD5D7D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8617A-9659-4DDF-96FC-C58F34C964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C96201-BCCC-4314-BAB8-942AF97529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EA28A0-10DD-4EA6-9D26-DBBE321B9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32472-6A09-4A5F-A86F-07D3CED770C4}" type="datetime1">
              <a:rPr lang="en-GB" smtClean="0"/>
              <a:t>05/10/2026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E9A68C-6BBF-4B5E-AD39-1C4477999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0789C5-9458-429C-97E6-0EFE6A297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A9BE6-D515-4CD7-B9C9-CD5F329F78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4802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0408D-B6F6-4B90-B1BE-150668DB1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E5B94B-E9B2-46CC-8E50-8BFBE4E84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1EF349-9011-4997-9C9C-74CBF39EEE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396B72-4FB2-4069-BB6E-934AED75D8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9D0D8C-AF3E-4F4E-B52F-70FE8B9AC9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BE2B99-14C4-47CC-94D1-BF3717651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C45A9-6095-466A-97B7-4741BD4A8BC0}" type="datetime1">
              <a:rPr lang="en-GB" smtClean="0"/>
              <a:t>05/10/2026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0A6930-ACD4-4FE0-A433-4707BA993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613DF1-B0B0-42CB-B5BE-615F5D8EE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A9BE6-D515-4CD7-B9C9-CD5F329F78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3571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2764F-C3C7-4482-9E85-A0EAF6BE1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0CEDDB-0615-4C45-90B2-26A091365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9773D-687A-4E64-AA64-D91DED6B2B9E}" type="datetime1">
              <a:rPr lang="en-GB" smtClean="0"/>
              <a:t>05/10/2026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C594A7-018E-4731-ABC0-96C96A59B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98A1FC-2FD2-49EA-9A94-68031CAC0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A9BE6-D515-4CD7-B9C9-CD5F329F78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6262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5AD95D-B98D-4605-8FEF-F56F3711C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7238-A996-433C-B0A1-867B93BFDE4E}" type="datetime1">
              <a:rPr lang="en-GB" smtClean="0"/>
              <a:t>05/10/2026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1AE2AA-3C16-4924-B3B7-9A237CCE3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2119A4-6184-4F19-B191-62856B031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A9BE6-D515-4CD7-B9C9-CD5F329F78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3228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62AEC-6CE2-47BA-A60F-1B058F7B7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5CD7D-FFEF-44A9-BD62-F100E450A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70515E-17A2-44E1-BDFE-8B4585A681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1F39EC-6937-4843-9A90-5FD9912B8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3DC6F-7EE5-4A3B-A98A-1AD2AF8000EE}" type="datetime1">
              <a:rPr lang="en-GB" smtClean="0"/>
              <a:t>05/10/2026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35A170-ACD5-4EAA-A155-1FDC4FB2D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E15882-F799-45A3-9321-F6D58427C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A9BE6-D515-4CD7-B9C9-CD5F329F78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8600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B3489-F65A-42E2-8DE3-36EDD0E81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0D9496-0670-4BB0-9369-1BF2FA76BF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DDC140-74DE-4F88-B57E-C49ACA7E19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909C48-9AF5-4904-98DD-A0AC55DFE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A72C-729D-4958-9FB4-70D1B5BF04A4}" type="datetime1">
              <a:rPr lang="en-GB" smtClean="0"/>
              <a:t>05/10/2026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4E9C98-559B-4C48-BD6C-2C041E456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70ACA5-570D-4142-9CD7-B4011CB7F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A9BE6-D515-4CD7-B9C9-CD5F329F78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1689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601D8-3C63-41F8-B7AD-66FC1B28A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1AEE9B-C401-46AA-BC39-E61BDC6E79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913088-E496-43B1-9844-2F35AEF85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7846A-A088-466B-B29B-DAA55AE3D615}" type="datetime1">
              <a:rPr lang="en-GB" smtClean="0"/>
              <a:t>05/10/2026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28C3E-438E-4539-A387-3A0C767F4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099B4-E173-4A5F-8348-B3103D9EC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A9BE6-D515-4CD7-B9C9-CD5F329F78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2614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CF2E55-17EF-4C9E-A266-315B03E1A9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F4A669-CBA9-4E39-BF9D-CF011768BF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4D98E-0598-4A78-BB9E-BD3B0641E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1C421-70FB-4984-8C6D-055014C1D2DF}" type="datetime1">
              <a:rPr lang="en-GB" smtClean="0"/>
              <a:t>05/10/2026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F6681-17A7-41CF-93B8-79BE67403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E0E21-C635-4431-9E0C-15E7D13E8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A9BE6-D515-4CD7-B9C9-CD5F329F78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3683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56FF36-D9DB-4B5A-B399-4C6C5442C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C422BD-FBA6-4048-B3D2-7169F6DBE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68EEC-A034-402F-BF7A-C7C1D32257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BE82BB-597A-4711-BFBC-6FA804693904}" type="datetime1">
              <a:rPr lang="en-GB" smtClean="0"/>
              <a:t>05/10/2026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0D079-3579-4F54-8B25-02FC04BF20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44059-85C5-4585-B137-BAAFB88E10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7A9BE6-D515-4CD7-B9C9-CD5F329F78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3105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.png"/><Relationship Id="rId7" Type="http://schemas.openxmlformats.org/officeDocument/2006/relationships/image" Target="../media/image2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.png"/><Relationship Id="rId7" Type="http://schemas.openxmlformats.org/officeDocument/2006/relationships/image" Target="../media/image3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40.png"/><Relationship Id="rId7" Type="http://schemas.openxmlformats.org/officeDocument/2006/relationships/image" Target="../media/image3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2.png"/><Relationship Id="rId7" Type="http://schemas.openxmlformats.org/officeDocument/2006/relationships/image" Target="../media/image4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2.png"/><Relationship Id="rId7" Type="http://schemas.openxmlformats.org/officeDocument/2006/relationships/image" Target="../media/image4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2.png"/><Relationship Id="rId7" Type="http://schemas.openxmlformats.org/officeDocument/2006/relationships/image" Target="../media/image5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3.png"/><Relationship Id="rId9" Type="http://schemas.openxmlformats.org/officeDocument/2006/relationships/image" Target="../media/image5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2.png"/><Relationship Id="rId7" Type="http://schemas.openxmlformats.org/officeDocument/2006/relationships/image" Target="../media/image5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3.png"/><Relationship Id="rId9" Type="http://schemas.openxmlformats.org/officeDocument/2006/relationships/image" Target="../media/image6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3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2.png"/><Relationship Id="rId7" Type="http://schemas.openxmlformats.org/officeDocument/2006/relationships/image" Target="../media/image66.png"/><Relationship Id="rId12" Type="http://schemas.openxmlformats.org/officeDocument/2006/relationships/image" Target="../media/image7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11" Type="http://schemas.openxmlformats.org/officeDocument/2006/relationships/image" Target="../media/image70.png"/><Relationship Id="rId5" Type="http://schemas.openxmlformats.org/officeDocument/2006/relationships/image" Target="../media/image64.png"/><Relationship Id="rId10" Type="http://schemas.openxmlformats.org/officeDocument/2006/relationships/image" Target="../media/image69.png"/><Relationship Id="rId4" Type="http://schemas.openxmlformats.org/officeDocument/2006/relationships/image" Target="../media/image3.png"/><Relationship Id="rId9" Type="http://schemas.openxmlformats.org/officeDocument/2006/relationships/image" Target="../media/image6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2.png"/><Relationship Id="rId7" Type="http://schemas.openxmlformats.org/officeDocument/2006/relationships/image" Target="../media/image7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13" Type="http://schemas.openxmlformats.org/officeDocument/2006/relationships/image" Target="../media/image89.png"/><Relationship Id="rId3" Type="http://schemas.openxmlformats.org/officeDocument/2006/relationships/image" Target="../media/image2.png"/><Relationship Id="rId7" Type="http://schemas.openxmlformats.org/officeDocument/2006/relationships/image" Target="../media/image83.png"/><Relationship Id="rId12" Type="http://schemas.openxmlformats.org/officeDocument/2006/relationships/image" Target="../media/image8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png"/><Relationship Id="rId11" Type="http://schemas.openxmlformats.org/officeDocument/2006/relationships/image" Target="../media/image87.png"/><Relationship Id="rId5" Type="http://schemas.openxmlformats.org/officeDocument/2006/relationships/image" Target="../media/image81.png"/><Relationship Id="rId10" Type="http://schemas.openxmlformats.org/officeDocument/2006/relationships/image" Target="../media/image86.png"/><Relationship Id="rId4" Type="http://schemas.openxmlformats.org/officeDocument/2006/relationships/image" Target="../media/image3.png"/><Relationship Id="rId9" Type="http://schemas.openxmlformats.org/officeDocument/2006/relationships/image" Target="../media/image8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0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ongmyon Kim&amp;#39;s lab | University of Ulsan (UOU)">
            <a:extLst>
              <a:ext uri="{FF2B5EF4-FFF2-40B4-BE49-F238E27FC236}">
                <a16:creationId xmlns:a16="http://schemas.microsoft.com/office/drawing/2014/main" id="{9FCD8FEE-7BD3-4DDF-B849-A85BA223CF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3968" y="6371641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3F54049-5DC2-40F1-9351-0A66984A74B0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9AEBC0AC-F6CF-44A3-9366-36E52F140C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Google Shape;104;p14">
            <a:extLst>
              <a:ext uri="{FF2B5EF4-FFF2-40B4-BE49-F238E27FC236}">
                <a16:creationId xmlns:a16="http://schemas.microsoft.com/office/drawing/2014/main" id="{C68C38E5-FCF1-4C73-A9E0-8FDFA99E247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376322" y="1908379"/>
            <a:ext cx="4719678" cy="71691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rgbClr val="002060"/>
                </a:solidFill>
                <a:latin typeface="+mn-lt"/>
              </a:rPr>
              <a:t>Edge Detection</a:t>
            </a:r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C5AFC7FD-3907-4566-9E4E-62CFB24BDBA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4" y="6458353"/>
            <a:ext cx="1832745" cy="399647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7A7B2642-8443-B614-640A-CFD2AF3C2A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276" y="4840026"/>
            <a:ext cx="7202806" cy="1285183"/>
          </a:xfrm>
        </p:spPr>
        <p:txBody>
          <a:bodyPr>
            <a:normAutofit/>
          </a:bodyPr>
          <a:lstStyle/>
          <a:p>
            <a:pPr algn="l" hangingPunct="0">
              <a:lnSpc>
                <a:spcPct val="120000"/>
              </a:lnSpc>
            </a:pPr>
            <a:r>
              <a:rPr lang="en-US" sz="2000" b="1" dirty="0">
                <a:solidFill>
                  <a:srgbClr val="0070C0"/>
                </a:solidFill>
              </a:rPr>
              <a:t>Muhammad Umar</a:t>
            </a:r>
          </a:p>
          <a:p>
            <a:pPr algn="l" hangingPunct="0">
              <a:lnSpc>
                <a:spcPct val="100000"/>
              </a:lnSpc>
            </a:pPr>
            <a:r>
              <a:rPr lang="en-US" sz="1600" b="1" dirty="0"/>
              <a:t>Graduate Research Assistant,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Ulsan Industrial AI Lab</a:t>
            </a:r>
          </a:p>
          <a:p>
            <a:pPr algn="l" hangingPunct="0">
              <a:lnSpc>
                <a:spcPct val="100000"/>
              </a:lnSpc>
            </a:pPr>
            <a:r>
              <a:rPr lang="en-US" sz="1600" b="1" dirty="0">
                <a:latin typeface="Calibri" pitchFamily="34" charset="0"/>
                <a:cs typeface="Calibri" pitchFamily="34" charset="-120"/>
              </a:rPr>
              <a:t>Department of Electrical, Electronic and Computer Engineering, University of Ulsan</a:t>
            </a:r>
            <a:endParaRPr lang="en-US" sz="1600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98C335A-B890-359A-13A5-975039B5A9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24948"/>
            <a:ext cx="578348" cy="57834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67056C4-5678-7735-DCBB-C937E283AE6C}"/>
              </a:ext>
            </a:extLst>
          </p:cNvPr>
          <p:cNvSpPr txBox="1"/>
          <p:nvPr/>
        </p:nvSpPr>
        <p:spPr>
          <a:xfrm>
            <a:off x="9684099" y="5897439"/>
            <a:ext cx="22806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dirty="0">
                <a:solidFill>
                  <a:srgbClr val="002060"/>
                </a:solidFill>
                <a:ea typeface="+mj-ea"/>
                <a:cs typeface="+mj-cs"/>
              </a:rPr>
              <a:t>05 October 2026</a:t>
            </a:r>
          </a:p>
        </p:txBody>
      </p:sp>
      <p:sp>
        <p:nvSpPr>
          <p:cNvPr id="1177" name="Shape 99">
            <a:extLst>
              <a:ext uri="{FF2B5EF4-FFF2-40B4-BE49-F238E27FC236}">
                <a16:creationId xmlns:a16="http://schemas.microsoft.com/office/drawing/2014/main" id="{0B981CE8-4ACD-E358-B251-65A56AAC3DF8}"/>
              </a:ext>
            </a:extLst>
          </p:cNvPr>
          <p:cNvSpPr/>
          <p:nvPr/>
        </p:nvSpPr>
        <p:spPr>
          <a:xfrm>
            <a:off x="736814" y="2104071"/>
            <a:ext cx="91440" cy="91440"/>
          </a:xfrm>
          <a:prstGeom prst="rect">
            <a:avLst/>
          </a:prstGeom>
          <a:solidFill>
            <a:srgbClr val="3A4155"/>
          </a:solidFill>
          <a:ln w="12700">
            <a:solidFill>
              <a:srgbClr val="3A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9" name="Shape 100">
            <a:extLst>
              <a:ext uri="{FF2B5EF4-FFF2-40B4-BE49-F238E27FC236}">
                <a16:creationId xmlns:a16="http://schemas.microsoft.com/office/drawing/2014/main" id="{D8C665AC-67B6-AE82-A442-FE4F7FAFA36C}"/>
              </a:ext>
            </a:extLst>
          </p:cNvPr>
          <p:cNvSpPr/>
          <p:nvPr/>
        </p:nvSpPr>
        <p:spPr>
          <a:xfrm>
            <a:off x="853857" y="2104071"/>
            <a:ext cx="91440" cy="91440"/>
          </a:xfrm>
          <a:prstGeom prst="rect">
            <a:avLst/>
          </a:prstGeom>
          <a:solidFill>
            <a:srgbClr val="3A4155"/>
          </a:solidFill>
          <a:ln w="12700">
            <a:solidFill>
              <a:srgbClr val="3A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1" name="Shape 101">
            <a:extLst>
              <a:ext uri="{FF2B5EF4-FFF2-40B4-BE49-F238E27FC236}">
                <a16:creationId xmlns:a16="http://schemas.microsoft.com/office/drawing/2014/main" id="{EC7915EB-6048-0164-AB98-0DA80A7EFA38}"/>
              </a:ext>
            </a:extLst>
          </p:cNvPr>
          <p:cNvSpPr/>
          <p:nvPr/>
        </p:nvSpPr>
        <p:spPr>
          <a:xfrm>
            <a:off x="970900" y="2104071"/>
            <a:ext cx="91440" cy="91440"/>
          </a:xfrm>
          <a:prstGeom prst="rect">
            <a:avLst/>
          </a:prstGeom>
          <a:solidFill>
            <a:srgbClr val="3A4155"/>
          </a:solidFill>
          <a:ln w="12700">
            <a:solidFill>
              <a:srgbClr val="3A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3" name="Shape 102">
            <a:extLst>
              <a:ext uri="{FF2B5EF4-FFF2-40B4-BE49-F238E27FC236}">
                <a16:creationId xmlns:a16="http://schemas.microsoft.com/office/drawing/2014/main" id="{A6CFA989-90C5-0AC3-CEFC-68FBA233DA6D}"/>
              </a:ext>
            </a:extLst>
          </p:cNvPr>
          <p:cNvSpPr/>
          <p:nvPr/>
        </p:nvSpPr>
        <p:spPr>
          <a:xfrm>
            <a:off x="736814" y="2221114"/>
            <a:ext cx="91440" cy="91440"/>
          </a:xfrm>
          <a:prstGeom prst="rect">
            <a:avLst/>
          </a:prstGeom>
          <a:solidFill>
            <a:srgbClr val="3A4155"/>
          </a:solidFill>
          <a:ln w="12700">
            <a:solidFill>
              <a:srgbClr val="3A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5" name="Shape 103">
            <a:extLst>
              <a:ext uri="{FF2B5EF4-FFF2-40B4-BE49-F238E27FC236}">
                <a16:creationId xmlns:a16="http://schemas.microsoft.com/office/drawing/2014/main" id="{592EB52D-B7C2-D8F2-2C9D-CA23A8FDBE7B}"/>
              </a:ext>
            </a:extLst>
          </p:cNvPr>
          <p:cNvSpPr/>
          <p:nvPr/>
        </p:nvSpPr>
        <p:spPr>
          <a:xfrm>
            <a:off x="853857" y="2221114"/>
            <a:ext cx="91440" cy="91440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7" name="Shape 104">
            <a:extLst>
              <a:ext uri="{FF2B5EF4-FFF2-40B4-BE49-F238E27FC236}">
                <a16:creationId xmlns:a16="http://schemas.microsoft.com/office/drawing/2014/main" id="{31C3A1D3-B73A-7BDC-B8A6-9844E46B9830}"/>
              </a:ext>
            </a:extLst>
          </p:cNvPr>
          <p:cNvSpPr/>
          <p:nvPr/>
        </p:nvSpPr>
        <p:spPr>
          <a:xfrm>
            <a:off x="970900" y="2221114"/>
            <a:ext cx="91440" cy="91440"/>
          </a:xfrm>
          <a:prstGeom prst="rect">
            <a:avLst/>
          </a:prstGeom>
          <a:solidFill>
            <a:srgbClr val="3A4155"/>
          </a:solidFill>
          <a:ln w="12700">
            <a:solidFill>
              <a:srgbClr val="3A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9" name="Shape 105">
            <a:extLst>
              <a:ext uri="{FF2B5EF4-FFF2-40B4-BE49-F238E27FC236}">
                <a16:creationId xmlns:a16="http://schemas.microsoft.com/office/drawing/2014/main" id="{700E96A7-6D18-3F94-3767-64A594CC6472}"/>
              </a:ext>
            </a:extLst>
          </p:cNvPr>
          <p:cNvSpPr/>
          <p:nvPr/>
        </p:nvSpPr>
        <p:spPr>
          <a:xfrm>
            <a:off x="736814" y="2338157"/>
            <a:ext cx="91440" cy="91440"/>
          </a:xfrm>
          <a:prstGeom prst="rect">
            <a:avLst/>
          </a:prstGeom>
          <a:solidFill>
            <a:srgbClr val="3A4155"/>
          </a:solidFill>
          <a:ln w="12700">
            <a:solidFill>
              <a:srgbClr val="3A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1" name="Shape 106">
            <a:extLst>
              <a:ext uri="{FF2B5EF4-FFF2-40B4-BE49-F238E27FC236}">
                <a16:creationId xmlns:a16="http://schemas.microsoft.com/office/drawing/2014/main" id="{66D78072-BCDD-851C-F167-944416EFE920}"/>
              </a:ext>
            </a:extLst>
          </p:cNvPr>
          <p:cNvSpPr/>
          <p:nvPr/>
        </p:nvSpPr>
        <p:spPr>
          <a:xfrm>
            <a:off x="853857" y="2338157"/>
            <a:ext cx="91440" cy="91440"/>
          </a:xfrm>
          <a:prstGeom prst="rect">
            <a:avLst/>
          </a:prstGeom>
          <a:solidFill>
            <a:srgbClr val="3A4155"/>
          </a:solidFill>
          <a:ln w="12700">
            <a:solidFill>
              <a:srgbClr val="3A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3" name="Shape 107">
            <a:extLst>
              <a:ext uri="{FF2B5EF4-FFF2-40B4-BE49-F238E27FC236}">
                <a16:creationId xmlns:a16="http://schemas.microsoft.com/office/drawing/2014/main" id="{24F55E72-6A75-F713-CB89-BBD0AF5B0C64}"/>
              </a:ext>
            </a:extLst>
          </p:cNvPr>
          <p:cNvSpPr/>
          <p:nvPr/>
        </p:nvSpPr>
        <p:spPr>
          <a:xfrm>
            <a:off x="970900" y="2338157"/>
            <a:ext cx="91440" cy="91440"/>
          </a:xfrm>
          <a:prstGeom prst="rect">
            <a:avLst/>
          </a:prstGeom>
          <a:solidFill>
            <a:srgbClr val="3A4155"/>
          </a:solidFill>
          <a:ln w="12700">
            <a:solidFill>
              <a:srgbClr val="3A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4" descr="fig/title_split.png">
            <a:extLst>
              <a:ext uri="{FF2B5EF4-FFF2-40B4-BE49-F238E27FC236}">
                <a16:creationId xmlns:a16="http://schemas.microsoft.com/office/drawing/2014/main" id="{366469D5-7614-0FDE-E4FB-D54D6F5785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8605" y="1118379"/>
            <a:ext cx="5120640" cy="3539613"/>
          </a:xfrm>
          <a:prstGeom prst="rect">
            <a:avLst/>
          </a:prstGeom>
        </p:spPr>
      </p:pic>
      <p:sp>
        <p:nvSpPr>
          <p:cNvPr id="10" name="Text 6">
            <a:extLst>
              <a:ext uri="{FF2B5EF4-FFF2-40B4-BE49-F238E27FC236}">
                <a16:creationId xmlns:a16="http://schemas.microsoft.com/office/drawing/2014/main" id="{8025DED4-98F8-D34B-E58C-BB1BE4325189}"/>
              </a:ext>
            </a:extLst>
          </p:cNvPr>
          <p:cNvSpPr txBox="1"/>
          <p:nvPr/>
        </p:nvSpPr>
        <p:spPr>
          <a:xfrm>
            <a:off x="6708605" y="4731143"/>
            <a:ext cx="2560320" cy="32918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30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67262813-6618-51E7-F447-C6E8594178C4}"/>
              </a:ext>
            </a:extLst>
          </p:cNvPr>
          <p:cNvSpPr txBox="1"/>
          <p:nvPr/>
        </p:nvSpPr>
        <p:spPr>
          <a:xfrm>
            <a:off x="9268925" y="4731143"/>
            <a:ext cx="2560320" cy="329184"/>
          </a:xfrm>
          <a:prstGeom prst="rect">
            <a:avLst/>
          </a:prstGeom>
          <a:solidFill>
            <a:srgbClr val="E08E0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</a:t>
            </a:r>
            <a:endParaRPr lang="en-US" sz="1300" dirty="0"/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CFFB657A-1326-56F3-0C00-71786C9B0777}"/>
              </a:ext>
            </a:extLst>
          </p:cNvPr>
          <p:cNvSpPr/>
          <p:nvPr/>
        </p:nvSpPr>
        <p:spPr>
          <a:xfrm>
            <a:off x="572609" y="4560409"/>
            <a:ext cx="5486400" cy="0"/>
          </a:xfrm>
          <a:prstGeom prst="line">
            <a:avLst/>
          </a:prstGeom>
          <a:noFill/>
          <a:ln w="381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393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3E01C-50CD-4828-9629-53527F7ED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9A7944F-840F-0354-1E3C-7FD68701658B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7E32EF48-16BE-A698-7BDE-53486C6C0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5E9F9CD-4F50-EA5F-42FD-4AC3BA43C101}"/>
              </a:ext>
            </a:extLst>
          </p:cNvPr>
          <p:cNvCxnSpPr>
            <a:cxnSpLocks/>
          </p:cNvCxnSpPr>
          <p:nvPr/>
        </p:nvCxnSpPr>
        <p:spPr>
          <a:xfrm>
            <a:off x="435005" y="923068"/>
            <a:ext cx="11336285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5431CBB-C5E2-4918-01D3-66F22847F2A1}"/>
              </a:ext>
            </a:extLst>
          </p:cNvPr>
          <p:cNvSpPr txBox="1"/>
          <p:nvPr/>
        </p:nvSpPr>
        <p:spPr>
          <a:xfrm>
            <a:off x="550276" y="364476"/>
            <a:ext cx="59412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Can you guess what this image is?</a:t>
            </a:r>
          </a:p>
        </p:txBody>
      </p:sp>
      <p:pic>
        <p:nvPicPr>
          <p:cNvPr id="56" name="Picture 55" descr="Logo&#10;&#10;Description automatically generated">
            <a:extLst>
              <a:ext uri="{FF2B5EF4-FFF2-40B4-BE49-F238E27FC236}">
                <a16:creationId xmlns:a16="http://schemas.microsoft.com/office/drawing/2014/main" id="{3DD8766A-18B1-FA5F-D615-5A72DAD38E2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5" y="6487028"/>
            <a:ext cx="1747748" cy="331175"/>
          </a:xfrm>
          <a:prstGeom prst="rect">
            <a:avLst/>
          </a:prstGeom>
        </p:spPr>
      </p:pic>
      <p:sp>
        <p:nvSpPr>
          <p:cNvPr id="83" name="Parallelogram 41">
            <a:extLst>
              <a:ext uri="{FF2B5EF4-FFF2-40B4-BE49-F238E27FC236}">
                <a16:creationId xmlns:a16="http://schemas.microsoft.com/office/drawing/2014/main" id="{503307CC-F6DF-AFA2-26A8-38C241765233}"/>
              </a:ext>
            </a:extLst>
          </p:cNvPr>
          <p:cNvSpPr/>
          <p:nvPr/>
        </p:nvSpPr>
        <p:spPr>
          <a:xfrm>
            <a:off x="11427012" y="6490706"/>
            <a:ext cx="764988" cy="3709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2/34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4629CDC-D338-3188-F57D-ED039FA664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17328"/>
            <a:ext cx="578348" cy="578348"/>
          </a:xfrm>
          <a:prstGeom prst="rect">
            <a:avLst/>
          </a:prstGeom>
        </p:spPr>
      </p:pic>
      <p:pic>
        <p:nvPicPr>
          <p:cNvPr id="4" name="Image 4" descr="fig/hook_edges.png">
            <a:extLst>
              <a:ext uri="{FF2B5EF4-FFF2-40B4-BE49-F238E27FC236}">
                <a16:creationId xmlns:a16="http://schemas.microsoft.com/office/drawing/2014/main" id="{029C7C0B-F4AC-7D16-F605-07ECE0603F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8367" y="1446244"/>
            <a:ext cx="6508583" cy="4329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813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035D2-5409-0F98-CB07-B26610761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71CE4B5-564F-A6AB-D68C-829DBA537521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8AB3CCF2-0B6E-A295-0656-B7EA3D1B3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EF0995A-68E9-2BC1-AC2B-99C3FB145836}"/>
              </a:ext>
            </a:extLst>
          </p:cNvPr>
          <p:cNvCxnSpPr>
            <a:cxnSpLocks/>
          </p:cNvCxnSpPr>
          <p:nvPr/>
        </p:nvCxnSpPr>
        <p:spPr>
          <a:xfrm>
            <a:off x="435005" y="923068"/>
            <a:ext cx="11336285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0C141D1-BE30-9D71-0216-F77F13B0946D}"/>
              </a:ext>
            </a:extLst>
          </p:cNvPr>
          <p:cNvSpPr txBox="1"/>
          <p:nvPr/>
        </p:nvSpPr>
        <p:spPr>
          <a:xfrm>
            <a:off x="550276" y="364476"/>
            <a:ext cx="39234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Yes, you guessed right</a:t>
            </a:r>
          </a:p>
        </p:txBody>
      </p:sp>
      <p:pic>
        <p:nvPicPr>
          <p:cNvPr id="56" name="Picture 55" descr="Logo&#10;&#10;Description automatically generated">
            <a:extLst>
              <a:ext uri="{FF2B5EF4-FFF2-40B4-BE49-F238E27FC236}">
                <a16:creationId xmlns:a16="http://schemas.microsoft.com/office/drawing/2014/main" id="{FD54A843-BA5E-111C-8A90-F0AAD21B0C6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5" y="6487028"/>
            <a:ext cx="1747748" cy="331175"/>
          </a:xfrm>
          <a:prstGeom prst="rect">
            <a:avLst/>
          </a:prstGeom>
        </p:spPr>
      </p:pic>
      <p:sp>
        <p:nvSpPr>
          <p:cNvPr id="83" name="Parallelogram 41">
            <a:extLst>
              <a:ext uri="{FF2B5EF4-FFF2-40B4-BE49-F238E27FC236}">
                <a16:creationId xmlns:a16="http://schemas.microsoft.com/office/drawing/2014/main" id="{3BA7C954-E2E5-3D3A-E7B6-06BD19EF99C0}"/>
              </a:ext>
            </a:extLst>
          </p:cNvPr>
          <p:cNvSpPr/>
          <p:nvPr/>
        </p:nvSpPr>
        <p:spPr>
          <a:xfrm>
            <a:off x="11427012" y="6490706"/>
            <a:ext cx="764988" cy="3709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3/34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BF61340-284D-2868-69B8-E3270D93B3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17328"/>
            <a:ext cx="578348" cy="578348"/>
          </a:xfrm>
          <a:prstGeom prst="rect">
            <a:avLst/>
          </a:prstGeom>
        </p:spPr>
      </p:pic>
      <p:pic>
        <p:nvPicPr>
          <p:cNvPr id="3" name="Image 4" descr="fig/hook_edges.png">
            <a:extLst>
              <a:ext uri="{FF2B5EF4-FFF2-40B4-BE49-F238E27FC236}">
                <a16:creationId xmlns:a16="http://schemas.microsoft.com/office/drawing/2014/main" id="{B26DA9E7-096B-74CE-671E-E8B855731E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881" y="1112232"/>
            <a:ext cx="5394960" cy="3588665"/>
          </a:xfrm>
          <a:prstGeom prst="rect">
            <a:avLst/>
          </a:prstGeom>
        </p:spPr>
      </p:pic>
      <p:pic>
        <p:nvPicPr>
          <p:cNvPr id="5" name="ANIM_hook_photo" descr="fig/hook_photo.png">
            <a:extLst>
              <a:ext uri="{FF2B5EF4-FFF2-40B4-BE49-F238E27FC236}">
                <a16:creationId xmlns:a16="http://schemas.microsoft.com/office/drawing/2014/main" id="{EFD3A6F8-45F4-D3EB-546A-4E3385DA7E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2593" y="1112232"/>
            <a:ext cx="5394960" cy="3588665"/>
          </a:xfrm>
          <a:prstGeom prst="rect">
            <a:avLst/>
          </a:prstGeom>
        </p:spPr>
      </p:pic>
      <p:sp>
        <p:nvSpPr>
          <p:cNvPr id="7" name="Shape 4">
            <a:extLst>
              <a:ext uri="{FF2B5EF4-FFF2-40B4-BE49-F238E27FC236}">
                <a16:creationId xmlns:a16="http://schemas.microsoft.com/office/drawing/2014/main" id="{88FC0E29-E4F1-CE5B-0865-3E5CF7AA861C}"/>
              </a:ext>
            </a:extLst>
          </p:cNvPr>
          <p:cNvSpPr/>
          <p:nvPr/>
        </p:nvSpPr>
        <p:spPr>
          <a:xfrm>
            <a:off x="485881" y="5630057"/>
            <a:ext cx="11091672" cy="566928"/>
          </a:xfrm>
          <a:prstGeom prst="rect">
            <a:avLst/>
          </a:prstGeom>
          <a:solidFill>
            <a:srgbClr val="E3EFF9"/>
          </a:solidFill>
          <a:ln w="12700">
            <a:solidFill>
              <a:srgbClr val="E3EFF9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computer (and our brain) can recognize objects from edges alone. Edges carry most of the information.</a:t>
            </a:r>
            <a:endParaRPr lang="en-US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9927D1F1-48C3-B309-EAA9-360DC75EA93A}"/>
              </a:ext>
            </a:extLst>
          </p:cNvPr>
          <p:cNvSpPr txBox="1"/>
          <p:nvPr/>
        </p:nvSpPr>
        <p:spPr>
          <a:xfrm>
            <a:off x="548640" y="5029200"/>
            <a:ext cx="54086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Only the edges: 5% of the pixels</a:t>
            </a:r>
            <a:endParaRPr lang="en-US" sz="1600" dirty="0"/>
          </a:p>
        </p:txBody>
      </p:sp>
      <p:sp>
        <p:nvSpPr>
          <p:cNvPr id="11" name="ANIM_hook_text">
            <a:extLst>
              <a:ext uri="{FF2B5EF4-FFF2-40B4-BE49-F238E27FC236}">
                <a16:creationId xmlns:a16="http://schemas.microsoft.com/office/drawing/2014/main" id="{F01EF464-5A91-6ACC-BCAD-B8B2B8E9A0B7}"/>
              </a:ext>
            </a:extLst>
          </p:cNvPr>
          <p:cNvSpPr txBox="1"/>
          <p:nvPr/>
        </p:nvSpPr>
        <p:spPr>
          <a:xfrm>
            <a:off x="6231636" y="5029200"/>
            <a:ext cx="54086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brain recognized it from the edges alone.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254689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8D892-D2C7-F4A0-FFED-53A3802D2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2432968-4D19-25D6-A111-ED6C45815974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24E259D2-25CA-FA12-6A41-AA7984EE7A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Picture 55" descr="Logo&#10;&#10;Description automatically generated">
            <a:extLst>
              <a:ext uri="{FF2B5EF4-FFF2-40B4-BE49-F238E27FC236}">
                <a16:creationId xmlns:a16="http://schemas.microsoft.com/office/drawing/2014/main" id="{86E5D405-E93C-97E8-7B84-ED40BE90C70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5" y="6487028"/>
            <a:ext cx="1747748" cy="3311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2C7D3F8-9C3A-979E-EE51-0C4911C063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17328"/>
            <a:ext cx="578348" cy="578348"/>
          </a:xfrm>
          <a:prstGeom prst="rect">
            <a:avLst/>
          </a:prstGeom>
        </p:spPr>
      </p:pic>
      <p:sp>
        <p:nvSpPr>
          <p:cNvPr id="43" name="Parallelogram 41">
            <a:extLst>
              <a:ext uri="{FF2B5EF4-FFF2-40B4-BE49-F238E27FC236}">
                <a16:creationId xmlns:a16="http://schemas.microsoft.com/office/drawing/2014/main" id="{DA5919A8-3424-8706-7789-460EBB3B5ED1}"/>
              </a:ext>
            </a:extLst>
          </p:cNvPr>
          <p:cNvSpPr/>
          <p:nvPr/>
        </p:nvSpPr>
        <p:spPr>
          <a:xfrm>
            <a:off x="11427012" y="6490706"/>
            <a:ext cx="764988" cy="3709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4/34</a:t>
            </a:r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47D53B3A-D4BC-0470-9E5A-D307F8E8B36C}"/>
              </a:ext>
            </a:extLst>
          </p:cNvPr>
          <p:cNvSpPr/>
          <p:nvPr/>
        </p:nvSpPr>
        <p:spPr>
          <a:xfrm>
            <a:off x="548640" y="1519706"/>
            <a:ext cx="5472233" cy="1086333"/>
          </a:xfrm>
          <a:prstGeom prst="roundRect">
            <a:avLst>
              <a:gd name="adj" fmla="val 8889"/>
            </a:avLst>
          </a:prstGeom>
          <a:solidFill>
            <a:srgbClr val="DEEBF7"/>
          </a:solidFill>
          <a:ln w="12700">
            <a:solidFill>
              <a:srgbClr val="9DC3E6"/>
            </a:solidFill>
            <a:prstDash val="solid"/>
          </a:ln>
          <a:effectLst>
            <a:outerShdw blurRad="76200" dist="38100" dir="5400000" algn="bl" rotWithShape="0">
              <a:srgbClr val="000000">
                <a:alpha val="20000"/>
              </a:srgbClr>
            </a:outerShdw>
          </a:effectLst>
        </p:spPr>
        <p:txBody>
          <a:bodyPr lIns="180000" rIns="216000" anchor="ctr"/>
          <a:lstStyle/>
          <a:p>
            <a:r>
              <a:rPr lang="en-US" sz="3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Detection</a:t>
            </a:r>
            <a:endParaRPr lang="en-US" sz="3600" dirty="0"/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2CACE050-3F0A-5C7C-AF84-987ECD42D8C2}"/>
              </a:ext>
            </a:extLst>
          </p:cNvPr>
          <p:cNvSpPr/>
          <p:nvPr/>
        </p:nvSpPr>
        <p:spPr>
          <a:xfrm>
            <a:off x="611106" y="3063240"/>
            <a:ext cx="438912" cy="438912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0EDD64E2-CAD8-4976-662B-77400174FC1A}"/>
              </a:ext>
            </a:extLst>
          </p:cNvPr>
          <p:cNvSpPr txBox="1"/>
          <p:nvPr/>
        </p:nvSpPr>
        <p:spPr>
          <a:xfrm>
            <a:off x="611106" y="3063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DF7AC000-0DCD-49FA-4E71-835346E7BC0A}"/>
              </a:ext>
            </a:extLst>
          </p:cNvPr>
          <p:cNvSpPr txBox="1"/>
          <p:nvPr/>
        </p:nvSpPr>
        <p:spPr>
          <a:xfrm>
            <a:off x="1302697" y="3044952"/>
            <a:ext cx="45719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edges matter, and what causes them</a:t>
            </a:r>
            <a:endParaRPr lang="en-US" sz="2000" dirty="0"/>
          </a:p>
        </p:txBody>
      </p:sp>
      <p:sp>
        <p:nvSpPr>
          <p:cNvPr id="26" name="Shape 6">
            <a:extLst>
              <a:ext uri="{FF2B5EF4-FFF2-40B4-BE49-F238E27FC236}">
                <a16:creationId xmlns:a16="http://schemas.microsoft.com/office/drawing/2014/main" id="{62E662F5-E286-7441-BFB4-F95BBFCD2AD6}"/>
              </a:ext>
            </a:extLst>
          </p:cNvPr>
          <p:cNvSpPr/>
          <p:nvPr/>
        </p:nvSpPr>
        <p:spPr>
          <a:xfrm>
            <a:off x="611106" y="3794760"/>
            <a:ext cx="438912" cy="438912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5FCEE833-65C9-F2FF-B288-45F6027DCBD5}"/>
              </a:ext>
            </a:extLst>
          </p:cNvPr>
          <p:cNvSpPr txBox="1"/>
          <p:nvPr/>
        </p:nvSpPr>
        <p:spPr>
          <a:xfrm>
            <a:off x="611106" y="37947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B3DF0443-20DC-469D-1794-2BF610C16FD2}"/>
              </a:ext>
            </a:extLst>
          </p:cNvPr>
          <p:cNvSpPr txBox="1"/>
          <p:nvPr/>
        </p:nvSpPr>
        <p:spPr>
          <a:xfrm>
            <a:off x="1302697" y="3776472"/>
            <a:ext cx="497575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operators: Roberts, Prewitt and Sobel</a:t>
            </a:r>
            <a:endParaRPr lang="en-US" sz="2000" dirty="0"/>
          </a:p>
        </p:txBody>
      </p:sp>
      <p:sp>
        <p:nvSpPr>
          <p:cNvPr id="35" name="Shape 9">
            <a:extLst>
              <a:ext uri="{FF2B5EF4-FFF2-40B4-BE49-F238E27FC236}">
                <a16:creationId xmlns:a16="http://schemas.microsoft.com/office/drawing/2014/main" id="{A0A18E9E-8EED-5A52-F515-1A7ABBC74431}"/>
              </a:ext>
            </a:extLst>
          </p:cNvPr>
          <p:cNvSpPr/>
          <p:nvPr/>
        </p:nvSpPr>
        <p:spPr>
          <a:xfrm>
            <a:off x="611106" y="4526280"/>
            <a:ext cx="438912" cy="438912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5ABAE3E5-FB3F-B13B-AD66-251C4FF0C681}"/>
              </a:ext>
            </a:extLst>
          </p:cNvPr>
          <p:cNvSpPr txBox="1"/>
          <p:nvPr/>
        </p:nvSpPr>
        <p:spPr>
          <a:xfrm>
            <a:off x="611106" y="4526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9" name="Text 11">
            <a:extLst>
              <a:ext uri="{FF2B5EF4-FFF2-40B4-BE49-F238E27FC236}">
                <a16:creationId xmlns:a16="http://schemas.microsoft.com/office/drawing/2014/main" id="{BEDD1A3C-CBAE-2029-810C-072977ABE245}"/>
              </a:ext>
            </a:extLst>
          </p:cNvPr>
          <p:cNvSpPr txBox="1"/>
          <p:nvPr/>
        </p:nvSpPr>
        <p:spPr>
          <a:xfrm>
            <a:off x="1302697" y="4507992"/>
            <a:ext cx="380270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Laplacian and the Canny detector</a:t>
            </a:r>
            <a:endParaRPr lang="en-US" sz="2000" dirty="0"/>
          </a:p>
        </p:txBody>
      </p:sp>
      <p:pic>
        <p:nvPicPr>
          <p:cNvPr id="42" name="Image 4" descr="fig2/k5.png">
            <a:extLst>
              <a:ext uri="{FF2B5EF4-FFF2-40B4-BE49-F238E27FC236}">
                <a16:creationId xmlns:a16="http://schemas.microsoft.com/office/drawing/2014/main" id="{E6E90877-495B-19AF-1291-4BCE4ADE56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3615" y="1071047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409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54C49-CCC4-EA6C-8CD5-8803D2DE4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9C77298-526C-99F7-87BC-9883B62266E3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25A1B321-1BF4-F418-BD05-83B3CD9E2E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41A5668-9BA7-4D77-04A3-F80762AFD614}"/>
              </a:ext>
            </a:extLst>
          </p:cNvPr>
          <p:cNvCxnSpPr>
            <a:cxnSpLocks/>
          </p:cNvCxnSpPr>
          <p:nvPr/>
        </p:nvCxnSpPr>
        <p:spPr>
          <a:xfrm>
            <a:off x="435005" y="923068"/>
            <a:ext cx="11363295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473E7B8-A65F-FD5D-C21D-F4F50C396A37}"/>
              </a:ext>
            </a:extLst>
          </p:cNvPr>
          <p:cNvSpPr txBox="1"/>
          <p:nvPr/>
        </p:nvSpPr>
        <p:spPr>
          <a:xfrm>
            <a:off x="550276" y="364476"/>
            <a:ext cx="68112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Why edges? They carry the information</a:t>
            </a:r>
          </a:p>
        </p:txBody>
      </p:sp>
      <p:pic>
        <p:nvPicPr>
          <p:cNvPr id="56" name="Picture 55" descr="Logo&#10;&#10;Description automatically generated">
            <a:extLst>
              <a:ext uri="{FF2B5EF4-FFF2-40B4-BE49-F238E27FC236}">
                <a16:creationId xmlns:a16="http://schemas.microsoft.com/office/drawing/2014/main" id="{3F8F65CB-DD95-B08C-1F0A-8750EB9A3EA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5" y="6487028"/>
            <a:ext cx="1747748" cy="3311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965C0F6-A7D2-BB91-F450-A491E13709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17328"/>
            <a:ext cx="578348" cy="578348"/>
          </a:xfrm>
          <a:prstGeom prst="rect">
            <a:avLst/>
          </a:prstGeom>
        </p:spPr>
      </p:pic>
      <p:sp>
        <p:nvSpPr>
          <p:cNvPr id="43" name="Parallelogram 41">
            <a:extLst>
              <a:ext uri="{FF2B5EF4-FFF2-40B4-BE49-F238E27FC236}">
                <a16:creationId xmlns:a16="http://schemas.microsoft.com/office/drawing/2014/main" id="{65DF023A-F704-1702-8725-5B85180A9AE7}"/>
              </a:ext>
            </a:extLst>
          </p:cNvPr>
          <p:cNvSpPr/>
          <p:nvPr/>
        </p:nvSpPr>
        <p:spPr>
          <a:xfrm>
            <a:off x="11427012" y="6490706"/>
            <a:ext cx="764988" cy="3709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5/34</a:t>
            </a:r>
          </a:p>
        </p:txBody>
      </p:sp>
      <p:sp>
        <p:nvSpPr>
          <p:cNvPr id="55" name="Text 4">
            <a:extLst>
              <a:ext uri="{FF2B5EF4-FFF2-40B4-BE49-F238E27FC236}">
                <a16:creationId xmlns:a16="http://schemas.microsoft.com/office/drawing/2014/main" id="{AB54565F-6C61-1F2C-DD6A-50965E2D605E}"/>
              </a:ext>
            </a:extLst>
          </p:cNvPr>
          <p:cNvSpPr txBox="1"/>
          <p:nvPr/>
        </p:nvSpPr>
        <p:spPr>
          <a:xfrm>
            <a:off x="548640" y="1139780"/>
            <a:ext cx="3246120" cy="244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photo: 270,400 pixels</a:t>
            </a:r>
            <a:endParaRPr lang="en-US" sz="1500" dirty="0"/>
          </a:p>
        </p:txBody>
      </p:sp>
      <p:pic>
        <p:nvPicPr>
          <p:cNvPr id="58" name="Image 4" descr="fig3/w_photo.png">
            <a:extLst>
              <a:ext uri="{FF2B5EF4-FFF2-40B4-BE49-F238E27FC236}">
                <a16:creationId xmlns:a16="http://schemas.microsoft.com/office/drawing/2014/main" id="{358ACDBE-2DEB-A8BD-A786-3BD8605A96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527048"/>
            <a:ext cx="3246120" cy="3246120"/>
          </a:xfrm>
          <a:prstGeom prst="rect">
            <a:avLst/>
          </a:prstGeom>
        </p:spPr>
      </p:pic>
      <p:sp>
        <p:nvSpPr>
          <p:cNvPr id="60" name="Text 5">
            <a:extLst>
              <a:ext uri="{FF2B5EF4-FFF2-40B4-BE49-F238E27FC236}">
                <a16:creationId xmlns:a16="http://schemas.microsoft.com/office/drawing/2014/main" id="{FE8DE787-0FE5-D019-076A-6A13B6554E65}"/>
              </a:ext>
            </a:extLst>
          </p:cNvPr>
          <p:cNvSpPr txBox="1"/>
          <p:nvPr/>
        </p:nvSpPr>
        <p:spPr>
          <a:xfrm>
            <a:off x="4069080" y="1143000"/>
            <a:ext cx="3246120" cy="244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8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edges: only 7.8% of them</a:t>
            </a:r>
            <a:endParaRPr lang="en-US" sz="1500" dirty="0"/>
          </a:p>
        </p:txBody>
      </p:sp>
      <p:pic>
        <p:nvPicPr>
          <p:cNvPr id="62" name="Image 5" descr="fig3/w_edges.png">
            <a:extLst>
              <a:ext uri="{FF2B5EF4-FFF2-40B4-BE49-F238E27FC236}">
                <a16:creationId xmlns:a16="http://schemas.microsoft.com/office/drawing/2014/main" id="{90C6EE6C-939A-7F57-62FB-A6A31E2CD9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9080" y="1527048"/>
            <a:ext cx="3246120" cy="3246120"/>
          </a:xfrm>
          <a:prstGeom prst="rect">
            <a:avLst/>
          </a:prstGeom>
        </p:spPr>
      </p:pic>
      <p:sp>
        <p:nvSpPr>
          <p:cNvPr id="64" name="Text 6">
            <a:extLst>
              <a:ext uri="{FF2B5EF4-FFF2-40B4-BE49-F238E27FC236}">
                <a16:creationId xmlns:a16="http://schemas.microsoft.com/office/drawing/2014/main" id="{4AF1648A-D5E2-C329-B4A8-3222D4DBEC4A}"/>
              </a:ext>
            </a:extLst>
          </p:cNvPr>
          <p:cNvSpPr txBox="1"/>
          <p:nvPr/>
        </p:nvSpPr>
        <p:spPr>
          <a:xfrm>
            <a:off x="1354387" y="4978289"/>
            <a:ext cx="5203065" cy="244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We can recognize the building, its windows and floors.</a:t>
            </a:r>
            <a:endParaRPr lang="en-US" sz="1500" dirty="0"/>
          </a:p>
        </p:txBody>
      </p:sp>
      <p:sp>
        <p:nvSpPr>
          <p:cNvPr id="66" name="Shape 7">
            <a:extLst>
              <a:ext uri="{FF2B5EF4-FFF2-40B4-BE49-F238E27FC236}">
                <a16:creationId xmlns:a16="http://schemas.microsoft.com/office/drawing/2014/main" id="{FFF36898-9463-E209-725F-E4F7DAA96A3B}"/>
              </a:ext>
            </a:extLst>
          </p:cNvPr>
          <p:cNvSpPr/>
          <p:nvPr/>
        </p:nvSpPr>
        <p:spPr>
          <a:xfrm>
            <a:off x="7589520" y="1188720"/>
            <a:ext cx="420624" cy="420624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8">
            <a:extLst>
              <a:ext uri="{FF2B5EF4-FFF2-40B4-BE49-F238E27FC236}">
                <a16:creationId xmlns:a16="http://schemas.microsoft.com/office/drawing/2014/main" id="{A4BA89AC-97C2-ECB9-DBD9-4C84F9C9D440}"/>
              </a:ext>
            </a:extLst>
          </p:cNvPr>
          <p:cNvSpPr txBox="1"/>
          <p:nvPr/>
        </p:nvSpPr>
        <p:spPr>
          <a:xfrm>
            <a:off x="7589520" y="1188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0" name="Text 9">
            <a:extLst>
              <a:ext uri="{FF2B5EF4-FFF2-40B4-BE49-F238E27FC236}">
                <a16:creationId xmlns:a16="http://schemas.microsoft.com/office/drawing/2014/main" id="{7A0C605C-6822-754D-4DD0-62FF1E3CCA20}"/>
              </a:ext>
            </a:extLst>
          </p:cNvPr>
          <p:cNvSpPr txBox="1"/>
          <p:nvPr/>
        </p:nvSpPr>
        <p:spPr>
          <a:xfrm>
            <a:off x="8156448" y="1161288"/>
            <a:ext cx="25136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strokes are enough</a:t>
            </a:r>
            <a:endParaRPr lang="en-US" sz="1800" dirty="0"/>
          </a:p>
        </p:txBody>
      </p:sp>
      <p:sp>
        <p:nvSpPr>
          <p:cNvPr id="72" name="Text 10">
            <a:extLst>
              <a:ext uri="{FF2B5EF4-FFF2-40B4-BE49-F238E27FC236}">
                <a16:creationId xmlns:a16="http://schemas.microsoft.com/office/drawing/2014/main" id="{27627386-CD7D-7928-B422-F5A8920732FC}"/>
              </a:ext>
            </a:extLst>
          </p:cNvPr>
          <p:cNvSpPr txBox="1"/>
          <p:nvPr/>
        </p:nvSpPr>
        <p:spPr>
          <a:xfrm>
            <a:off x="8156448" y="1554480"/>
            <a:ext cx="3483864" cy="588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artist draws a recognizable scene with just a few lines.</a:t>
            </a:r>
            <a:endParaRPr lang="en-US" sz="1600" dirty="0"/>
          </a:p>
        </p:txBody>
      </p:sp>
      <p:sp>
        <p:nvSpPr>
          <p:cNvPr id="74" name="Shape 11">
            <a:extLst>
              <a:ext uri="{FF2B5EF4-FFF2-40B4-BE49-F238E27FC236}">
                <a16:creationId xmlns:a16="http://schemas.microsoft.com/office/drawing/2014/main" id="{9753339B-1EA4-765D-67EF-BC3588DDAC3A}"/>
              </a:ext>
            </a:extLst>
          </p:cNvPr>
          <p:cNvSpPr/>
          <p:nvPr/>
        </p:nvSpPr>
        <p:spPr>
          <a:xfrm>
            <a:off x="7589520" y="2560320"/>
            <a:ext cx="420624" cy="420624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EAC11D34-03DB-F24B-D55D-45EFA2DC18D8}"/>
              </a:ext>
            </a:extLst>
          </p:cNvPr>
          <p:cNvSpPr txBox="1"/>
          <p:nvPr/>
        </p:nvSpPr>
        <p:spPr>
          <a:xfrm>
            <a:off x="7589520" y="2560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78" name="Text 13">
            <a:extLst>
              <a:ext uri="{FF2B5EF4-FFF2-40B4-BE49-F238E27FC236}">
                <a16:creationId xmlns:a16="http://schemas.microsoft.com/office/drawing/2014/main" id="{1E898061-7967-1B75-BBDF-4142354D43D7}"/>
              </a:ext>
            </a:extLst>
          </p:cNvPr>
          <p:cNvSpPr txBox="1"/>
          <p:nvPr/>
        </p:nvSpPr>
        <p:spPr>
          <a:xfrm>
            <a:off x="8156448" y="2532888"/>
            <a:ext cx="25136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= rapid change</a:t>
            </a:r>
            <a:endParaRPr lang="en-US" sz="1800" dirty="0"/>
          </a:p>
        </p:txBody>
      </p:sp>
      <p:sp>
        <p:nvSpPr>
          <p:cNvPr id="80" name="Text 14">
            <a:extLst>
              <a:ext uri="{FF2B5EF4-FFF2-40B4-BE49-F238E27FC236}">
                <a16:creationId xmlns:a16="http://schemas.microsoft.com/office/drawing/2014/main" id="{14067D4E-E78D-A20D-6EF2-197D83C3AB08}"/>
              </a:ext>
            </a:extLst>
          </p:cNvPr>
          <p:cNvSpPr txBox="1"/>
          <p:nvPr/>
        </p:nvSpPr>
        <p:spPr>
          <a:xfrm>
            <a:off x="8156448" y="2926080"/>
            <a:ext cx="3483864" cy="648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edge is where image intensity changes quickly within a small region.</a:t>
            </a:r>
            <a:endParaRPr lang="en-US" sz="1600" dirty="0"/>
          </a:p>
        </p:txBody>
      </p:sp>
      <p:sp>
        <p:nvSpPr>
          <p:cNvPr id="82" name="Shape 15">
            <a:extLst>
              <a:ext uri="{FF2B5EF4-FFF2-40B4-BE49-F238E27FC236}">
                <a16:creationId xmlns:a16="http://schemas.microsoft.com/office/drawing/2014/main" id="{8DB43C22-193C-819B-98D3-4D896268C755}"/>
              </a:ext>
            </a:extLst>
          </p:cNvPr>
          <p:cNvSpPr/>
          <p:nvPr/>
        </p:nvSpPr>
        <p:spPr>
          <a:xfrm>
            <a:off x="7589520" y="3931920"/>
            <a:ext cx="420624" cy="420624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16">
            <a:extLst>
              <a:ext uri="{FF2B5EF4-FFF2-40B4-BE49-F238E27FC236}">
                <a16:creationId xmlns:a16="http://schemas.microsoft.com/office/drawing/2014/main" id="{A587C22D-0335-5D85-E0CE-3CA5480897C6}"/>
              </a:ext>
            </a:extLst>
          </p:cNvPr>
          <p:cNvSpPr txBox="1"/>
          <p:nvPr/>
        </p:nvSpPr>
        <p:spPr>
          <a:xfrm>
            <a:off x="7589520" y="3931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86" name="Text 17">
            <a:extLst>
              <a:ext uri="{FF2B5EF4-FFF2-40B4-BE49-F238E27FC236}">
                <a16:creationId xmlns:a16="http://schemas.microsoft.com/office/drawing/2014/main" id="{1C3D73E2-9EA7-FF00-7A4B-75D26A706EA7}"/>
              </a:ext>
            </a:extLst>
          </p:cNvPr>
          <p:cNvSpPr txBox="1"/>
          <p:nvPr/>
        </p:nvSpPr>
        <p:spPr>
          <a:xfrm>
            <a:off x="8156448" y="3904488"/>
            <a:ext cx="25136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compact description</a:t>
            </a:r>
            <a:endParaRPr lang="en-US" sz="1800" dirty="0"/>
          </a:p>
        </p:txBody>
      </p:sp>
      <p:sp>
        <p:nvSpPr>
          <p:cNvPr id="88" name="Text 18">
            <a:extLst>
              <a:ext uri="{FF2B5EF4-FFF2-40B4-BE49-F238E27FC236}">
                <a16:creationId xmlns:a16="http://schemas.microsoft.com/office/drawing/2014/main" id="{65702F37-6A8D-3D89-3858-4F681F442947}"/>
              </a:ext>
            </a:extLst>
          </p:cNvPr>
          <p:cNvSpPr txBox="1"/>
          <p:nvPr/>
        </p:nvSpPr>
        <p:spPr>
          <a:xfrm>
            <a:off x="8156448" y="4297680"/>
            <a:ext cx="3483864" cy="802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detection turns a 2-D image into a set of points (curves) that keep the shapes.</a:t>
            </a:r>
            <a:endParaRPr lang="en-US" sz="1600" dirty="0"/>
          </a:p>
        </p:txBody>
      </p:sp>
      <p:sp>
        <p:nvSpPr>
          <p:cNvPr id="90" name="Shape 19">
            <a:extLst>
              <a:ext uri="{FF2B5EF4-FFF2-40B4-BE49-F238E27FC236}">
                <a16:creationId xmlns:a16="http://schemas.microsoft.com/office/drawing/2014/main" id="{FC24D440-50D8-22FD-0422-FAB969901458}"/>
              </a:ext>
            </a:extLst>
          </p:cNvPr>
          <p:cNvSpPr/>
          <p:nvPr/>
        </p:nvSpPr>
        <p:spPr>
          <a:xfrm>
            <a:off x="548640" y="5596128"/>
            <a:ext cx="11091672" cy="566928"/>
          </a:xfrm>
          <a:prstGeom prst="rect">
            <a:avLst/>
          </a:prstGeom>
          <a:solidFill>
            <a:srgbClr val="E3EFF9"/>
          </a:solidFill>
          <a:ln w="12700">
            <a:solidFill>
              <a:srgbClr val="E3EFF9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keep most of the information in a small fraction of the pixels (7.8% here).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00465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6D53E-4126-A1EE-1259-6D8C8333D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9F3C3E9-E5FC-CB98-6D9F-915CE54C2361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17240ACA-9FD7-909F-7458-26C4F17CCB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F615CB7-C6D5-F06B-839B-E492BB9802AA}"/>
              </a:ext>
            </a:extLst>
          </p:cNvPr>
          <p:cNvCxnSpPr>
            <a:cxnSpLocks/>
          </p:cNvCxnSpPr>
          <p:nvPr/>
        </p:nvCxnSpPr>
        <p:spPr>
          <a:xfrm>
            <a:off x="435005" y="923068"/>
            <a:ext cx="11363295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46C52FE-A70D-47C6-271E-EF5C25278912}"/>
              </a:ext>
            </a:extLst>
          </p:cNvPr>
          <p:cNvSpPr txBox="1"/>
          <p:nvPr/>
        </p:nvSpPr>
        <p:spPr>
          <a:xfrm>
            <a:off x="550276" y="364476"/>
            <a:ext cx="39555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What causes an edge?</a:t>
            </a:r>
          </a:p>
        </p:txBody>
      </p:sp>
      <p:pic>
        <p:nvPicPr>
          <p:cNvPr id="56" name="Picture 55" descr="Logo&#10;&#10;Description automatically generated">
            <a:extLst>
              <a:ext uri="{FF2B5EF4-FFF2-40B4-BE49-F238E27FC236}">
                <a16:creationId xmlns:a16="http://schemas.microsoft.com/office/drawing/2014/main" id="{0095D194-D6AE-0E07-12A3-0FB71E03F24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5" y="6487028"/>
            <a:ext cx="1747748" cy="3311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2087F91-2487-E12C-5D29-B904B89B48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17328"/>
            <a:ext cx="578348" cy="578348"/>
          </a:xfrm>
          <a:prstGeom prst="rect">
            <a:avLst/>
          </a:prstGeom>
        </p:spPr>
      </p:pic>
      <p:sp>
        <p:nvSpPr>
          <p:cNvPr id="43" name="Parallelogram 41">
            <a:extLst>
              <a:ext uri="{FF2B5EF4-FFF2-40B4-BE49-F238E27FC236}">
                <a16:creationId xmlns:a16="http://schemas.microsoft.com/office/drawing/2014/main" id="{C477C622-C53D-8DAD-0868-913F21B62A8D}"/>
              </a:ext>
            </a:extLst>
          </p:cNvPr>
          <p:cNvSpPr/>
          <p:nvPr/>
        </p:nvSpPr>
        <p:spPr>
          <a:xfrm>
            <a:off x="11427012" y="6490706"/>
            <a:ext cx="764988" cy="3709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6/34</a:t>
            </a:r>
          </a:p>
        </p:txBody>
      </p:sp>
      <p:pic>
        <p:nvPicPr>
          <p:cNvPr id="4" name="Image 4" descr="fig3/causes.png">
            <a:extLst>
              <a:ext uri="{FF2B5EF4-FFF2-40B4-BE49-F238E27FC236}">
                <a16:creationId xmlns:a16="http://schemas.microsoft.com/office/drawing/2014/main" id="{C2DE92B6-2FA7-24F3-7694-454CAB6492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143000"/>
            <a:ext cx="5730240" cy="4297680"/>
          </a:xfrm>
          <a:prstGeom prst="rect">
            <a:avLst/>
          </a:prstGeom>
        </p:spPr>
      </p:pic>
      <p:sp>
        <p:nvSpPr>
          <p:cNvPr id="7" name="Shape 4">
            <a:extLst>
              <a:ext uri="{FF2B5EF4-FFF2-40B4-BE49-F238E27FC236}">
                <a16:creationId xmlns:a16="http://schemas.microsoft.com/office/drawing/2014/main" id="{3A86EAAE-5A51-8DC4-565C-E9CBEA02B3CF}"/>
              </a:ext>
            </a:extLst>
          </p:cNvPr>
          <p:cNvSpPr/>
          <p:nvPr/>
        </p:nvSpPr>
        <p:spPr>
          <a:xfrm>
            <a:off x="3274695" y="3600450"/>
            <a:ext cx="457200" cy="45720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0BDB8CC1-93C8-D3FA-DEAA-9ED422981622}"/>
              </a:ext>
            </a:extLst>
          </p:cNvPr>
          <p:cNvSpPr txBox="1"/>
          <p:nvPr/>
        </p:nvSpPr>
        <p:spPr>
          <a:xfrm>
            <a:off x="3274695" y="360045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1A9B17E3-5582-4498-D93B-94CA67095165}"/>
              </a:ext>
            </a:extLst>
          </p:cNvPr>
          <p:cNvSpPr/>
          <p:nvPr/>
        </p:nvSpPr>
        <p:spPr>
          <a:xfrm>
            <a:off x="4170045" y="3108008"/>
            <a:ext cx="457200" cy="45720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5B1B2A08-8903-0919-E669-EF35F24A409B}"/>
              </a:ext>
            </a:extLst>
          </p:cNvPr>
          <p:cNvSpPr txBox="1"/>
          <p:nvPr/>
        </p:nvSpPr>
        <p:spPr>
          <a:xfrm>
            <a:off x="4170045" y="3108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9BBEE6DC-9D71-1C62-FDA5-1903EEAED6B9}"/>
              </a:ext>
            </a:extLst>
          </p:cNvPr>
          <p:cNvSpPr/>
          <p:nvPr/>
        </p:nvSpPr>
        <p:spPr>
          <a:xfrm>
            <a:off x="2513648" y="3466148"/>
            <a:ext cx="457200" cy="457200"/>
          </a:xfrm>
          <a:prstGeom prst="ellipse">
            <a:avLst/>
          </a:prstGeom>
          <a:solidFill>
            <a:srgbClr val="E08E0B"/>
          </a:solidFill>
          <a:ln w="12700">
            <a:solidFill>
              <a:srgbClr val="E08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528067F-5DA8-94CE-2FD7-651D0C9E3BF7}"/>
              </a:ext>
            </a:extLst>
          </p:cNvPr>
          <p:cNvSpPr txBox="1"/>
          <p:nvPr/>
        </p:nvSpPr>
        <p:spPr>
          <a:xfrm>
            <a:off x="2513648" y="34661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394532F8-030C-9158-29F9-5141B1AE3B6F}"/>
              </a:ext>
            </a:extLst>
          </p:cNvPr>
          <p:cNvSpPr/>
          <p:nvPr/>
        </p:nvSpPr>
        <p:spPr>
          <a:xfrm>
            <a:off x="5334000" y="4406265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6B605BE4-F151-783C-45F8-EC38BD23879C}"/>
              </a:ext>
            </a:extLst>
          </p:cNvPr>
          <p:cNvSpPr txBox="1"/>
          <p:nvPr/>
        </p:nvSpPr>
        <p:spPr>
          <a:xfrm>
            <a:off x="5334000" y="440626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Shape 12">
            <a:extLst>
              <a:ext uri="{FF2B5EF4-FFF2-40B4-BE49-F238E27FC236}">
                <a16:creationId xmlns:a16="http://schemas.microsoft.com/office/drawing/2014/main" id="{C91CEA32-E7A4-AB4E-B4B3-26E06EFBF0ED}"/>
              </a:ext>
            </a:extLst>
          </p:cNvPr>
          <p:cNvSpPr/>
          <p:nvPr/>
        </p:nvSpPr>
        <p:spPr>
          <a:xfrm>
            <a:off x="7589520" y="1188720"/>
            <a:ext cx="420624" cy="420624"/>
          </a:xfrm>
          <a:prstGeom prst="ellipse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DB823D9D-CE23-9C99-23D8-4E20DA0FC4FE}"/>
              </a:ext>
            </a:extLst>
          </p:cNvPr>
          <p:cNvSpPr txBox="1"/>
          <p:nvPr/>
        </p:nvSpPr>
        <p:spPr>
          <a:xfrm>
            <a:off x="7589520" y="1188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0" name="Text 14">
            <a:extLst>
              <a:ext uri="{FF2B5EF4-FFF2-40B4-BE49-F238E27FC236}">
                <a16:creationId xmlns:a16="http://schemas.microsoft.com/office/drawing/2014/main" id="{E1D6F025-C3C8-7D0E-3488-35E43D455178}"/>
              </a:ext>
            </a:extLst>
          </p:cNvPr>
          <p:cNvSpPr txBox="1"/>
          <p:nvPr/>
        </p:nvSpPr>
        <p:spPr>
          <a:xfrm>
            <a:off x="8156448" y="1161288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normal</a:t>
            </a:r>
            <a:endParaRPr lang="en-US" sz="1800" dirty="0"/>
          </a:p>
        </p:txBody>
      </p:sp>
      <p:sp>
        <p:nvSpPr>
          <p:cNvPr id="32" name="Text 15">
            <a:extLst>
              <a:ext uri="{FF2B5EF4-FFF2-40B4-BE49-F238E27FC236}">
                <a16:creationId xmlns:a16="http://schemas.microsoft.com/office/drawing/2014/main" id="{13D5CF9B-A418-B293-E216-89A1E21A980D}"/>
              </a:ext>
            </a:extLst>
          </p:cNvPr>
          <p:cNvSpPr txBox="1"/>
          <p:nvPr/>
        </p:nvSpPr>
        <p:spPr>
          <a:xfrm>
            <a:off x="8156448" y="1426510"/>
            <a:ext cx="3483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faces of an object meet at a corner</a:t>
            </a:r>
            <a:endParaRPr lang="en-US" sz="1600" dirty="0"/>
          </a:p>
        </p:txBody>
      </p:sp>
      <p:sp>
        <p:nvSpPr>
          <p:cNvPr id="34" name="Shape 16">
            <a:extLst>
              <a:ext uri="{FF2B5EF4-FFF2-40B4-BE49-F238E27FC236}">
                <a16:creationId xmlns:a16="http://schemas.microsoft.com/office/drawing/2014/main" id="{BAE7B1D2-1326-A489-193E-843E42F93D6B}"/>
              </a:ext>
            </a:extLst>
          </p:cNvPr>
          <p:cNvSpPr/>
          <p:nvPr/>
        </p:nvSpPr>
        <p:spPr>
          <a:xfrm>
            <a:off x="7589520" y="2258568"/>
            <a:ext cx="420624" cy="420624"/>
          </a:xfrm>
          <a:prstGeom prst="ellipse">
            <a:avLst/>
          </a:prstGeom>
          <a:solidFill>
            <a:srgbClr val="0070C0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17">
            <a:extLst>
              <a:ext uri="{FF2B5EF4-FFF2-40B4-BE49-F238E27FC236}">
                <a16:creationId xmlns:a16="http://schemas.microsoft.com/office/drawing/2014/main" id="{1AB7FA57-4EB4-0506-FB0A-FDA589732A1C}"/>
              </a:ext>
            </a:extLst>
          </p:cNvPr>
          <p:cNvSpPr txBox="1"/>
          <p:nvPr/>
        </p:nvSpPr>
        <p:spPr>
          <a:xfrm>
            <a:off x="7592314" y="224004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8" name="Text 18">
            <a:extLst>
              <a:ext uri="{FF2B5EF4-FFF2-40B4-BE49-F238E27FC236}">
                <a16:creationId xmlns:a16="http://schemas.microsoft.com/office/drawing/2014/main" id="{EF3612F9-2C50-5832-0B81-BAB70A34AB37}"/>
              </a:ext>
            </a:extLst>
          </p:cNvPr>
          <p:cNvSpPr txBox="1"/>
          <p:nvPr/>
        </p:nvSpPr>
        <p:spPr>
          <a:xfrm>
            <a:off x="8156448" y="2231136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</a:t>
            </a:r>
            <a:endParaRPr lang="en-US" sz="1800" dirty="0"/>
          </a:p>
        </p:txBody>
      </p:sp>
      <p:sp>
        <p:nvSpPr>
          <p:cNvPr id="40" name="Text 19">
            <a:extLst>
              <a:ext uri="{FF2B5EF4-FFF2-40B4-BE49-F238E27FC236}">
                <a16:creationId xmlns:a16="http://schemas.microsoft.com/office/drawing/2014/main" id="{15D5BC97-BCE2-6798-19E9-53B1DBEEC8DB}"/>
              </a:ext>
            </a:extLst>
          </p:cNvPr>
          <p:cNvSpPr txBox="1"/>
          <p:nvPr/>
        </p:nvSpPr>
        <p:spPr>
          <a:xfrm>
            <a:off x="8156448" y="2624328"/>
            <a:ext cx="3483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object is in front of another (box vs wall)</a:t>
            </a:r>
            <a:endParaRPr lang="en-US" sz="1600" dirty="0"/>
          </a:p>
        </p:txBody>
      </p:sp>
      <p:sp>
        <p:nvSpPr>
          <p:cNvPr id="42" name="Shape 20">
            <a:extLst>
              <a:ext uri="{FF2B5EF4-FFF2-40B4-BE49-F238E27FC236}">
                <a16:creationId xmlns:a16="http://schemas.microsoft.com/office/drawing/2014/main" id="{B4EA946D-9028-2FE4-9078-81B96F71073D}"/>
              </a:ext>
            </a:extLst>
          </p:cNvPr>
          <p:cNvSpPr/>
          <p:nvPr/>
        </p:nvSpPr>
        <p:spPr>
          <a:xfrm>
            <a:off x="7589520" y="3328416"/>
            <a:ext cx="420624" cy="420624"/>
          </a:xfrm>
          <a:prstGeom prst="ellipse">
            <a:avLst/>
          </a:prstGeom>
          <a:solidFill>
            <a:srgbClr val="E08E0B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E2208BEE-32C9-21B4-004F-094F1A849CB3}"/>
              </a:ext>
            </a:extLst>
          </p:cNvPr>
          <p:cNvSpPr txBox="1"/>
          <p:nvPr/>
        </p:nvSpPr>
        <p:spPr>
          <a:xfrm>
            <a:off x="7589520" y="3377184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7" name="Text 22">
            <a:extLst>
              <a:ext uri="{FF2B5EF4-FFF2-40B4-BE49-F238E27FC236}">
                <a16:creationId xmlns:a16="http://schemas.microsoft.com/office/drawing/2014/main" id="{3980BAC9-508D-C63B-146A-09B541E6193E}"/>
              </a:ext>
            </a:extLst>
          </p:cNvPr>
          <p:cNvSpPr txBox="1"/>
          <p:nvPr/>
        </p:nvSpPr>
        <p:spPr>
          <a:xfrm>
            <a:off x="8156448" y="3300984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reflectance</a:t>
            </a:r>
            <a:endParaRPr lang="en-US" sz="1800" dirty="0"/>
          </a:p>
        </p:txBody>
      </p:sp>
      <p:sp>
        <p:nvSpPr>
          <p:cNvPr id="49" name="Text 23">
            <a:extLst>
              <a:ext uri="{FF2B5EF4-FFF2-40B4-BE49-F238E27FC236}">
                <a16:creationId xmlns:a16="http://schemas.microsoft.com/office/drawing/2014/main" id="{90B5A8B4-C5B5-2176-228F-F21F3D6E6D3C}"/>
              </a:ext>
            </a:extLst>
          </p:cNvPr>
          <p:cNvSpPr txBox="1"/>
          <p:nvPr/>
        </p:nvSpPr>
        <p:spPr>
          <a:xfrm>
            <a:off x="8156448" y="3694176"/>
            <a:ext cx="3483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paint, texture or a change of colour (orange stripe)</a:t>
            </a:r>
            <a:endParaRPr lang="en-US" sz="1600" dirty="0"/>
          </a:p>
        </p:txBody>
      </p:sp>
      <p:sp>
        <p:nvSpPr>
          <p:cNvPr id="51" name="Shape 24">
            <a:extLst>
              <a:ext uri="{FF2B5EF4-FFF2-40B4-BE49-F238E27FC236}">
                <a16:creationId xmlns:a16="http://schemas.microsoft.com/office/drawing/2014/main" id="{976D6B27-256E-D6B1-49C1-793F5D6BD9E5}"/>
              </a:ext>
            </a:extLst>
          </p:cNvPr>
          <p:cNvSpPr/>
          <p:nvPr/>
        </p:nvSpPr>
        <p:spPr>
          <a:xfrm>
            <a:off x="7589520" y="4398264"/>
            <a:ext cx="420624" cy="420624"/>
          </a:xfrm>
          <a:prstGeom prst="ellipse">
            <a:avLst/>
          </a:prstGeom>
          <a:solidFill>
            <a:srgbClr val="C0392B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25">
            <a:extLst>
              <a:ext uri="{FF2B5EF4-FFF2-40B4-BE49-F238E27FC236}">
                <a16:creationId xmlns:a16="http://schemas.microsoft.com/office/drawing/2014/main" id="{FBE7C7D3-2A98-FB98-447C-B6942970132B}"/>
              </a:ext>
            </a:extLst>
          </p:cNvPr>
          <p:cNvSpPr txBox="1"/>
          <p:nvPr/>
        </p:nvSpPr>
        <p:spPr>
          <a:xfrm>
            <a:off x="7625842" y="4475059"/>
            <a:ext cx="347980" cy="249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7" name="Text 26">
            <a:extLst>
              <a:ext uri="{FF2B5EF4-FFF2-40B4-BE49-F238E27FC236}">
                <a16:creationId xmlns:a16="http://schemas.microsoft.com/office/drawing/2014/main" id="{BAD03CCC-8FC8-0572-47BF-867EDD9C62E9}"/>
              </a:ext>
            </a:extLst>
          </p:cNvPr>
          <p:cNvSpPr txBox="1"/>
          <p:nvPr/>
        </p:nvSpPr>
        <p:spPr>
          <a:xfrm>
            <a:off x="8156448" y="4370832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Illumination</a:t>
            </a:r>
            <a:endParaRPr lang="en-US" sz="1800" dirty="0"/>
          </a:p>
        </p:txBody>
      </p:sp>
      <p:sp>
        <p:nvSpPr>
          <p:cNvPr id="61" name="Text 27">
            <a:extLst>
              <a:ext uri="{FF2B5EF4-FFF2-40B4-BE49-F238E27FC236}">
                <a16:creationId xmlns:a16="http://schemas.microsoft.com/office/drawing/2014/main" id="{3FA57B4E-ADF4-BB4C-A5FF-3C06C43AD394}"/>
              </a:ext>
            </a:extLst>
          </p:cNvPr>
          <p:cNvSpPr txBox="1"/>
          <p:nvPr/>
        </p:nvSpPr>
        <p:spPr>
          <a:xfrm>
            <a:off x="8156448" y="4681728"/>
            <a:ext cx="3483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shadow or a highlight on the table</a:t>
            </a:r>
            <a:endParaRPr lang="en-US" sz="1600" dirty="0"/>
          </a:p>
        </p:txBody>
      </p:sp>
      <p:sp>
        <p:nvSpPr>
          <p:cNvPr id="65" name="Shape 28">
            <a:extLst>
              <a:ext uri="{FF2B5EF4-FFF2-40B4-BE49-F238E27FC236}">
                <a16:creationId xmlns:a16="http://schemas.microsoft.com/office/drawing/2014/main" id="{20224B23-0A3C-AF97-1A1E-50251E68A319}"/>
              </a:ext>
            </a:extLst>
          </p:cNvPr>
          <p:cNvSpPr/>
          <p:nvPr/>
        </p:nvSpPr>
        <p:spPr>
          <a:xfrm>
            <a:off x="548640" y="5596128"/>
            <a:ext cx="11091672" cy="566928"/>
          </a:xfrm>
          <a:prstGeom prst="rect">
            <a:avLst/>
          </a:prstGeom>
          <a:solidFill>
            <a:srgbClr val="E6EBF4"/>
          </a:solidFill>
          <a:ln w="12700">
            <a:solidFill>
              <a:srgbClr val="E6EBF4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image edge can come from geometry (shape, depth), material (color) or light (shadow).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368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BB28B-1E6D-6343-8A71-858AAAF65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C8D7505-E48E-929F-3881-F303D4E8D543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0C3B8FB0-7B0F-755D-3F4C-184D1B105C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AB829C7-D8FD-CB4B-8D04-E6D2F4C0D0A4}"/>
              </a:ext>
            </a:extLst>
          </p:cNvPr>
          <p:cNvCxnSpPr>
            <a:cxnSpLocks/>
          </p:cNvCxnSpPr>
          <p:nvPr/>
        </p:nvCxnSpPr>
        <p:spPr>
          <a:xfrm>
            <a:off x="435005" y="923068"/>
            <a:ext cx="11363295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9C23DD2-7A24-EB96-3A62-58EE929E152F}"/>
              </a:ext>
            </a:extLst>
          </p:cNvPr>
          <p:cNvSpPr txBox="1"/>
          <p:nvPr/>
        </p:nvSpPr>
        <p:spPr>
          <a:xfrm>
            <a:off x="550276" y="364476"/>
            <a:ext cx="26825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Types of edges</a:t>
            </a:r>
          </a:p>
        </p:txBody>
      </p:sp>
      <p:pic>
        <p:nvPicPr>
          <p:cNvPr id="56" name="Picture 55" descr="Logo&#10;&#10;Description automatically generated">
            <a:extLst>
              <a:ext uri="{FF2B5EF4-FFF2-40B4-BE49-F238E27FC236}">
                <a16:creationId xmlns:a16="http://schemas.microsoft.com/office/drawing/2014/main" id="{A9CA86B2-56C6-59F1-4BFE-E7D0A219BCF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5" y="6487028"/>
            <a:ext cx="1747748" cy="331175"/>
          </a:xfrm>
          <a:prstGeom prst="rect">
            <a:avLst/>
          </a:prstGeom>
        </p:spPr>
      </p:pic>
      <p:sp>
        <p:nvSpPr>
          <p:cNvPr id="43" name="Parallelogram 41">
            <a:extLst>
              <a:ext uri="{FF2B5EF4-FFF2-40B4-BE49-F238E27FC236}">
                <a16:creationId xmlns:a16="http://schemas.microsoft.com/office/drawing/2014/main" id="{BF735BFC-1B6D-BD6B-18E1-9C370DAC7E0E}"/>
              </a:ext>
            </a:extLst>
          </p:cNvPr>
          <p:cNvSpPr/>
          <p:nvPr/>
        </p:nvSpPr>
        <p:spPr>
          <a:xfrm>
            <a:off x="11427012" y="6490706"/>
            <a:ext cx="764988" cy="3709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7/34</a:t>
            </a: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46FF078D-FB29-41C3-5DC5-BD84E29699C8}"/>
              </a:ext>
            </a:extLst>
          </p:cNvPr>
          <p:cNvSpPr txBox="1"/>
          <p:nvPr/>
        </p:nvSpPr>
        <p:spPr>
          <a:xfrm>
            <a:off x="561814" y="1238880"/>
            <a:ext cx="2567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Step edge</a:t>
            </a:r>
            <a:endParaRPr lang="en-US" sz="1900" dirty="0"/>
          </a:p>
        </p:txBody>
      </p:sp>
      <p:pic>
        <p:nvPicPr>
          <p:cNvPr id="11" name="Image 4" descr="fig3/ty_step_strip.png">
            <a:extLst>
              <a:ext uri="{FF2B5EF4-FFF2-40B4-BE49-F238E27FC236}">
                <a16:creationId xmlns:a16="http://schemas.microsoft.com/office/drawing/2014/main" id="{9F5E5042-3BC8-78E9-67F8-4FC3629513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641" y="1600200"/>
            <a:ext cx="2551176" cy="566928"/>
          </a:xfrm>
          <a:prstGeom prst="rect">
            <a:avLst/>
          </a:prstGeom>
        </p:spPr>
      </p:pic>
      <p:pic>
        <p:nvPicPr>
          <p:cNvPr id="15" name="Image 5" descr="fig3/ty_step_prof.png">
            <a:extLst>
              <a:ext uri="{FF2B5EF4-FFF2-40B4-BE49-F238E27FC236}">
                <a16:creationId xmlns:a16="http://schemas.microsoft.com/office/drawing/2014/main" id="{59CA2E75-AF00-679E-5180-EA24641625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286000"/>
            <a:ext cx="2567178" cy="1568831"/>
          </a:xfrm>
          <a:prstGeom prst="rect">
            <a:avLst/>
          </a:prstGeom>
        </p:spPr>
      </p:pic>
      <p:sp>
        <p:nvSpPr>
          <p:cNvPr id="19" name="Text 5">
            <a:extLst>
              <a:ext uri="{FF2B5EF4-FFF2-40B4-BE49-F238E27FC236}">
                <a16:creationId xmlns:a16="http://schemas.microsoft.com/office/drawing/2014/main" id="{E0F4292E-D8EF-660C-DE0D-A82483C63E76}"/>
              </a:ext>
            </a:extLst>
          </p:cNvPr>
          <p:cNvSpPr txBox="1"/>
          <p:nvPr/>
        </p:nvSpPr>
        <p:spPr>
          <a:xfrm>
            <a:off x="548640" y="3931920"/>
            <a:ext cx="2567178" cy="223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sudden jump (ideal)</a:t>
            </a:r>
            <a:endParaRPr lang="en-US" sz="1500" dirty="0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F25795ED-396B-5D8C-7C51-7A9D3E5DAA17}"/>
              </a:ext>
            </a:extLst>
          </p:cNvPr>
          <p:cNvSpPr txBox="1"/>
          <p:nvPr/>
        </p:nvSpPr>
        <p:spPr>
          <a:xfrm>
            <a:off x="3403312" y="1238880"/>
            <a:ext cx="2567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Ramp edge</a:t>
            </a:r>
            <a:endParaRPr lang="en-US" sz="1900" dirty="0"/>
          </a:p>
        </p:txBody>
      </p:sp>
      <p:pic>
        <p:nvPicPr>
          <p:cNvPr id="29" name="Image 6" descr="fig3/ty_ramp_strip.png">
            <a:extLst>
              <a:ext uri="{FF2B5EF4-FFF2-40B4-BE49-F238E27FC236}">
                <a16:creationId xmlns:a16="http://schemas.microsoft.com/office/drawing/2014/main" id="{7D63B263-A147-1172-7CFC-43E9966E32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8139" y="1600200"/>
            <a:ext cx="2551176" cy="566928"/>
          </a:xfrm>
          <a:prstGeom prst="rect">
            <a:avLst/>
          </a:prstGeom>
        </p:spPr>
      </p:pic>
      <p:pic>
        <p:nvPicPr>
          <p:cNvPr id="33" name="Image 7" descr="fig3/ty_ramp_prof.png">
            <a:extLst>
              <a:ext uri="{FF2B5EF4-FFF2-40B4-BE49-F238E27FC236}">
                <a16:creationId xmlns:a16="http://schemas.microsoft.com/office/drawing/2014/main" id="{C8CED349-4450-DAEF-D569-950BAFF903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90138" y="2286000"/>
            <a:ext cx="2567178" cy="1568831"/>
          </a:xfrm>
          <a:prstGeom prst="rect">
            <a:avLst/>
          </a:prstGeom>
        </p:spPr>
      </p:pic>
      <p:sp>
        <p:nvSpPr>
          <p:cNvPr id="37" name="Text 7">
            <a:extLst>
              <a:ext uri="{FF2B5EF4-FFF2-40B4-BE49-F238E27FC236}">
                <a16:creationId xmlns:a16="http://schemas.microsoft.com/office/drawing/2014/main" id="{7950B45F-0913-33EE-5F36-F7B2DD55B987}"/>
              </a:ext>
            </a:extLst>
          </p:cNvPr>
          <p:cNvSpPr txBox="1"/>
          <p:nvPr/>
        </p:nvSpPr>
        <p:spPr>
          <a:xfrm>
            <a:off x="3390138" y="3931920"/>
            <a:ext cx="2567178" cy="223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gradual change (real, blurred)</a:t>
            </a:r>
            <a:endParaRPr lang="en-US" sz="1500" dirty="0"/>
          </a:p>
        </p:txBody>
      </p:sp>
      <p:sp>
        <p:nvSpPr>
          <p:cNvPr id="41" name="Text 8">
            <a:extLst>
              <a:ext uri="{FF2B5EF4-FFF2-40B4-BE49-F238E27FC236}">
                <a16:creationId xmlns:a16="http://schemas.microsoft.com/office/drawing/2014/main" id="{33D83826-DF17-8E8B-3DB1-DD2B9F482A43}"/>
              </a:ext>
            </a:extLst>
          </p:cNvPr>
          <p:cNvSpPr txBox="1"/>
          <p:nvPr/>
        </p:nvSpPr>
        <p:spPr>
          <a:xfrm>
            <a:off x="6244810" y="1238880"/>
            <a:ext cx="2567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Roof edge</a:t>
            </a:r>
            <a:endParaRPr lang="en-US" sz="1900" dirty="0"/>
          </a:p>
        </p:txBody>
      </p:sp>
      <p:pic>
        <p:nvPicPr>
          <p:cNvPr id="46" name="Image 8" descr="fig3/ty_roof_strip.png">
            <a:extLst>
              <a:ext uri="{FF2B5EF4-FFF2-40B4-BE49-F238E27FC236}">
                <a16:creationId xmlns:a16="http://schemas.microsoft.com/office/drawing/2014/main" id="{E38C9420-AE3F-297D-F014-427F0929B26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9637" y="1600200"/>
            <a:ext cx="2551176" cy="566928"/>
          </a:xfrm>
          <a:prstGeom prst="rect">
            <a:avLst/>
          </a:prstGeom>
        </p:spPr>
      </p:pic>
      <p:pic>
        <p:nvPicPr>
          <p:cNvPr id="50" name="Image 9" descr="fig3/ty_roof_prof.png">
            <a:extLst>
              <a:ext uri="{FF2B5EF4-FFF2-40B4-BE49-F238E27FC236}">
                <a16:creationId xmlns:a16="http://schemas.microsoft.com/office/drawing/2014/main" id="{30EB4662-DB2A-9BE7-37F3-8263666FECD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1636" y="2286000"/>
            <a:ext cx="2567178" cy="1568831"/>
          </a:xfrm>
          <a:prstGeom prst="rect">
            <a:avLst/>
          </a:prstGeom>
        </p:spPr>
      </p:pic>
      <p:sp>
        <p:nvSpPr>
          <p:cNvPr id="54" name="Text 9">
            <a:extLst>
              <a:ext uri="{FF2B5EF4-FFF2-40B4-BE49-F238E27FC236}">
                <a16:creationId xmlns:a16="http://schemas.microsoft.com/office/drawing/2014/main" id="{7C066153-9E92-E2CC-D8A3-7C00A8A100F2}"/>
              </a:ext>
            </a:extLst>
          </p:cNvPr>
          <p:cNvSpPr txBox="1"/>
          <p:nvPr/>
        </p:nvSpPr>
        <p:spPr>
          <a:xfrm>
            <a:off x="6231636" y="3931920"/>
            <a:ext cx="2567178" cy="223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rises, then falls</a:t>
            </a:r>
            <a:endParaRPr lang="en-US" sz="1500" dirty="0"/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4F009B47-13AA-D54D-5A2F-8A1EE1886576}"/>
              </a:ext>
            </a:extLst>
          </p:cNvPr>
          <p:cNvSpPr txBox="1"/>
          <p:nvPr/>
        </p:nvSpPr>
        <p:spPr>
          <a:xfrm>
            <a:off x="9086308" y="1238880"/>
            <a:ext cx="2567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Line edge</a:t>
            </a:r>
            <a:endParaRPr lang="en-US" sz="1900" dirty="0"/>
          </a:p>
        </p:txBody>
      </p:sp>
      <p:pic>
        <p:nvPicPr>
          <p:cNvPr id="60" name="Image 10" descr="fig3/ty_line_strip.png">
            <a:extLst>
              <a:ext uri="{FF2B5EF4-FFF2-40B4-BE49-F238E27FC236}">
                <a16:creationId xmlns:a16="http://schemas.microsoft.com/office/drawing/2014/main" id="{8080CC12-EE0B-D312-C623-F07B3998881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81135" y="1600200"/>
            <a:ext cx="2551176" cy="566928"/>
          </a:xfrm>
          <a:prstGeom prst="rect">
            <a:avLst/>
          </a:prstGeom>
        </p:spPr>
      </p:pic>
      <p:pic>
        <p:nvPicPr>
          <p:cNvPr id="63" name="Image 11" descr="fig3/ty_line_prof.png">
            <a:extLst>
              <a:ext uri="{FF2B5EF4-FFF2-40B4-BE49-F238E27FC236}">
                <a16:creationId xmlns:a16="http://schemas.microsoft.com/office/drawing/2014/main" id="{2F9B3EB6-655A-6883-1AD6-362C8FAADC9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73134" y="2286000"/>
            <a:ext cx="2567178" cy="1568831"/>
          </a:xfrm>
          <a:prstGeom prst="rect">
            <a:avLst/>
          </a:prstGeom>
        </p:spPr>
      </p:pic>
      <p:sp>
        <p:nvSpPr>
          <p:cNvPr id="66" name="Text 11">
            <a:extLst>
              <a:ext uri="{FF2B5EF4-FFF2-40B4-BE49-F238E27FC236}">
                <a16:creationId xmlns:a16="http://schemas.microsoft.com/office/drawing/2014/main" id="{0E89AFEC-5F23-F089-FC8B-199EC21485B3}"/>
              </a:ext>
            </a:extLst>
          </p:cNvPr>
          <p:cNvSpPr txBox="1"/>
          <p:nvPr/>
        </p:nvSpPr>
        <p:spPr>
          <a:xfrm>
            <a:off x="9073134" y="3931920"/>
            <a:ext cx="2567178" cy="223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thin bright line</a:t>
            </a:r>
            <a:endParaRPr lang="en-US" sz="1500" dirty="0"/>
          </a:p>
        </p:txBody>
      </p:sp>
      <p:sp>
        <p:nvSpPr>
          <p:cNvPr id="68" name="Text 12">
            <a:extLst>
              <a:ext uri="{FF2B5EF4-FFF2-40B4-BE49-F238E27FC236}">
                <a16:creationId xmlns:a16="http://schemas.microsoft.com/office/drawing/2014/main" id="{E51F0E82-E909-7EED-251B-447D3E9289E9}"/>
              </a:ext>
            </a:extLst>
          </p:cNvPr>
          <p:cNvSpPr txBox="1"/>
          <p:nvPr/>
        </p:nvSpPr>
        <p:spPr>
          <a:xfrm>
            <a:off x="2857197" y="4403471"/>
            <a:ext cx="65189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Top: how it looks.  Bottom: brightness along a row (the intensity profile).</a:t>
            </a:r>
            <a:endParaRPr lang="en-US" sz="1500" dirty="0"/>
          </a:p>
        </p:txBody>
      </p:sp>
      <p:sp>
        <p:nvSpPr>
          <p:cNvPr id="70" name="Shape 13">
            <a:extLst>
              <a:ext uri="{FF2B5EF4-FFF2-40B4-BE49-F238E27FC236}">
                <a16:creationId xmlns:a16="http://schemas.microsoft.com/office/drawing/2014/main" id="{C2D379FA-A01D-AB9C-B8E0-65DD66164447}"/>
              </a:ext>
            </a:extLst>
          </p:cNvPr>
          <p:cNvSpPr/>
          <p:nvPr/>
        </p:nvSpPr>
        <p:spPr>
          <a:xfrm>
            <a:off x="548640" y="5017716"/>
            <a:ext cx="11091672" cy="42296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Real edges</a:t>
            </a:r>
            <a:r>
              <a:rPr lang="en-US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noisy and discrete (made of pixels).</a:t>
            </a:r>
            <a:endParaRPr lang="en-US" dirty="0"/>
          </a:p>
        </p:txBody>
      </p:sp>
      <p:sp>
        <p:nvSpPr>
          <p:cNvPr id="74" name="Shape 15">
            <a:extLst>
              <a:ext uri="{FF2B5EF4-FFF2-40B4-BE49-F238E27FC236}">
                <a16:creationId xmlns:a16="http://schemas.microsoft.com/office/drawing/2014/main" id="{7718E51B-3822-4F39-5DE4-C7C6AA5CB2BA}"/>
              </a:ext>
            </a:extLst>
          </p:cNvPr>
          <p:cNvSpPr/>
          <p:nvPr/>
        </p:nvSpPr>
        <p:spPr>
          <a:xfrm>
            <a:off x="548640" y="5596128"/>
            <a:ext cx="11091672" cy="566928"/>
          </a:xfrm>
          <a:prstGeom prst="rect">
            <a:avLst/>
          </a:prstGeom>
          <a:solidFill>
            <a:srgbClr val="E6EBF4"/>
          </a:solidFill>
          <a:ln w="12700">
            <a:solidFill>
              <a:srgbClr val="E6EBF4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shapes: </a:t>
            </a:r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step, ramp, roof and line. In real photos they are blurred, pixelated and noisy.</a:t>
            </a:r>
            <a:endParaRPr lang="en-US" dirty="0"/>
          </a:p>
        </p:txBody>
      </p:sp>
      <p:pic>
        <p:nvPicPr>
          <p:cNvPr id="80" name="Graphic 79" descr="Paperclip outline">
            <a:extLst>
              <a:ext uri="{FF2B5EF4-FFF2-40B4-BE49-F238E27FC236}">
                <a16:creationId xmlns:a16="http://schemas.microsoft.com/office/drawing/2014/main" id="{667E6731-C1DD-049C-E569-A1C7389F24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879761" y="4429653"/>
            <a:ext cx="300155" cy="30015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030DF1E-4DCC-719A-086C-37770389FB3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17328"/>
            <a:ext cx="578348" cy="578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638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8250A-C3EE-095B-112E-9D619C4EB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87CE4CE-C0A7-1275-0B26-3C6947B3BFF4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1BAD12D1-D1AA-BA6C-BEC8-F47E0F648E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8F899F5-E097-99E6-775A-3B3B77562592}"/>
              </a:ext>
            </a:extLst>
          </p:cNvPr>
          <p:cNvCxnSpPr>
            <a:cxnSpLocks/>
          </p:cNvCxnSpPr>
          <p:nvPr/>
        </p:nvCxnSpPr>
        <p:spPr>
          <a:xfrm>
            <a:off x="414352" y="925722"/>
            <a:ext cx="11363295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9096368-BDCC-BC90-86F5-03B8C74BCE9E}"/>
              </a:ext>
            </a:extLst>
          </p:cNvPr>
          <p:cNvSpPr txBox="1"/>
          <p:nvPr/>
        </p:nvSpPr>
        <p:spPr>
          <a:xfrm>
            <a:off x="550276" y="364476"/>
            <a:ext cx="68112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An edge is a sudden jump in brightness</a:t>
            </a:r>
          </a:p>
        </p:txBody>
      </p:sp>
      <p:pic>
        <p:nvPicPr>
          <p:cNvPr id="56" name="Picture 55" descr="Logo&#10;&#10;Description automatically generated">
            <a:extLst>
              <a:ext uri="{FF2B5EF4-FFF2-40B4-BE49-F238E27FC236}">
                <a16:creationId xmlns:a16="http://schemas.microsoft.com/office/drawing/2014/main" id="{890550C6-8FDE-F29F-BC17-16737B25F25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5" y="6487028"/>
            <a:ext cx="1747748" cy="3311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7CB02E1-1DA6-59DC-FC86-8F7A142944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17328"/>
            <a:ext cx="578348" cy="578348"/>
          </a:xfrm>
          <a:prstGeom prst="rect">
            <a:avLst/>
          </a:prstGeom>
        </p:spPr>
      </p:pic>
      <p:sp>
        <p:nvSpPr>
          <p:cNvPr id="43" name="Parallelogram 41">
            <a:extLst>
              <a:ext uri="{FF2B5EF4-FFF2-40B4-BE49-F238E27FC236}">
                <a16:creationId xmlns:a16="http://schemas.microsoft.com/office/drawing/2014/main" id="{C65E312B-67CE-B91F-1A39-873106BFEC6F}"/>
              </a:ext>
            </a:extLst>
          </p:cNvPr>
          <p:cNvSpPr/>
          <p:nvPr/>
        </p:nvSpPr>
        <p:spPr>
          <a:xfrm>
            <a:off x="11427012" y="6490706"/>
            <a:ext cx="764988" cy="3709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8/34</a:t>
            </a:r>
          </a:p>
        </p:txBody>
      </p:sp>
      <p:pic>
        <p:nvPicPr>
          <p:cNvPr id="10" name="Image 4" descr="fig2/edge_jump.png">
            <a:extLst>
              <a:ext uri="{FF2B5EF4-FFF2-40B4-BE49-F238E27FC236}">
                <a16:creationId xmlns:a16="http://schemas.microsoft.com/office/drawing/2014/main" id="{F2A35AD4-9C11-F7C3-0F40-89CA8460B0D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141"/>
          <a:stretch>
            <a:fillRect/>
          </a:stretch>
        </p:blipFill>
        <p:spPr>
          <a:xfrm>
            <a:off x="550052" y="1095237"/>
            <a:ext cx="6215692" cy="4297680"/>
          </a:xfrm>
          <a:prstGeom prst="rect">
            <a:avLst/>
          </a:prstGeom>
        </p:spPr>
      </p:pic>
      <p:sp>
        <p:nvSpPr>
          <p:cNvPr id="12" name="Shape 4">
            <a:extLst>
              <a:ext uri="{FF2B5EF4-FFF2-40B4-BE49-F238E27FC236}">
                <a16:creationId xmlns:a16="http://schemas.microsoft.com/office/drawing/2014/main" id="{B168C9B5-113A-A455-4F73-BB48DB437D37}"/>
              </a:ext>
            </a:extLst>
          </p:cNvPr>
          <p:cNvSpPr/>
          <p:nvPr/>
        </p:nvSpPr>
        <p:spPr>
          <a:xfrm>
            <a:off x="7591156" y="1473855"/>
            <a:ext cx="420624" cy="420624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7C97830C-A4EC-E3A2-20E8-F1249BA446DB}"/>
              </a:ext>
            </a:extLst>
          </p:cNvPr>
          <p:cNvSpPr txBox="1"/>
          <p:nvPr/>
        </p:nvSpPr>
        <p:spPr>
          <a:xfrm>
            <a:off x="7591156" y="1473855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1944009B-A5DC-41A2-4C41-852EA3B1E3FA}"/>
              </a:ext>
            </a:extLst>
          </p:cNvPr>
          <p:cNvSpPr txBox="1"/>
          <p:nvPr/>
        </p:nvSpPr>
        <p:spPr>
          <a:xfrm>
            <a:off x="8158084" y="1437279"/>
            <a:ext cx="2145015" cy="33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along a line</a:t>
            </a:r>
            <a:endParaRPr lang="en-US" sz="1900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924DDBA7-BB5B-1D26-DCFC-CAEFA59E2EEE}"/>
              </a:ext>
            </a:extLst>
          </p:cNvPr>
          <p:cNvSpPr txBox="1"/>
          <p:nvPr/>
        </p:nvSpPr>
        <p:spPr>
          <a:xfrm>
            <a:off x="8158084" y="1839615"/>
            <a:ext cx="3483864" cy="330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pixel values one by one.</a:t>
            </a:r>
            <a:endParaRPr lang="en-US" sz="1600" dirty="0"/>
          </a:p>
        </p:txBody>
      </p:sp>
      <p:sp>
        <p:nvSpPr>
          <p:cNvPr id="24" name="Shape 8">
            <a:extLst>
              <a:ext uri="{FF2B5EF4-FFF2-40B4-BE49-F238E27FC236}">
                <a16:creationId xmlns:a16="http://schemas.microsoft.com/office/drawing/2014/main" id="{8A451315-6CE0-C87C-CFB3-AFBF4E6554C2}"/>
              </a:ext>
            </a:extLst>
          </p:cNvPr>
          <p:cNvSpPr/>
          <p:nvPr/>
        </p:nvSpPr>
        <p:spPr>
          <a:xfrm>
            <a:off x="7591156" y="2799735"/>
            <a:ext cx="420624" cy="420624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4189A4FA-2FAA-97DC-488D-FF178FE58D8A}"/>
              </a:ext>
            </a:extLst>
          </p:cNvPr>
          <p:cNvSpPr txBox="1"/>
          <p:nvPr/>
        </p:nvSpPr>
        <p:spPr>
          <a:xfrm>
            <a:off x="7591156" y="2799735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0D64007F-F328-055C-4247-ECB888780B34}"/>
              </a:ext>
            </a:extLst>
          </p:cNvPr>
          <p:cNvSpPr txBox="1"/>
          <p:nvPr/>
        </p:nvSpPr>
        <p:spPr>
          <a:xfrm>
            <a:off x="8158084" y="2763159"/>
            <a:ext cx="2145015" cy="33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the brightness</a:t>
            </a:r>
            <a:endParaRPr lang="en-US" sz="1900" dirty="0"/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B0AFB3C8-3434-C13A-B3F3-38F8ADBCC103}"/>
              </a:ext>
            </a:extLst>
          </p:cNvPr>
          <p:cNvSpPr txBox="1"/>
          <p:nvPr/>
        </p:nvSpPr>
        <p:spPr>
          <a:xfrm>
            <a:off x="8158084" y="3165495"/>
            <a:ext cx="3483864" cy="337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Coins are bright, the background is dark.</a:t>
            </a:r>
            <a:endParaRPr lang="en-US" sz="1600" dirty="0"/>
          </a:p>
        </p:txBody>
      </p:sp>
      <p:sp>
        <p:nvSpPr>
          <p:cNvPr id="38" name="Shape 12">
            <a:extLst>
              <a:ext uri="{FF2B5EF4-FFF2-40B4-BE49-F238E27FC236}">
                <a16:creationId xmlns:a16="http://schemas.microsoft.com/office/drawing/2014/main" id="{A519C3DB-E4B3-2A49-DD74-2E124D59F2E0}"/>
              </a:ext>
            </a:extLst>
          </p:cNvPr>
          <p:cNvSpPr/>
          <p:nvPr/>
        </p:nvSpPr>
        <p:spPr>
          <a:xfrm>
            <a:off x="7591156" y="4125615"/>
            <a:ext cx="420624" cy="420624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13">
            <a:extLst>
              <a:ext uri="{FF2B5EF4-FFF2-40B4-BE49-F238E27FC236}">
                <a16:creationId xmlns:a16="http://schemas.microsoft.com/office/drawing/2014/main" id="{CDB38A60-6781-B46E-E196-7757E60521A2}"/>
              </a:ext>
            </a:extLst>
          </p:cNvPr>
          <p:cNvSpPr txBox="1"/>
          <p:nvPr/>
        </p:nvSpPr>
        <p:spPr>
          <a:xfrm>
            <a:off x="7591156" y="4125615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5" name="Text 14">
            <a:extLst>
              <a:ext uri="{FF2B5EF4-FFF2-40B4-BE49-F238E27FC236}">
                <a16:creationId xmlns:a16="http://schemas.microsoft.com/office/drawing/2014/main" id="{3EB7FF2F-E883-5CF4-AEA5-B235596CA6BE}"/>
              </a:ext>
            </a:extLst>
          </p:cNvPr>
          <p:cNvSpPr txBox="1"/>
          <p:nvPr/>
        </p:nvSpPr>
        <p:spPr>
          <a:xfrm>
            <a:off x="8158084" y="4089039"/>
            <a:ext cx="2145015" cy="33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change</a:t>
            </a:r>
            <a:endParaRPr lang="en-US" sz="1900" dirty="0"/>
          </a:p>
        </p:txBody>
      </p:sp>
      <p:sp>
        <p:nvSpPr>
          <p:cNvPr id="47" name="Text 15">
            <a:extLst>
              <a:ext uri="{FF2B5EF4-FFF2-40B4-BE49-F238E27FC236}">
                <a16:creationId xmlns:a16="http://schemas.microsoft.com/office/drawing/2014/main" id="{C372F844-C8E2-52FB-EC44-AAAFBABAFD5D}"/>
              </a:ext>
            </a:extLst>
          </p:cNvPr>
          <p:cNvSpPr txBox="1"/>
          <p:nvPr/>
        </p:nvSpPr>
        <p:spPr>
          <a:xfrm>
            <a:off x="8158084" y="4491375"/>
            <a:ext cx="3483864" cy="720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change = edge. That is the derivative.</a:t>
            </a:r>
          </a:p>
          <a:p>
            <a:pPr algn="just"/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brightness changes fast (red markers), there is an edge.</a:t>
            </a:r>
            <a:endParaRPr lang="en-US" sz="1600" dirty="0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9CEF9116-7F6A-F915-199E-34BB48811582}"/>
              </a:ext>
            </a:extLst>
          </p:cNvPr>
          <p:cNvSpPr/>
          <p:nvPr/>
        </p:nvSpPr>
        <p:spPr>
          <a:xfrm>
            <a:off x="550276" y="5565085"/>
            <a:ext cx="11091672" cy="566928"/>
          </a:xfrm>
          <a:prstGeom prst="rect">
            <a:avLst/>
          </a:prstGeom>
          <a:solidFill>
            <a:srgbClr val="E3EFF9"/>
          </a:solidFill>
          <a:ln w="12700">
            <a:solidFill>
              <a:srgbClr val="E3EFF9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edge is where the brightness changes fast, so we find edges with derivatives.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3247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3DC35-BBD9-E2D8-24D4-23E9E7DCE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57292FD-E833-1EF3-D0A5-89E6C797617A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314D5D08-1E92-5A90-DB75-E82D7F775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242DCC2-BC7E-6202-32C6-54644A431246}"/>
              </a:ext>
            </a:extLst>
          </p:cNvPr>
          <p:cNvCxnSpPr>
            <a:cxnSpLocks/>
          </p:cNvCxnSpPr>
          <p:nvPr/>
        </p:nvCxnSpPr>
        <p:spPr>
          <a:xfrm>
            <a:off x="435005" y="923068"/>
            <a:ext cx="11363295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E5C0A49-BA93-D2C0-0993-DF0CE209C34D}"/>
              </a:ext>
            </a:extLst>
          </p:cNvPr>
          <p:cNvSpPr txBox="1"/>
          <p:nvPr/>
        </p:nvSpPr>
        <p:spPr>
          <a:xfrm>
            <a:off x="550276" y="364476"/>
            <a:ext cx="72863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What do we want from an edge detector?</a:t>
            </a:r>
          </a:p>
        </p:txBody>
      </p:sp>
      <p:pic>
        <p:nvPicPr>
          <p:cNvPr id="56" name="Picture 55" descr="Logo&#10;&#10;Description automatically generated">
            <a:extLst>
              <a:ext uri="{FF2B5EF4-FFF2-40B4-BE49-F238E27FC236}">
                <a16:creationId xmlns:a16="http://schemas.microsoft.com/office/drawing/2014/main" id="{10B877D9-7556-C02A-A665-28FF1BB2482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5" y="6487028"/>
            <a:ext cx="1747748" cy="3311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9BFBB00-345C-D486-FECF-FEEF7839C5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17328"/>
            <a:ext cx="578348" cy="578348"/>
          </a:xfrm>
          <a:prstGeom prst="rect">
            <a:avLst/>
          </a:prstGeom>
        </p:spPr>
      </p:pic>
      <p:sp>
        <p:nvSpPr>
          <p:cNvPr id="43" name="Parallelogram 41">
            <a:extLst>
              <a:ext uri="{FF2B5EF4-FFF2-40B4-BE49-F238E27FC236}">
                <a16:creationId xmlns:a16="http://schemas.microsoft.com/office/drawing/2014/main" id="{C9396F7D-7E7C-C16E-2752-DCBF1583288B}"/>
              </a:ext>
            </a:extLst>
          </p:cNvPr>
          <p:cNvSpPr/>
          <p:nvPr/>
        </p:nvSpPr>
        <p:spPr>
          <a:xfrm>
            <a:off x="11427012" y="6490706"/>
            <a:ext cx="764988" cy="3709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9/34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89427BA4-CF20-8427-ABD3-C38889E0FCA7}"/>
              </a:ext>
            </a:extLst>
          </p:cNvPr>
          <p:cNvSpPr/>
          <p:nvPr/>
        </p:nvSpPr>
        <p:spPr>
          <a:xfrm>
            <a:off x="548640" y="1153947"/>
            <a:ext cx="5408676" cy="4206240"/>
          </a:xfrm>
          <a:prstGeom prst="roundRect">
            <a:avLst>
              <a:gd name="adj" fmla="val 1739"/>
            </a:avLst>
          </a:prstGeom>
          <a:solidFill>
            <a:srgbClr val="E3EFF9"/>
          </a:solidFill>
          <a:ln w="12700">
            <a:solidFill>
              <a:srgbClr val="E3EF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CDE350CF-1E0E-D531-54CE-C4D34B1B27F8}"/>
              </a:ext>
            </a:extLst>
          </p:cNvPr>
          <p:cNvSpPr txBox="1"/>
          <p:nvPr/>
        </p:nvSpPr>
        <p:spPr>
          <a:xfrm>
            <a:off x="822960" y="1417320"/>
            <a:ext cx="48600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should tell us…</a:t>
            </a:r>
            <a:endParaRPr lang="en-US" sz="2200" dirty="0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00A2AEB5-163D-34CF-556A-67FA0F41198D}"/>
              </a:ext>
            </a:extLst>
          </p:cNvPr>
          <p:cNvSpPr/>
          <p:nvPr/>
        </p:nvSpPr>
        <p:spPr>
          <a:xfrm>
            <a:off x="822960" y="2148840"/>
            <a:ext cx="457200" cy="45720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A5F68AE3-AB6F-3743-A702-2EE457C9B1BB}"/>
              </a:ext>
            </a:extLst>
          </p:cNvPr>
          <p:cNvSpPr txBox="1"/>
          <p:nvPr/>
        </p:nvSpPr>
        <p:spPr>
          <a:xfrm>
            <a:off x="82296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1A88E1D5-779F-E786-2CD7-2C02B1713A4A}"/>
              </a:ext>
            </a:extLst>
          </p:cNvPr>
          <p:cNvSpPr txBox="1"/>
          <p:nvPr/>
        </p:nvSpPr>
        <p:spPr>
          <a:xfrm>
            <a:off x="1463040" y="2103120"/>
            <a:ext cx="4219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lang="en-US" sz="1900" dirty="0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1949F83F-C302-C718-1200-011970226F81}"/>
              </a:ext>
            </a:extLst>
          </p:cNvPr>
          <p:cNvSpPr txBox="1"/>
          <p:nvPr/>
        </p:nvSpPr>
        <p:spPr>
          <a:xfrm>
            <a:off x="1463040" y="2514600"/>
            <a:ext cx="4219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exactly is the edge?</a:t>
            </a:r>
            <a:endParaRPr lang="en-US" sz="1600" dirty="0"/>
          </a:p>
        </p:txBody>
      </p:sp>
      <p:sp>
        <p:nvSpPr>
          <p:cNvPr id="29" name="Shape 11">
            <a:extLst>
              <a:ext uri="{FF2B5EF4-FFF2-40B4-BE49-F238E27FC236}">
                <a16:creationId xmlns:a16="http://schemas.microsoft.com/office/drawing/2014/main" id="{8C2D44DC-4D6B-2C34-AF9A-05505F7EF977}"/>
              </a:ext>
            </a:extLst>
          </p:cNvPr>
          <p:cNvSpPr/>
          <p:nvPr/>
        </p:nvSpPr>
        <p:spPr>
          <a:xfrm>
            <a:off x="822960" y="3172968"/>
            <a:ext cx="457200" cy="45720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FEF2CD68-1D15-96F9-1E99-FE71DA3C4FB2}"/>
              </a:ext>
            </a:extLst>
          </p:cNvPr>
          <p:cNvSpPr txBox="1"/>
          <p:nvPr/>
        </p:nvSpPr>
        <p:spPr>
          <a:xfrm>
            <a:off x="82296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9644E054-5789-2E6A-AF49-3EDAF430717A}"/>
              </a:ext>
            </a:extLst>
          </p:cNvPr>
          <p:cNvSpPr txBox="1"/>
          <p:nvPr/>
        </p:nvSpPr>
        <p:spPr>
          <a:xfrm>
            <a:off x="1463040" y="3127248"/>
            <a:ext cx="4219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 (strength)</a:t>
            </a:r>
            <a:endParaRPr lang="en-US" sz="1900" dirty="0"/>
          </a:p>
        </p:txBody>
      </p:sp>
      <p:sp>
        <p:nvSpPr>
          <p:cNvPr id="37" name="Text 14">
            <a:extLst>
              <a:ext uri="{FF2B5EF4-FFF2-40B4-BE49-F238E27FC236}">
                <a16:creationId xmlns:a16="http://schemas.microsoft.com/office/drawing/2014/main" id="{EEB933E8-90F1-9264-F499-DB21CEBC85E7}"/>
              </a:ext>
            </a:extLst>
          </p:cNvPr>
          <p:cNvSpPr txBox="1"/>
          <p:nvPr/>
        </p:nvSpPr>
        <p:spPr>
          <a:xfrm>
            <a:off x="1463040" y="3538728"/>
            <a:ext cx="4219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strong is the change?</a:t>
            </a:r>
            <a:endParaRPr lang="en-US" sz="1600" dirty="0"/>
          </a:p>
        </p:txBody>
      </p:sp>
      <p:sp>
        <p:nvSpPr>
          <p:cNvPr id="40" name="Shape 15">
            <a:extLst>
              <a:ext uri="{FF2B5EF4-FFF2-40B4-BE49-F238E27FC236}">
                <a16:creationId xmlns:a16="http://schemas.microsoft.com/office/drawing/2014/main" id="{2ACBC753-08E2-F4C0-5899-25B48950CB55}"/>
              </a:ext>
            </a:extLst>
          </p:cNvPr>
          <p:cNvSpPr/>
          <p:nvPr/>
        </p:nvSpPr>
        <p:spPr>
          <a:xfrm>
            <a:off x="822960" y="4197096"/>
            <a:ext cx="457200" cy="45720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16">
            <a:extLst>
              <a:ext uri="{FF2B5EF4-FFF2-40B4-BE49-F238E27FC236}">
                <a16:creationId xmlns:a16="http://schemas.microsoft.com/office/drawing/2014/main" id="{FA5C5445-E2FB-E2DE-046E-998134CDC755}"/>
              </a:ext>
            </a:extLst>
          </p:cNvPr>
          <p:cNvSpPr txBox="1"/>
          <p:nvPr/>
        </p:nvSpPr>
        <p:spPr>
          <a:xfrm>
            <a:off x="822960" y="4197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8" name="Text 17">
            <a:extLst>
              <a:ext uri="{FF2B5EF4-FFF2-40B4-BE49-F238E27FC236}">
                <a16:creationId xmlns:a16="http://schemas.microsoft.com/office/drawing/2014/main" id="{3B3D4C6B-B7B7-C040-7C0E-FD7C49B8EC65}"/>
              </a:ext>
            </a:extLst>
          </p:cNvPr>
          <p:cNvSpPr txBox="1"/>
          <p:nvPr/>
        </p:nvSpPr>
        <p:spPr>
          <a:xfrm>
            <a:off x="1463040" y="4151376"/>
            <a:ext cx="4219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 (direction)</a:t>
            </a:r>
            <a:endParaRPr lang="en-US" sz="1900" dirty="0"/>
          </a:p>
        </p:txBody>
      </p:sp>
      <p:sp>
        <p:nvSpPr>
          <p:cNvPr id="51" name="Text 18">
            <a:extLst>
              <a:ext uri="{FF2B5EF4-FFF2-40B4-BE49-F238E27FC236}">
                <a16:creationId xmlns:a16="http://schemas.microsoft.com/office/drawing/2014/main" id="{F452402C-EA8D-FC76-15DF-B6EE114FC090}"/>
              </a:ext>
            </a:extLst>
          </p:cNvPr>
          <p:cNvSpPr txBox="1"/>
          <p:nvPr/>
        </p:nvSpPr>
        <p:spPr>
          <a:xfrm>
            <a:off x="1463040" y="4562856"/>
            <a:ext cx="4219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way does the edge run?</a:t>
            </a:r>
            <a:endParaRPr lang="en-US" sz="1600" dirty="0"/>
          </a:p>
        </p:txBody>
      </p:sp>
      <p:sp>
        <p:nvSpPr>
          <p:cNvPr id="53" name="Shape 19">
            <a:extLst>
              <a:ext uri="{FF2B5EF4-FFF2-40B4-BE49-F238E27FC236}">
                <a16:creationId xmlns:a16="http://schemas.microsoft.com/office/drawing/2014/main" id="{B9EA6145-7CE4-2192-B6A2-C241688CE43B}"/>
              </a:ext>
            </a:extLst>
          </p:cNvPr>
          <p:cNvSpPr/>
          <p:nvPr/>
        </p:nvSpPr>
        <p:spPr>
          <a:xfrm>
            <a:off x="6231636" y="1143000"/>
            <a:ext cx="5408676" cy="4206240"/>
          </a:xfrm>
          <a:prstGeom prst="roundRect">
            <a:avLst>
              <a:gd name="adj" fmla="val 1739"/>
            </a:avLst>
          </a:prstGeom>
          <a:solidFill>
            <a:srgbClr val="E3F5F3"/>
          </a:solidFill>
          <a:ln w="12700">
            <a:solidFill>
              <a:srgbClr val="E3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21">
            <a:extLst>
              <a:ext uri="{FF2B5EF4-FFF2-40B4-BE49-F238E27FC236}">
                <a16:creationId xmlns:a16="http://schemas.microsoft.com/office/drawing/2014/main" id="{87FF275D-7135-A213-446F-121E3B8B415D}"/>
              </a:ext>
            </a:extLst>
          </p:cNvPr>
          <p:cNvSpPr txBox="1"/>
          <p:nvPr/>
        </p:nvSpPr>
        <p:spPr>
          <a:xfrm>
            <a:off x="6505956" y="1417320"/>
            <a:ext cx="48600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6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should perform well…</a:t>
            </a:r>
            <a:endParaRPr lang="en-US" sz="2200" dirty="0"/>
          </a:p>
        </p:txBody>
      </p:sp>
      <p:sp>
        <p:nvSpPr>
          <p:cNvPr id="60" name="Shape 22">
            <a:extLst>
              <a:ext uri="{FF2B5EF4-FFF2-40B4-BE49-F238E27FC236}">
                <a16:creationId xmlns:a16="http://schemas.microsoft.com/office/drawing/2014/main" id="{35824984-CA30-27AF-D3AB-233375822FB3}"/>
              </a:ext>
            </a:extLst>
          </p:cNvPr>
          <p:cNvSpPr/>
          <p:nvPr/>
        </p:nvSpPr>
        <p:spPr>
          <a:xfrm>
            <a:off x="6505956" y="2148840"/>
            <a:ext cx="457200" cy="457200"/>
          </a:xfrm>
          <a:prstGeom prst="ellipse">
            <a:avLst/>
          </a:prstGeom>
          <a:solidFill>
            <a:srgbClr val="16A99A"/>
          </a:solidFill>
          <a:ln w="12700">
            <a:solidFill>
              <a:srgbClr val="16A9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23">
            <a:extLst>
              <a:ext uri="{FF2B5EF4-FFF2-40B4-BE49-F238E27FC236}">
                <a16:creationId xmlns:a16="http://schemas.microsoft.com/office/drawing/2014/main" id="{0F5777C3-2E24-BE60-5390-767014692A17}"/>
              </a:ext>
            </a:extLst>
          </p:cNvPr>
          <p:cNvSpPr txBox="1"/>
          <p:nvPr/>
        </p:nvSpPr>
        <p:spPr>
          <a:xfrm>
            <a:off x="6505956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4" name="Text 24">
            <a:extLst>
              <a:ext uri="{FF2B5EF4-FFF2-40B4-BE49-F238E27FC236}">
                <a16:creationId xmlns:a16="http://schemas.microsoft.com/office/drawing/2014/main" id="{64CFF652-EF58-F350-027A-77AEF32AA53A}"/>
              </a:ext>
            </a:extLst>
          </p:cNvPr>
          <p:cNvSpPr txBox="1"/>
          <p:nvPr/>
        </p:nvSpPr>
        <p:spPr>
          <a:xfrm>
            <a:off x="7146036" y="2103120"/>
            <a:ext cx="4219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detection rate</a:t>
            </a:r>
            <a:endParaRPr lang="en-US" sz="1900" dirty="0"/>
          </a:p>
        </p:txBody>
      </p:sp>
      <p:sp>
        <p:nvSpPr>
          <p:cNvPr id="66" name="Text 25">
            <a:extLst>
              <a:ext uri="{FF2B5EF4-FFF2-40B4-BE49-F238E27FC236}">
                <a16:creationId xmlns:a16="http://schemas.microsoft.com/office/drawing/2014/main" id="{A496BA8B-118B-C5D6-4217-14203842FE47}"/>
              </a:ext>
            </a:extLst>
          </p:cNvPr>
          <p:cNvSpPr txBox="1"/>
          <p:nvPr/>
        </p:nvSpPr>
        <p:spPr>
          <a:xfrm>
            <a:off x="7146036" y="2514600"/>
            <a:ext cx="4219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all real edges, miss none</a:t>
            </a:r>
            <a:endParaRPr lang="en-US" sz="1600" dirty="0"/>
          </a:p>
        </p:txBody>
      </p:sp>
      <p:sp>
        <p:nvSpPr>
          <p:cNvPr id="68" name="Shape 26">
            <a:extLst>
              <a:ext uri="{FF2B5EF4-FFF2-40B4-BE49-F238E27FC236}">
                <a16:creationId xmlns:a16="http://schemas.microsoft.com/office/drawing/2014/main" id="{1C323FD9-F39D-941F-9AFE-0B77C7E86510}"/>
              </a:ext>
            </a:extLst>
          </p:cNvPr>
          <p:cNvSpPr/>
          <p:nvPr/>
        </p:nvSpPr>
        <p:spPr>
          <a:xfrm>
            <a:off x="6505956" y="3172968"/>
            <a:ext cx="457200" cy="457200"/>
          </a:xfrm>
          <a:prstGeom prst="ellipse">
            <a:avLst/>
          </a:prstGeom>
          <a:solidFill>
            <a:srgbClr val="16A99A"/>
          </a:solidFill>
          <a:ln w="12700">
            <a:solidFill>
              <a:srgbClr val="16A9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27">
            <a:extLst>
              <a:ext uri="{FF2B5EF4-FFF2-40B4-BE49-F238E27FC236}">
                <a16:creationId xmlns:a16="http://schemas.microsoft.com/office/drawing/2014/main" id="{A10EC644-949F-4F30-39C9-F384AD23E196}"/>
              </a:ext>
            </a:extLst>
          </p:cNvPr>
          <p:cNvSpPr txBox="1"/>
          <p:nvPr/>
        </p:nvSpPr>
        <p:spPr>
          <a:xfrm>
            <a:off x="6505956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72" name="Text 28">
            <a:extLst>
              <a:ext uri="{FF2B5EF4-FFF2-40B4-BE49-F238E27FC236}">
                <a16:creationId xmlns:a16="http://schemas.microsoft.com/office/drawing/2014/main" id="{3CB813C5-637E-75A4-9558-220B043C1227}"/>
              </a:ext>
            </a:extLst>
          </p:cNvPr>
          <p:cNvSpPr txBox="1"/>
          <p:nvPr/>
        </p:nvSpPr>
        <p:spPr>
          <a:xfrm>
            <a:off x="7146036" y="3127248"/>
            <a:ext cx="4219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localization</a:t>
            </a:r>
            <a:endParaRPr lang="en-US" sz="1900" dirty="0"/>
          </a:p>
        </p:txBody>
      </p:sp>
      <p:sp>
        <p:nvSpPr>
          <p:cNvPr id="74" name="Text 29">
            <a:extLst>
              <a:ext uri="{FF2B5EF4-FFF2-40B4-BE49-F238E27FC236}">
                <a16:creationId xmlns:a16="http://schemas.microsoft.com/office/drawing/2014/main" id="{272EDB2C-31CE-09E4-45C8-D9763EDD4577}"/>
              </a:ext>
            </a:extLst>
          </p:cNvPr>
          <p:cNvSpPr txBox="1"/>
          <p:nvPr/>
        </p:nvSpPr>
        <p:spPr>
          <a:xfrm>
            <a:off x="7146036" y="3538728"/>
            <a:ext cx="4219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each edge exactly where it is</a:t>
            </a:r>
            <a:endParaRPr lang="en-US" sz="1600" dirty="0"/>
          </a:p>
        </p:txBody>
      </p:sp>
      <p:sp>
        <p:nvSpPr>
          <p:cNvPr id="76" name="Shape 30">
            <a:extLst>
              <a:ext uri="{FF2B5EF4-FFF2-40B4-BE49-F238E27FC236}">
                <a16:creationId xmlns:a16="http://schemas.microsoft.com/office/drawing/2014/main" id="{CCEE5308-4956-D2F6-1CE8-13454A7F85D7}"/>
              </a:ext>
            </a:extLst>
          </p:cNvPr>
          <p:cNvSpPr/>
          <p:nvPr/>
        </p:nvSpPr>
        <p:spPr>
          <a:xfrm>
            <a:off x="6505956" y="4197096"/>
            <a:ext cx="457200" cy="457200"/>
          </a:xfrm>
          <a:prstGeom prst="ellipse">
            <a:avLst/>
          </a:prstGeom>
          <a:solidFill>
            <a:srgbClr val="16A99A"/>
          </a:solidFill>
          <a:ln w="12700">
            <a:solidFill>
              <a:srgbClr val="16A9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31">
            <a:extLst>
              <a:ext uri="{FF2B5EF4-FFF2-40B4-BE49-F238E27FC236}">
                <a16:creationId xmlns:a16="http://schemas.microsoft.com/office/drawing/2014/main" id="{1FD354C1-B742-9741-3B77-D90AED8E3DE5}"/>
              </a:ext>
            </a:extLst>
          </p:cNvPr>
          <p:cNvSpPr txBox="1"/>
          <p:nvPr/>
        </p:nvSpPr>
        <p:spPr>
          <a:xfrm>
            <a:off x="6505956" y="4197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80" name="Text 32">
            <a:extLst>
              <a:ext uri="{FF2B5EF4-FFF2-40B4-BE49-F238E27FC236}">
                <a16:creationId xmlns:a16="http://schemas.microsoft.com/office/drawing/2014/main" id="{0D600277-03CD-2EAC-608A-6A4FC42E519F}"/>
              </a:ext>
            </a:extLst>
          </p:cNvPr>
          <p:cNvSpPr txBox="1"/>
          <p:nvPr/>
        </p:nvSpPr>
        <p:spPr>
          <a:xfrm>
            <a:off x="7146036" y="4151376"/>
            <a:ext cx="4219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noise sensitivity</a:t>
            </a:r>
            <a:endParaRPr lang="en-US" sz="1900" dirty="0"/>
          </a:p>
        </p:txBody>
      </p:sp>
      <p:sp>
        <p:nvSpPr>
          <p:cNvPr id="82" name="Text 33">
            <a:extLst>
              <a:ext uri="{FF2B5EF4-FFF2-40B4-BE49-F238E27FC236}">
                <a16:creationId xmlns:a16="http://schemas.microsoft.com/office/drawing/2014/main" id="{C465FE9F-287C-3176-3E21-D09FE2675ADB}"/>
              </a:ext>
            </a:extLst>
          </p:cNvPr>
          <p:cNvSpPr txBox="1"/>
          <p:nvPr/>
        </p:nvSpPr>
        <p:spPr>
          <a:xfrm>
            <a:off x="7146036" y="4562856"/>
            <a:ext cx="4219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turn noise into fake edges</a:t>
            </a:r>
            <a:endParaRPr lang="en-US" sz="1600" dirty="0"/>
          </a:p>
        </p:txBody>
      </p:sp>
      <p:sp>
        <p:nvSpPr>
          <p:cNvPr id="84" name="Shape 34">
            <a:extLst>
              <a:ext uri="{FF2B5EF4-FFF2-40B4-BE49-F238E27FC236}">
                <a16:creationId xmlns:a16="http://schemas.microsoft.com/office/drawing/2014/main" id="{71BB05B5-6438-2D2D-6811-A31A55383C00}"/>
              </a:ext>
            </a:extLst>
          </p:cNvPr>
          <p:cNvSpPr/>
          <p:nvPr/>
        </p:nvSpPr>
        <p:spPr>
          <a:xfrm>
            <a:off x="548640" y="5596128"/>
            <a:ext cx="11091672" cy="566928"/>
          </a:xfrm>
          <a:prstGeom prst="rect">
            <a:avLst/>
          </a:prstGeom>
          <a:solidFill>
            <a:srgbClr val="E6EBF4"/>
          </a:solidFill>
          <a:ln w="12700">
            <a:solidFill>
              <a:srgbClr val="E6EBF4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judge Roberts, Prewitt, Sobel, Laplacian and Canny against these six points.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99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6770E-4E6A-41BA-9723-4722C1938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8FDA48A-1EF5-D9FE-5741-C48D4F40B010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85548B87-60FB-0271-32BF-F3494F6EC0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1558407-913E-93D3-62AD-36416A8B8F57}"/>
              </a:ext>
            </a:extLst>
          </p:cNvPr>
          <p:cNvCxnSpPr>
            <a:cxnSpLocks/>
          </p:cNvCxnSpPr>
          <p:nvPr/>
        </p:nvCxnSpPr>
        <p:spPr>
          <a:xfrm>
            <a:off x="435005" y="923068"/>
            <a:ext cx="11363295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A74744B-41BE-6918-2EF4-5C405DBA2D84}"/>
              </a:ext>
            </a:extLst>
          </p:cNvPr>
          <p:cNvSpPr txBox="1"/>
          <p:nvPr/>
        </p:nvSpPr>
        <p:spPr>
          <a:xfrm>
            <a:off x="550276" y="364476"/>
            <a:ext cx="74925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1-D edge detection with the first derivative</a:t>
            </a:r>
          </a:p>
        </p:txBody>
      </p:sp>
      <p:pic>
        <p:nvPicPr>
          <p:cNvPr id="56" name="Picture 55" descr="Logo&#10;&#10;Description automatically generated">
            <a:extLst>
              <a:ext uri="{FF2B5EF4-FFF2-40B4-BE49-F238E27FC236}">
                <a16:creationId xmlns:a16="http://schemas.microsoft.com/office/drawing/2014/main" id="{180F832E-9D42-9901-7D73-914DED36B08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5" y="6487028"/>
            <a:ext cx="1747748" cy="3311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80E8BB4-A3AE-1823-B244-D57184DBD0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17328"/>
            <a:ext cx="578348" cy="578348"/>
          </a:xfrm>
          <a:prstGeom prst="rect">
            <a:avLst/>
          </a:prstGeom>
        </p:spPr>
      </p:pic>
      <p:sp>
        <p:nvSpPr>
          <p:cNvPr id="43" name="Parallelogram 41">
            <a:extLst>
              <a:ext uri="{FF2B5EF4-FFF2-40B4-BE49-F238E27FC236}">
                <a16:creationId xmlns:a16="http://schemas.microsoft.com/office/drawing/2014/main" id="{DA2D8E96-3995-8696-CE7B-820EA1D10760}"/>
              </a:ext>
            </a:extLst>
          </p:cNvPr>
          <p:cNvSpPr/>
          <p:nvPr/>
        </p:nvSpPr>
        <p:spPr>
          <a:xfrm>
            <a:off x="11427012" y="6490706"/>
            <a:ext cx="764988" cy="3709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10/34</a:t>
            </a: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A8E4EB01-79C3-6FD7-87E8-9F9695B6BDCE}"/>
              </a:ext>
            </a:extLst>
          </p:cNvPr>
          <p:cNvSpPr txBox="1"/>
          <p:nvPr/>
        </p:nvSpPr>
        <p:spPr>
          <a:xfrm>
            <a:off x="548640" y="14605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with two edges</a:t>
            </a:r>
            <a:endParaRPr lang="en-US" sz="1500" dirty="0"/>
          </a:p>
        </p:txBody>
      </p:sp>
      <p:pic>
        <p:nvPicPr>
          <p:cNvPr id="9" name="Image 4" descr="fig3/d1_f.png">
            <a:extLst>
              <a:ext uri="{FF2B5EF4-FFF2-40B4-BE49-F238E27FC236}">
                <a16:creationId xmlns:a16="http://schemas.microsoft.com/office/drawing/2014/main" id="{50CDF76D-074E-C189-2D93-0FE99097C1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753108"/>
            <a:ext cx="4994516" cy="1097280"/>
          </a:xfrm>
          <a:prstGeom prst="rect">
            <a:avLst/>
          </a:prstGeom>
        </p:spPr>
      </p:pic>
      <p:sp>
        <p:nvSpPr>
          <p:cNvPr id="12" name="Text 5">
            <a:extLst>
              <a:ext uri="{FF2B5EF4-FFF2-40B4-BE49-F238E27FC236}">
                <a16:creationId xmlns:a16="http://schemas.microsoft.com/office/drawing/2014/main" id="{80F4AF35-7629-374A-9563-AA728CD5D022}"/>
              </a:ext>
            </a:extLst>
          </p:cNvPr>
          <p:cNvSpPr txBox="1"/>
          <p:nvPr/>
        </p:nvSpPr>
        <p:spPr>
          <a:xfrm>
            <a:off x="548640" y="29052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derivative: local extrema</a:t>
            </a:r>
            <a:endParaRPr lang="en-US" sz="1500" dirty="0"/>
          </a:p>
        </p:txBody>
      </p:sp>
      <p:pic>
        <p:nvPicPr>
          <p:cNvPr id="14" name="Image 5" descr="fig3/d1_df.png">
            <a:extLst>
              <a:ext uri="{FF2B5EF4-FFF2-40B4-BE49-F238E27FC236}">
                <a16:creationId xmlns:a16="http://schemas.microsoft.com/office/drawing/2014/main" id="{DC7E0DFF-6DFD-8217-BB5D-67143B6B29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197860"/>
            <a:ext cx="4994516" cy="1097280"/>
          </a:xfrm>
          <a:prstGeom prst="rect">
            <a:avLst/>
          </a:prstGeom>
        </p:spPr>
      </p:pic>
      <p:sp>
        <p:nvSpPr>
          <p:cNvPr id="17" name="Text 6">
            <a:extLst>
              <a:ext uri="{FF2B5EF4-FFF2-40B4-BE49-F238E27FC236}">
                <a16:creationId xmlns:a16="http://schemas.microsoft.com/office/drawing/2014/main" id="{D722247D-AEAC-7E37-D6CA-C58A7D954244}"/>
              </a:ext>
            </a:extLst>
          </p:cNvPr>
          <p:cNvSpPr txBox="1"/>
          <p:nvPr/>
        </p:nvSpPr>
        <p:spPr>
          <a:xfrm>
            <a:off x="548640" y="435000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value: local maxima = edges</a:t>
            </a:r>
            <a:endParaRPr lang="en-US" sz="1500" dirty="0"/>
          </a:p>
        </p:txBody>
      </p:sp>
      <p:pic>
        <p:nvPicPr>
          <p:cNvPr id="20" name="Image 6" descr="fig3/d1_abs.png">
            <a:extLst>
              <a:ext uri="{FF2B5EF4-FFF2-40B4-BE49-F238E27FC236}">
                <a16:creationId xmlns:a16="http://schemas.microsoft.com/office/drawing/2014/main" id="{101B6619-9B1F-2840-E691-1CF8F1E67D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642612"/>
            <a:ext cx="4994516" cy="1097280"/>
          </a:xfrm>
          <a:prstGeom prst="rect">
            <a:avLst/>
          </a:prstGeom>
        </p:spPr>
      </p:pic>
      <p:sp>
        <p:nvSpPr>
          <p:cNvPr id="31" name="Text 9">
            <a:extLst>
              <a:ext uri="{FF2B5EF4-FFF2-40B4-BE49-F238E27FC236}">
                <a16:creationId xmlns:a16="http://schemas.microsoft.com/office/drawing/2014/main" id="{121D9769-03FE-F49D-6B23-6790BC71861C}"/>
              </a:ext>
            </a:extLst>
          </p:cNvPr>
          <p:cNvSpPr txBox="1"/>
          <p:nvPr/>
        </p:nvSpPr>
        <p:spPr>
          <a:xfrm>
            <a:off x="7219950" y="1478788"/>
            <a:ext cx="442036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f(x): two edges</a:t>
            </a:r>
            <a:endParaRPr lang="en-US" sz="18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30AF22F7-8C87-B186-D693-AC2B7B713762}"/>
              </a:ext>
            </a:extLst>
          </p:cNvPr>
          <p:cNvSpPr txBox="1"/>
          <p:nvPr/>
        </p:nvSpPr>
        <p:spPr>
          <a:xfrm>
            <a:off x="7177481" y="1871980"/>
            <a:ext cx="4620819" cy="256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signal rises (edge 1), then falls (edge 2).</a:t>
            </a:r>
            <a:endParaRPr lang="en-US" sz="1600" dirty="0"/>
          </a:p>
        </p:txBody>
      </p:sp>
      <p:sp>
        <p:nvSpPr>
          <p:cNvPr id="45" name="Text 13">
            <a:extLst>
              <a:ext uri="{FF2B5EF4-FFF2-40B4-BE49-F238E27FC236}">
                <a16:creationId xmlns:a16="http://schemas.microsoft.com/office/drawing/2014/main" id="{235BAB3C-9E29-C472-B673-EE5EF5A74B02}"/>
              </a:ext>
            </a:extLst>
          </p:cNvPr>
          <p:cNvSpPr txBox="1"/>
          <p:nvPr/>
        </p:nvSpPr>
        <p:spPr>
          <a:xfrm>
            <a:off x="7219950" y="2850388"/>
            <a:ext cx="442036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∂f/∂x: local extrema</a:t>
            </a:r>
            <a:endParaRPr lang="en-US" sz="1800" dirty="0"/>
          </a:p>
        </p:txBody>
      </p:sp>
      <p:sp>
        <p:nvSpPr>
          <p:cNvPr id="47" name="Text 14">
            <a:extLst>
              <a:ext uri="{FF2B5EF4-FFF2-40B4-BE49-F238E27FC236}">
                <a16:creationId xmlns:a16="http://schemas.microsoft.com/office/drawing/2014/main" id="{4A5AA174-0A83-358F-BDDF-ADA89220CCC4}"/>
              </a:ext>
            </a:extLst>
          </p:cNvPr>
          <p:cNvSpPr txBox="1"/>
          <p:nvPr/>
        </p:nvSpPr>
        <p:spPr>
          <a:xfrm>
            <a:off x="7219950" y="3243580"/>
            <a:ext cx="442036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+ peak at the rising edge, − peak at the falling edge.</a:t>
            </a:r>
            <a:endParaRPr lang="en-US" sz="1600" dirty="0"/>
          </a:p>
        </p:txBody>
      </p:sp>
      <p:sp>
        <p:nvSpPr>
          <p:cNvPr id="57" name="Text 17">
            <a:extLst>
              <a:ext uri="{FF2B5EF4-FFF2-40B4-BE49-F238E27FC236}">
                <a16:creationId xmlns:a16="http://schemas.microsoft.com/office/drawing/2014/main" id="{67E99FEA-E886-ACE5-F95A-DE38EC824D0B}"/>
              </a:ext>
            </a:extLst>
          </p:cNvPr>
          <p:cNvSpPr txBox="1"/>
          <p:nvPr/>
        </p:nvSpPr>
        <p:spPr>
          <a:xfrm>
            <a:off x="7219950" y="4221988"/>
            <a:ext cx="442036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|∂f/∂x|: local maxima</a:t>
            </a:r>
            <a:endParaRPr lang="en-US" sz="1800" dirty="0"/>
          </a:p>
        </p:txBody>
      </p:sp>
      <p:sp>
        <p:nvSpPr>
          <p:cNvPr id="61" name="Text 18">
            <a:extLst>
              <a:ext uri="{FF2B5EF4-FFF2-40B4-BE49-F238E27FC236}">
                <a16:creationId xmlns:a16="http://schemas.microsoft.com/office/drawing/2014/main" id="{72557B0B-EFA4-AF5E-A718-DD8CC1FABC46}"/>
              </a:ext>
            </a:extLst>
          </p:cNvPr>
          <p:cNvSpPr txBox="1"/>
          <p:nvPr/>
        </p:nvSpPr>
        <p:spPr>
          <a:xfrm>
            <a:off x="7219950" y="4615180"/>
            <a:ext cx="44203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Its peaks give both the location and the strength of each edge.</a:t>
            </a:r>
            <a:endParaRPr lang="en-US" sz="1600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1680DE1-B76B-DE3C-A27A-D1BE601EFB81}"/>
              </a:ext>
            </a:extLst>
          </p:cNvPr>
          <p:cNvSpPr/>
          <p:nvPr/>
        </p:nvSpPr>
        <p:spPr>
          <a:xfrm>
            <a:off x="6972300" y="1276350"/>
            <a:ext cx="4826000" cy="4240694"/>
          </a:xfrm>
          <a:prstGeom prst="rect">
            <a:avLst/>
          </a:prstGeom>
          <a:noFill/>
          <a:ln w="19050">
            <a:solidFill>
              <a:srgbClr val="0070C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434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E9456-D84D-8F0A-DE55-A38A02006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B5213E9-3E2C-C229-83FD-177A28C5ECD9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48B7C4A5-301F-A41A-42AC-5171B0541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765EC6B-A918-674E-A2D4-81694AA16C88}"/>
              </a:ext>
            </a:extLst>
          </p:cNvPr>
          <p:cNvCxnSpPr>
            <a:cxnSpLocks/>
          </p:cNvCxnSpPr>
          <p:nvPr/>
        </p:nvCxnSpPr>
        <p:spPr>
          <a:xfrm>
            <a:off x="435005" y="923068"/>
            <a:ext cx="11363295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9D6E898-77D3-E7C2-24DA-B345B0744545}"/>
              </a:ext>
            </a:extLst>
          </p:cNvPr>
          <p:cNvSpPr txBox="1"/>
          <p:nvPr/>
        </p:nvSpPr>
        <p:spPr>
          <a:xfrm>
            <a:off x="550276" y="364476"/>
            <a:ext cx="49307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Derivative of a row of pixels</a:t>
            </a:r>
            <a:endParaRPr lang="en-US" sz="3200" b="1" dirty="0">
              <a:solidFill>
                <a:srgbClr val="0070C0"/>
              </a:solidFill>
            </a:endParaRPr>
          </a:p>
        </p:txBody>
      </p:sp>
      <p:pic>
        <p:nvPicPr>
          <p:cNvPr id="56" name="Picture 55" descr="Logo&#10;&#10;Description automatically generated">
            <a:extLst>
              <a:ext uri="{FF2B5EF4-FFF2-40B4-BE49-F238E27FC236}">
                <a16:creationId xmlns:a16="http://schemas.microsoft.com/office/drawing/2014/main" id="{508DCB5C-C849-3318-340D-3096D11C07A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5" y="6487028"/>
            <a:ext cx="1747748" cy="3311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F601ABF-301A-254C-07AB-57B2EFF079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17328"/>
            <a:ext cx="578348" cy="578348"/>
          </a:xfrm>
          <a:prstGeom prst="rect">
            <a:avLst/>
          </a:prstGeom>
        </p:spPr>
      </p:pic>
      <p:sp>
        <p:nvSpPr>
          <p:cNvPr id="43" name="Parallelogram 41">
            <a:extLst>
              <a:ext uri="{FF2B5EF4-FFF2-40B4-BE49-F238E27FC236}">
                <a16:creationId xmlns:a16="http://schemas.microsoft.com/office/drawing/2014/main" id="{303E9C4E-53A1-976C-B628-E1A04D794B5B}"/>
              </a:ext>
            </a:extLst>
          </p:cNvPr>
          <p:cNvSpPr/>
          <p:nvPr/>
        </p:nvSpPr>
        <p:spPr>
          <a:xfrm>
            <a:off x="11427012" y="6490706"/>
            <a:ext cx="764988" cy="3709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11/34</a:t>
            </a:r>
          </a:p>
        </p:txBody>
      </p:sp>
      <p:pic>
        <p:nvPicPr>
          <p:cNvPr id="4" name="Image 4" descr="eq/d1x.png">
            <a:extLst>
              <a:ext uri="{FF2B5EF4-FFF2-40B4-BE49-F238E27FC236}">
                <a16:creationId xmlns:a16="http://schemas.microsoft.com/office/drawing/2014/main" id="{D66F85CC-C33D-ABD6-2B76-9AFCA5D2B1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700" y="1135995"/>
            <a:ext cx="2435962" cy="605699"/>
          </a:xfrm>
          <a:prstGeom prst="rect">
            <a:avLst/>
          </a:prstGeom>
        </p:spPr>
      </p:pic>
      <p:sp>
        <p:nvSpPr>
          <p:cNvPr id="10" name="Text 4">
            <a:extLst>
              <a:ext uri="{FF2B5EF4-FFF2-40B4-BE49-F238E27FC236}">
                <a16:creationId xmlns:a16="http://schemas.microsoft.com/office/drawing/2014/main" id="{A0B1B01D-0883-49E9-9274-7E1EF7106E04}"/>
              </a:ext>
            </a:extLst>
          </p:cNvPr>
          <p:cNvSpPr txBox="1"/>
          <p:nvPr/>
        </p:nvSpPr>
        <p:spPr>
          <a:xfrm>
            <a:off x="434022" y="2194560"/>
            <a:ext cx="87962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position x</a:t>
            </a:r>
            <a:endParaRPr lang="en-US" sz="1600" dirty="0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9EC01747-E9F1-D2E1-7BBF-0194006DE34C}"/>
              </a:ext>
            </a:extLst>
          </p:cNvPr>
          <p:cNvSpPr/>
          <p:nvPr/>
        </p:nvSpPr>
        <p:spPr>
          <a:xfrm>
            <a:off x="1511982" y="2194560"/>
            <a:ext cx="713232" cy="475488"/>
          </a:xfrm>
          <a:prstGeom prst="rect">
            <a:avLst/>
          </a:prstGeom>
          <a:solidFill>
            <a:srgbClr val="F3F4F6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3EE48D6A-EED6-AD46-9174-533B472CD137}"/>
              </a:ext>
            </a:extLst>
          </p:cNvPr>
          <p:cNvSpPr txBox="1"/>
          <p:nvPr/>
        </p:nvSpPr>
        <p:spPr>
          <a:xfrm>
            <a:off x="1511982" y="2194560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27A75311-A726-D82A-3C66-B0D8275BC689}"/>
              </a:ext>
            </a:extLst>
          </p:cNvPr>
          <p:cNvSpPr/>
          <p:nvPr/>
        </p:nvSpPr>
        <p:spPr>
          <a:xfrm>
            <a:off x="2225214" y="2194560"/>
            <a:ext cx="713232" cy="475488"/>
          </a:xfrm>
          <a:prstGeom prst="rect">
            <a:avLst/>
          </a:prstGeom>
          <a:solidFill>
            <a:srgbClr val="F3F4F6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0BBD79DE-8A00-2102-1557-764C0179A031}"/>
              </a:ext>
            </a:extLst>
          </p:cNvPr>
          <p:cNvSpPr txBox="1"/>
          <p:nvPr/>
        </p:nvSpPr>
        <p:spPr>
          <a:xfrm>
            <a:off x="2225214" y="2194560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5" name="Shape 9">
            <a:extLst>
              <a:ext uri="{FF2B5EF4-FFF2-40B4-BE49-F238E27FC236}">
                <a16:creationId xmlns:a16="http://schemas.microsoft.com/office/drawing/2014/main" id="{AD3B96DA-A1CF-CD66-B0B7-F3916AB60347}"/>
              </a:ext>
            </a:extLst>
          </p:cNvPr>
          <p:cNvSpPr/>
          <p:nvPr/>
        </p:nvSpPr>
        <p:spPr>
          <a:xfrm>
            <a:off x="2938446" y="2194560"/>
            <a:ext cx="713232" cy="475488"/>
          </a:xfrm>
          <a:prstGeom prst="rect">
            <a:avLst/>
          </a:prstGeom>
          <a:solidFill>
            <a:srgbClr val="F3F4F6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81B60F1D-A968-C9C6-CF50-70B292C144E7}"/>
              </a:ext>
            </a:extLst>
          </p:cNvPr>
          <p:cNvSpPr txBox="1"/>
          <p:nvPr/>
        </p:nvSpPr>
        <p:spPr>
          <a:xfrm>
            <a:off x="2938446" y="2194560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0" name="Shape 11">
            <a:extLst>
              <a:ext uri="{FF2B5EF4-FFF2-40B4-BE49-F238E27FC236}">
                <a16:creationId xmlns:a16="http://schemas.microsoft.com/office/drawing/2014/main" id="{C124D338-86A5-D325-E9C5-80E0E5A1AF13}"/>
              </a:ext>
            </a:extLst>
          </p:cNvPr>
          <p:cNvSpPr/>
          <p:nvPr/>
        </p:nvSpPr>
        <p:spPr>
          <a:xfrm>
            <a:off x="3651678" y="2194560"/>
            <a:ext cx="713232" cy="475488"/>
          </a:xfrm>
          <a:prstGeom prst="rect">
            <a:avLst/>
          </a:prstGeom>
          <a:solidFill>
            <a:srgbClr val="F3F4F6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33" name="Text 12">
            <a:extLst>
              <a:ext uri="{FF2B5EF4-FFF2-40B4-BE49-F238E27FC236}">
                <a16:creationId xmlns:a16="http://schemas.microsoft.com/office/drawing/2014/main" id="{0D69376E-4E23-9005-52AD-3A12A98ACF42}"/>
              </a:ext>
            </a:extLst>
          </p:cNvPr>
          <p:cNvSpPr txBox="1"/>
          <p:nvPr/>
        </p:nvSpPr>
        <p:spPr>
          <a:xfrm>
            <a:off x="3651678" y="2194560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6" name="Shape 13">
            <a:extLst>
              <a:ext uri="{FF2B5EF4-FFF2-40B4-BE49-F238E27FC236}">
                <a16:creationId xmlns:a16="http://schemas.microsoft.com/office/drawing/2014/main" id="{1AA994E9-CDDE-34C8-4D18-0F466FD0EC4C}"/>
              </a:ext>
            </a:extLst>
          </p:cNvPr>
          <p:cNvSpPr/>
          <p:nvPr/>
        </p:nvSpPr>
        <p:spPr>
          <a:xfrm>
            <a:off x="4364910" y="2194560"/>
            <a:ext cx="713232" cy="475488"/>
          </a:xfrm>
          <a:prstGeom prst="rect">
            <a:avLst/>
          </a:prstGeom>
          <a:solidFill>
            <a:srgbClr val="F3F4F6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D374ED0F-6A4F-FE3B-256D-10E213FEAE98}"/>
              </a:ext>
            </a:extLst>
          </p:cNvPr>
          <p:cNvSpPr txBox="1"/>
          <p:nvPr/>
        </p:nvSpPr>
        <p:spPr>
          <a:xfrm>
            <a:off x="4364910" y="2194560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0" name="Shape 15">
            <a:extLst>
              <a:ext uri="{FF2B5EF4-FFF2-40B4-BE49-F238E27FC236}">
                <a16:creationId xmlns:a16="http://schemas.microsoft.com/office/drawing/2014/main" id="{A387C1AC-A399-F186-E37F-78389D9294D3}"/>
              </a:ext>
            </a:extLst>
          </p:cNvPr>
          <p:cNvSpPr/>
          <p:nvPr/>
        </p:nvSpPr>
        <p:spPr>
          <a:xfrm>
            <a:off x="5078142" y="2194560"/>
            <a:ext cx="713232" cy="475488"/>
          </a:xfrm>
          <a:prstGeom prst="rect">
            <a:avLst/>
          </a:prstGeom>
          <a:solidFill>
            <a:srgbClr val="F3F4F6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42" name="Text 16">
            <a:extLst>
              <a:ext uri="{FF2B5EF4-FFF2-40B4-BE49-F238E27FC236}">
                <a16:creationId xmlns:a16="http://schemas.microsoft.com/office/drawing/2014/main" id="{6AE2BD88-1CA3-AB85-DDDF-1C813813F37B}"/>
              </a:ext>
            </a:extLst>
          </p:cNvPr>
          <p:cNvSpPr txBox="1"/>
          <p:nvPr/>
        </p:nvSpPr>
        <p:spPr>
          <a:xfrm>
            <a:off x="5078142" y="2194560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6" name="Shape 17">
            <a:extLst>
              <a:ext uri="{FF2B5EF4-FFF2-40B4-BE49-F238E27FC236}">
                <a16:creationId xmlns:a16="http://schemas.microsoft.com/office/drawing/2014/main" id="{71330028-2F7A-3D2B-4936-593E84A25126}"/>
              </a:ext>
            </a:extLst>
          </p:cNvPr>
          <p:cNvSpPr/>
          <p:nvPr/>
        </p:nvSpPr>
        <p:spPr>
          <a:xfrm>
            <a:off x="5791374" y="2194560"/>
            <a:ext cx="713232" cy="475488"/>
          </a:xfrm>
          <a:prstGeom prst="rect">
            <a:avLst/>
          </a:prstGeom>
          <a:solidFill>
            <a:srgbClr val="F3F4F6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49" name="Text 18">
            <a:extLst>
              <a:ext uri="{FF2B5EF4-FFF2-40B4-BE49-F238E27FC236}">
                <a16:creationId xmlns:a16="http://schemas.microsoft.com/office/drawing/2014/main" id="{BAE3844C-A282-7841-1C05-D43F2F0E8733}"/>
              </a:ext>
            </a:extLst>
          </p:cNvPr>
          <p:cNvSpPr txBox="1"/>
          <p:nvPr/>
        </p:nvSpPr>
        <p:spPr>
          <a:xfrm>
            <a:off x="5791374" y="2194560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51" name="Shape 19">
            <a:extLst>
              <a:ext uri="{FF2B5EF4-FFF2-40B4-BE49-F238E27FC236}">
                <a16:creationId xmlns:a16="http://schemas.microsoft.com/office/drawing/2014/main" id="{13D4D513-4BDB-B14F-BE37-7064E38BF67C}"/>
              </a:ext>
            </a:extLst>
          </p:cNvPr>
          <p:cNvSpPr/>
          <p:nvPr/>
        </p:nvSpPr>
        <p:spPr>
          <a:xfrm>
            <a:off x="6504606" y="2194560"/>
            <a:ext cx="713232" cy="475488"/>
          </a:xfrm>
          <a:prstGeom prst="rect">
            <a:avLst/>
          </a:prstGeom>
          <a:solidFill>
            <a:srgbClr val="F3F4F6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3" name="Text 20">
            <a:extLst>
              <a:ext uri="{FF2B5EF4-FFF2-40B4-BE49-F238E27FC236}">
                <a16:creationId xmlns:a16="http://schemas.microsoft.com/office/drawing/2014/main" id="{9F73DD0B-E808-CAAB-CB8A-51BA7D1A8285}"/>
              </a:ext>
            </a:extLst>
          </p:cNvPr>
          <p:cNvSpPr txBox="1"/>
          <p:nvPr/>
        </p:nvSpPr>
        <p:spPr>
          <a:xfrm>
            <a:off x="6504606" y="2194560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55" name="Text 21">
            <a:extLst>
              <a:ext uri="{FF2B5EF4-FFF2-40B4-BE49-F238E27FC236}">
                <a16:creationId xmlns:a16="http://schemas.microsoft.com/office/drawing/2014/main" id="{91C8DEEC-82E0-8D53-D456-2F3722A4EF5A}"/>
              </a:ext>
            </a:extLst>
          </p:cNvPr>
          <p:cNvSpPr txBox="1"/>
          <p:nvPr/>
        </p:nvSpPr>
        <p:spPr>
          <a:xfrm>
            <a:off x="434022" y="2743200"/>
            <a:ext cx="87962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f(x)</a:t>
            </a:r>
            <a:endParaRPr lang="en-US" sz="1600" dirty="0"/>
          </a:p>
        </p:txBody>
      </p:sp>
      <p:sp>
        <p:nvSpPr>
          <p:cNvPr id="59" name="Shape 22">
            <a:extLst>
              <a:ext uri="{FF2B5EF4-FFF2-40B4-BE49-F238E27FC236}">
                <a16:creationId xmlns:a16="http://schemas.microsoft.com/office/drawing/2014/main" id="{8C524DF2-149E-FCC6-4DCE-6A1413812E7D}"/>
              </a:ext>
            </a:extLst>
          </p:cNvPr>
          <p:cNvSpPr/>
          <p:nvPr/>
        </p:nvSpPr>
        <p:spPr>
          <a:xfrm>
            <a:off x="1511982" y="2743200"/>
            <a:ext cx="713232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62" name="Text 23">
            <a:extLst>
              <a:ext uri="{FF2B5EF4-FFF2-40B4-BE49-F238E27FC236}">
                <a16:creationId xmlns:a16="http://schemas.microsoft.com/office/drawing/2014/main" id="{15DE967F-F65A-6E90-B447-7F7587C3C4D2}"/>
              </a:ext>
            </a:extLst>
          </p:cNvPr>
          <p:cNvSpPr txBox="1"/>
          <p:nvPr/>
        </p:nvSpPr>
        <p:spPr>
          <a:xfrm>
            <a:off x="1511982" y="2743200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64" name="Shape 24">
            <a:extLst>
              <a:ext uri="{FF2B5EF4-FFF2-40B4-BE49-F238E27FC236}">
                <a16:creationId xmlns:a16="http://schemas.microsoft.com/office/drawing/2014/main" id="{F6BEEDED-5C27-EE57-30B9-C3AB2D67D04D}"/>
              </a:ext>
            </a:extLst>
          </p:cNvPr>
          <p:cNvSpPr/>
          <p:nvPr/>
        </p:nvSpPr>
        <p:spPr>
          <a:xfrm>
            <a:off x="2225214" y="2743200"/>
            <a:ext cx="713232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66" name="Text 25">
            <a:extLst>
              <a:ext uri="{FF2B5EF4-FFF2-40B4-BE49-F238E27FC236}">
                <a16:creationId xmlns:a16="http://schemas.microsoft.com/office/drawing/2014/main" id="{AA693F8E-FFB7-829C-6CBF-BE1C9D8E2EA3}"/>
              </a:ext>
            </a:extLst>
          </p:cNvPr>
          <p:cNvSpPr txBox="1"/>
          <p:nvPr/>
        </p:nvSpPr>
        <p:spPr>
          <a:xfrm>
            <a:off x="2225214" y="2743200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68" name="Shape 26">
            <a:extLst>
              <a:ext uri="{FF2B5EF4-FFF2-40B4-BE49-F238E27FC236}">
                <a16:creationId xmlns:a16="http://schemas.microsoft.com/office/drawing/2014/main" id="{2E3BB459-3BDD-353D-C5D3-18A1EFC889A0}"/>
              </a:ext>
            </a:extLst>
          </p:cNvPr>
          <p:cNvSpPr/>
          <p:nvPr/>
        </p:nvSpPr>
        <p:spPr>
          <a:xfrm>
            <a:off x="2938446" y="2743200"/>
            <a:ext cx="713232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70" name="Text 27">
            <a:extLst>
              <a:ext uri="{FF2B5EF4-FFF2-40B4-BE49-F238E27FC236}">
                <a16:creationId xmlns:a16="http://schemas.microsoft.com/office/drawing/2014/main" id="{6574F682-BF6B-7DDB-480C-DF570FCD1ADA}"/>
              </a:ext>
            </a:extLst>
          </p:cNvPr>
          <p:cNvSpPr txBox="1"/>
          <p:nvPr/>
        </p:nvSpPr>
        <p:spPr>
          <a:xfrm>
            <a:off x="2938446" y="2743200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72" name="Shape 28">
            <a:extLst>
              <a:ext uri="{FF2B5EF4-FFF2-40B4-BE49-F238E27FC236}">
                <a16:creationId xmlns:a16="http://schemas.microsoft.com/office/drawing/2014/main" id="{59266180-F340-D7C3-3A98-1C0D7316D6CD}"/>
              </a:ext>
            </a:extLst>
          </p:cNvPr>
          <p:cNvSpPr/>
          <p:nvPr/>
        </p:nvSpPr>
        <p:spPr>
          <a:xfrm>
            <a:off x="3651678" y="2743200"/>
            <a:ext cx="713232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74" name="Text 29">
            <a:extLst>
              <a:ext uri="{FF2B5EF4-FFF2-40B4-BE49-F238E27FC236}">
                <a16:creationId xmlns:a16="http://schemas.microsoft.com/office/drawing/2014/main" id="{12C1883D-E14D-D1B7-BE78-4D80312CCC97}"/>
              </a:ext>
            </a:extLst>
          </p:cNvPr>
          <p:cNvSpPr txBox="1"/>
          <p:nvPr/>
        </p:nvSpPr>
        <p:spPr>
          <a:xfrm>
            <a:off x="3651678" y="2743200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600" dirty="0"/>
          </a:p>
        </p:txBody>
      </p:sp>
      <p:sp>
        <p:nvSpPr>
          <p:cNvPr id="77" name="Shape 30">
            <a:extLst>
              <a:ext uri="{FF2B5EF4-FFF2-40B4-BE49-F238E27FC236}">
                <a16:creationId xmlns:a16="http://schemas.microsoft.com/office/drawing/2014/main" id="{9E00F0B6-C47F-860B-5979-30526FA26300}"/>
              </a:ext>
            </a:extLst>
          </p:cNvPr>
          <p:cNvSpPr/>
          <p:nvPr/>
        </p:nvSpPr>
        <p:spPr>
          <a:xfrm>
            <a:off x="4364910" y="2743200"/>
            <a:ext cx="713232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79" name="Text 31">
            <a:extLst>
              <a:ext uri="{FF2B5EF4-FFF2-40B4-BE49-F238E27FC236}">
                <a16:creationId xmlns:a16="http://schemas.microsoft.com/office/drawing/2014/main" id="{65C22925-9F60-781A-CF8E-31914E03D716}"/>
              </a:ext>
            </a:extLst>
          </p:cNvPr>
          <p:cNvSpPr txBox="1"/>
          <p:nvPr/>
        </p:nvSpPr>
        <p:spPr>
          <a:xfrm>
            <a:off x="4364910" y="2743200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600" dirty="0"/>
          </a:p>
        </p:txBody>
      </p:sp>
      <p:sp>
        <p:nvSpPr>
          <p:cNvPr id="81" name="Shape 32">
            <a:extLst>
              <a:ext uri="{FF2B5EF4-FFF2-40B4-BE49-F238E27FC236}">
                <a16:creationId xmlns:a16="http://schemas.microsoft.com/office/drawing/2014/main" id="{FA1A0A89-1420-F7C2-764E-4470DC81DC26}"/>
              </a:ext>
            </a:extLst>
          </p:cNvPr>
          <p:cNvSpPr/>
          <p:nvPr/>
        </p:nvSpPr>
        <p:spPr>
          <a:xfrm>
            <a:off x="5078142" y="2743200"/>
            <a:ext cx="713232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83" name="Text 33">
            <a:extLst>
              <a:ext uri="{FF2B5EF4-FFF2-40B4-BE49-F238E27FC236}">
                <a16:creationId xmlns:a16="http://schemas.microsoft.com/office/drawing/2014/main" id="{2A9C9B92-027E-6DDB-0E18-FEDF964F13C6}"/>
              </a:ext>
            </a:extLst>
          </p:cNvPr>
          <p:cNvSpPr txBox="1"/>
          <p:nvPr/>
        </p:nvSpPr>
        <p:spPr>
          <a:xfrm>
            <a:off x="5078142" y="2743200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600" dirty="0"/>
          </a:p>
        </p:txBody>
      </p:sp>
      <p:sp>
        <p:nvSpPr>
          <p:cNvPr id="85" name="Shape 34">
            <a:extLst>
              <a:ext uri="{FF2B5EF4-FFF2-40B4-BE49-F238E27FC236}">
                <a16:creationId xmlns:a16="http://schemas.microsoft.com/office/drawing/2014/main" id="{2705B880-D28D-803E-01B5-29AEF3D8AEF9}"/>
              </a:ext>
            </a:extLst>
          </p:cNvPr>
          <p:cNvSpPr/>
          <p:nvPr/>
        </p:nvSpPr>
        <p:spPr>
          <a:xfrm>
            <a:off x="5791374" y="2743200"/>
            <a:ext cx="713232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87" name="Text 35">
            <a:extLst>
              <a:ext uri="{FF2B5EF4-FFF2-40B4-BE49-F238E27FC236}">
                <a16:creationId xmlns:a16="http://schemas.microsoft.com/office/drawing/2014/main" id="{390A324A-D0E1-EC35-D83E-36F72BE607BD}"/>
              </a:ext>
            </a:extLst>
          </p:cNvPr>
          <p:cNvSpPr txBox="1"/>
          <p:nvPr/>
        </p:nvSpPr>
        <p:spPr>
          <a:xfrm>
            <a:off x="5791374" y="2743200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89" name="Shape 36">
            <a:extLst>
              <a:ext uri="{FF2B5EF4-FFF2-40B4-BE49-F238E27FC236}">
                <a16:creationId xmlns:a16="http://schemas.microsoft.com/office/drawing/2014/main" id="{EBA56ECA-E46A-961B-0E91-6E4D5C039C4A}"/>
              </a:ext>
            </a:extLst>
          </p:cNvPr>
          <p:cNvSpPr/>
          <p:nvPr/>
        </p:nvSpPr>
        <p:spPr>
          <a:xfrm>
            <a:off x="6504606" y="2743200"/>
            <a:ext cx="713232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91" name="Text 37">
            <a:extLst>
              <a:ext uri="{FF2B5EF4-FFF2-40B4-BE49-F238E27FC236}">
                <a16:creationId xmlns:a16="http://schemas.microsoft.com/office/drawing/2014/main" id="{33B2E0EA-C22C-2FFC-08AB-1ABD4F1F9429}"/>
              </a:ext>
            </a:extLst>
          </p:cNvPr>
          <p:cNvSpPr txBox="1"/>
          <p:nvPr/>
        </p:nvSpPr>
        <p:spPr>
          <a:xfrm>
            <a:off x="6504606" y="2743200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93" name="Text 38">
            <a:extLst>
              <a:ext uri="{FF2B5EF4-FFF2-40B4-BE49-F238E27FC236}">
                <a16:creationId xmlns:a16="http://schemas.microsoft.com/office/drawing/2014/main" id="{DEBFBBBF-4916-A4A5-78A1-B9FE9C9A2B56}"/>
              </a:ext>
            </a:extLst>
          </p:cNvPr>
          <p:cNvSpPr txBox="1"/>
          <p:nvPr/>
        </p:nvSpPr>
        <p:spPr>
          <a:xfrm>
            <a:off x="434022" y="3474720"/>
            <a:ext cx="87962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∂f/∂x</a:t>
            </a:r>
            <a:endParaRPr lang="en-US" sz="1600" dirty="0"/>
          </a:p>
        </p:txBody>
      </p:sp>
      <p:sp>
        <p:nvSpPr>
          <p:cNvPr id="95" name="Shape 39">
            <a:extLst>
              <a:ext uri="{FF2B5EF4-FFF2-40B4-BE49-F238E27FC236}">
                <a16:creationId xmlns:a16="http://schemas.microsoft.com/office/drawing/2014/main" id="{F3AC7F02-084F-9876-873C-4C3C72FF4E78}"/>
              </a:ext>
            </a:extLst>
          </p:cNvPr>
          <p:cNvSpPr/>
          <p:nvPr/>
        </p:nvSpPr>
        <p:spPr>
          <a:xfrm>
            <a:off x="1868598" y="3474720"/>
            <a:ext cx="713232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97" name="Text 40">
            <a:extLst>
              <a:ext uri="{FF2B5EF4-FFF2-40B4-BE49-F238E27FC236}">
                <a16:creationId xmlns:a16="http://schemas.microsoft.com/office/drawing/2014/main" id="{96FFA66B-642F-42D6-6D10-1B71582B28F5}"/>
              </a:ext>
            </a:extLst>
          </p:cNvPr>
          <p:cNvSpPr txBox="1"/>
          <p:nvPr/>
        </p:nvSpPr>
        <p:spPr>
          <a:xfrm>
            <a:off x="1868598" y="3474720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99" name="Shape 41">
            <a:extLst>
              <a:ext uri="{FF2B5EF4-FFF2-40B4-BE49-F238E27FC236}">
                <a16:creationId xmlns:a16="http://schemas.microsoft.com/office/drawing/2014/main" id="{678A6A73-CBAB-ABAD-9299-8013655E33E0}"/>
              </a:ext>
            </a:extLst>
          </p:cNvPr>
          <p:cNvSpPr/>
          <p:nvPr/>
        </p:nvSpPr>
        <p:spPr>
          <a:xfrm>
            <a:off x="2581830" y="3474720"/>
            <a:ext cx="713232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101" name="Text 42">
            <a:extLst>
              <a:ext uri="{FF2B5EF4-FFF2-40B4-BE49-F238E27FC236}">
                <a16:creationId xmlns:a16="http://schemas.microsoft.com/office/drawing/2014/main" id="{E4C7D579-B505-9701-626C-F70766791FD5}"/>
              </a:ext>
            </a:extLst>
          </p:cNvPr>
          <p:cNvSpPr txBox="1"/>
          <p:nvPr/>
        </p:nvSpPr>
        <p:spPr>
          <a:xfrm>
            <a:off x="2581830" y="3474720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03" name="Shape 43">
            <a:extLst>
              <a:ext uri="{FF2B5EF4-FFF2-40B4-BE49-F238E27FC236}">
                <a16:creationId xmlns:a16="http://schemas.microsoft.com/office/drawing/2014/main" id="{44A4718F-957D-C5E0-22F6-C931C1CF0532}"/>
              </a:ext>
            </a:extLst>
          </p:cNvPr>
          <p:cNvSpPr/>
          <p:nvPr/>
        </p:nvSpPr>
        <p:spPr>
          <a:xfrm>
            <a:off x="3295062" y="3474720"/>
            <a:ext cx="713232" cy="475488"/>
          </a:xfrm>
          <a:prstGeom prst="rect">
            <a:avLst/>
          </a:prstGeom>
          <a:solidFill>
            <a:srgbClr val="FDE7C0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105" name="Text 44">
            <a:extLst>
              <a:ext uri="{FF2B5EF4-FFF2-40B4-BE49-F238E27FC236}">
                <a16:creationId xmlns:a16="http://schemas.microsoft.com/office/drawing/2014/main" id="{2F0BC02C-6FB0-949C-7E35-53F3FB096A45}"/>
              </a:ext>
            </a:extLst>
          </p:cNvPr>
          <p:cNvSpPr txBox="1"/>
          <p:nvPr/>
        </p:nvSpPr>
        <p:spPr>
          <a:xfrm>
            <a:off x="3295062" y="3474720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8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600" dirty="0"/>
          </a:p>
        </p:txBody>
      </p:sp>
      <p:sp>
        <p:nvSpPr>
          <p:cNvPr id="107" name="Shape 45">
            <a:extLst>
              <a:ext uri="{FF2B5EF4-FFF2-40B4-BE49-F238E27FC236}">
                <a16:creationId xmlns:a16="http://schemas.microsoft.com/office/drawing/2014/main" id="{11EE19BE-555E-A162-28A0-6663C3B84102}"/>
              </a:ext>
            </a:extLst>
          </p:cNvPr>
          <p:cNvSpPr/>
          <p:nvPr/>
        </p:nvSpPr>
        <p:spPr>
          <a:xfrm>
            <a:off x="4008294" y="3474720"/>
            <a:ext cx="713232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109" name="Text 46">
            <a:extLst>
              <a:ext uri="{FF2B5EF4-FFF2-40B4-BE49-F238E27FC236}">
                <a16:creationId xmlns:a16="http://schemas.microsoft.com/office/drawing/2014/main" id="{83AA2CD8-4632-5CA6-1FAF-34153F2534D6}"/>
              </a:ext>
            </a:extLst>
          </p:cNvPr>
          <p:cNvSpPr txBox="1"/>
          <p:nvPr/>
        </p:nvSpPr>
        <p:spPr>
          <a:xfrm>
            <a:off x="4008294" y="3474720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11" name="Shape 47">
            <a:extLst>
              <a:ext uri="{FF2B5EF4-FFF2-40B4-BE49-F238E27FC236}">
                <a16:creationId xmlns:a16="http://schemas.microsoft.com/office/drawing/2014/main" id="{ABB4FC2D-0588-391D-8BAD-4ADBB71A5CC3}"/>
              </a:ext>
            </a:extLst>
          </p:cNvPr>
          <p:cNvSpPr/>
          <p:nvPr/>
        </p:nvSpPr>
        <p:spPr>
          <a:xfrm>
            <a:off x="4721526" y="3474720"/>
            <a:ext cx="713232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113" name="Text 48">
            <a:extLst>
              <a:ext uri="{FF2B5EF4-FFF2-40B4-BE49-F238E27FC236}">
                <a16:creationId xmlns:a16="http://schemas.microsoft.com/office/drawing/2014/main" id="{03752AEA-885A-D35D-7DEA-10B034C6D526}"/>
              </a:ext>
            </a:extLst>
          </p:cNvPr>
          <p:cNvSpPr txBox="1"/>
          <p:nvPr/>
        </p:nvSpPr>
        <p:spPr>
          <a:xfrm>
            <a:off x="4721526" y="3474720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15" name="Shape 49">
            <a:extLst>
              <a:ext uri="{FF2B5EF4-FFF2-40B4-BE49-F238E27FC236}">
                <a16:creationId xmlns:a16="http://schemas.microsoft.com/office/drawing/2014/main" id="{FFAF9635-63B3-9493-4F6D-DE8519E2874F}"/>
              </a:ext>
            </a:extLst>
          </p:cNvPr>
          <p:cNvSpPr/>
          <p:nvPr/>
        </p:nvSpPr>
        <p:spPr>
          <a:xfrm>
            <a:off x="5434758" y="3474720"/>
            <a:ext cx="713232" cy="475488"/>
          </a:xfrm>
          <a:prstGeom prst="rect">
            <a:avLst/>
          </a:prstGeom>
          <a:solidFill>
            <a:srgbClr val="FDE7C0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117" name="Text 50">
            <a:extLst>
              <a:ext uri="{FF2B5EF4-FFF2-40B4-BE49-F238E27FC236}">
                <a16:creationId xmlns:a16="http://schemas.microsoft.com/office/drawing/2014/main" id="{CF648752-B6E2-9C44-11F0-37F8F8861E2B}"/>
              </a:ext>
            </a:extLst>
          </p:cNvPr>
          <p:cNvSpPr txBox="1"/>
          <p:nvPr/>
        </p:nvSpPr>
        <p:spPr>
          <a:xfrm>
            <a:off x="5434758" y="3474720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8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-70</a:t>
            </a:r>
            <a:endParaRPr lang="en-US" sz="1600" dirty="0"/>
          </a:p>
        </p:txBody>
      </p:sp>
      <p:sp>
        <p:nvSpPr>
          <p:cNvPr id="119" name="Shape 51">
            <a:extLst>
              <a:ext uri="{FF2B5EF4-FFF2-40B4-BE49-F238E27FC236}">
                <a16:creationId xmlns:a16="http://schemas.microsoft.com/office/drawing/2014/main" id="{EEDD4D2A-C783-E425-86BF-0697EC0E823D}"/>
              </a:ext>
            </a:extLst>
          </p:cNvPr>
          <p:cNvSpPr/>
          <p:nvPr/>
        </p:nvSpPr>
        <p:spPr>
          <a:xfrm>
            <a:off x="6147990" y="3474720"/>
            <a:ext cx="713232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121" name="Text 52">
            <a:extLst>
              <a:ext uri="{FF2B5EF4-FFF2-40B4-BE49-F238E27FC236}">
                <a16:creationId xmlns:a16="http://schemas.microsoft.com/office/drawing/2014/main" id="{FC48184B-58FB-8295-5C95-BAC9255A3ED6}"/>
              </a:ext>
            </a:extLst>
          </p:cNvPr>
          <p:cNvSpPr txBox="1"/>
          <p:nvPr/>
        </p:nvSpPr>
        <p:spPr>
          <a:xfrm>
            <a:off x="6147990" y="3474720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23" name="Text 53">
            <a:extLst>
              <a:ext uri="{FF2B5EF4-FFF2-40B4-BE49-F238E27FC236}">
                <a16:creationId xmlns:a16="http://schemas.microsoft.com/office/drawing/2014/main" id="{A3401731-A278-C3A6-443C-CA669AB5E465}"/>
              </a:ext>
            </a:extLst>
          </p:cNvPr>
          <p:cNvSpPr txBox="1"/>
          <p:nvPr/>
        </p:nvSpPr>
        <p:spPr>
          <a:xfrm>
            <a:off x="434022" y="4206240"/>
            <a:ext cx="87962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|∂f/∂x|</a:t>
            </a:r>
            <a:endParaRPr lang="en-US" sz="1600" dirty="0"/>
          </a:p>
        </p:txBody>
      </p:sp>
      <p:sp>
        <p:nvSpPr>
          <p:cNvPr id="125" name="Shape 54">
            <a:extLst>
              <a:ext uri="{FF2B5EF4-FFF2-40B4-BE49-F238E27FC236}">
                <a16:creationId xmlns:a16="http://schemas.microsoft.com/office/drawing/2014/main" id="{95172022-68ED-D183-E2F8-665B1F375BAC}"/>
              </a:ext>
            </a:extLst>
          </p:cNvPr>
          <p:cNvSpPr/>
          <p:nvPr/>
        </p:nvSpPr>
        <p:spPr>
          <a:xfrm>
            <a:off x="1868598" y="4206240"/>
            <a:ext cx="713232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127" name="Text 55">
            <a:extLst>
              <a:ext uri="{FF2B5EF4-FFF2-40B4-BE49-F238E27FC236}">
                <a16:creationId xmlns:a16="http://schemas.microsoft.com/office/drawing/2014/main" id="{B590778C-B092-CC0C-6B53-3C234AE21093}"/>
              </a:ext>
            </a:extLst>
          </p:cNvPr>
          <p:cNvSpPr txBox="1"/>
          <p:nvPr/>
        </p:nvSpPr>
        <p:spPr>
          <a:xfrm>
            <a:off x="1868598" y="4206240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29" name="Shape 56">
            <a:extLst>
              <a:ext uri="{FF2B5EF4-FFF2-40B4-BE49-F238E27FC236}">
                <a16:creationId xmlns:a16="http://schemas.microsoft.com/office/drawing/2014/main" id="{678CFAD7-FDA4-D2A8-60A7-680EAEC1BFEB}"/>
              </a:ext>
            </a:extLst>
          </p:cNvPr>
          <p:cNvSpPr/>
          <p:nvPr/>
        </p:nvSpPr>
        <p:spPr>
          <a:xfrm>
            <a:off x="2581830" y="4206240"/>
            <a:ext cx="713232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131" name="Text 57">
            <a:extLst>
              <a:ext uri="{FF2B5EF4-FFF2-40B4-BE49-F238E27FC236}">
                <a16:creationId xmlns:a16="http://schemas.microsoft.com/office/drawing/2014/main" id="{57C4E5B8-4653-8E7F-DE0B-A43D98743A0A}"/>
              </a:ext>
            </a:extLst>
          </p:cNvPr>
          <p:cNvSpPr txBox="1"/>
          <p:nvPr/>
        </p:nvSpPr>
        <p:spPr>
          <a:xfrm>
            <a:off x="2581830" y="4206240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33" name="Shape 58">
            <a:extLst>
              <a:ext uri="{FF2B5EF4-FFF2-40B4-BE49-F238E27FC236}">
                <a16:creationId xmlns:a16="http://schemas.microsoft.com/office/drawing/2014/main" id="{D2726990-E981-4CA9-83B7-BCD7FD345306}"/>
              </a:ext>
            </a:extLst>
          </p:cNvPr>
          <p:cNvSpPr/>
          <p:nvPr/>
        </p:nvSpPr>
        <p:spPr>
          <a:xfrm>
            <a:off x="3295062" y="4206240"/>
            <a:ext cx="713232" cy="475488"/>
          </a:xfrm>
          <a:prstGeom prst="rect">
            <a:avLst/>
          </a:prstGeom>
          <a:solidFill>
            <a:srgbClr val="FDE7C0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135" name="Text 59">
            <a:extLst>
              <a:ext uri="{FF2B5EF4-FFF2-40B4-BE49-F238E27FC236}">
                <a16:creationId xmlns:a16="http://schemas.microsoft.com/office/drawing/2014/main" id="{C95C8534-6B1E-48EC-6A05-124C81F68E8C}"/>
              </a:ext>
            </a:extLst>
          </p:cNvPr>
          <p:cNvSpPr txBox="1"/>
          <p:nvPr/>
        </p:nvSpPr>
        <p:spPr>
          <a:xfrm>
            <a:off x="3295062" y="4206240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8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600" dirty="0"/>
          </a:p>
        </p:txBody>
      </p:sp>
      <p:sp>
        <p:nvSpPr>
          <p:cNvPr id="137" name="Shape 60">
            <a:extLst>
              <a:ext uri="{FF2B5EF4-FFF2-40B4-BE49-F238E27FC236}">
                <a16:creationId xmlns:a16="http://schemas.microsoft.com/office/drawing/2014/main" id="{B92D29E5-574F-1F7B-AEC3-8F0A1D319F7E}"/>
              </a:ext>
            </a:extLst>
          </p:cNvPr>
          <p:cNvSpPr/>
          <p:nvPr/>
        </p:nvSpPr>
        <p:spPr>
          <a:xfrm>
            <a:off x="4008294" y="4206240"/>
            <a:ext cx="713232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139" name="Text 61">
            <a:extLst>
              <a:ext uri="{FF2B5EF4-FFF2-40B4-BE49-F238E27FC236}">
                <a16:creationId xmlns:a16="http://schemas.microsoft.com/office/drawing/2014/main" id="{49FBB79A-8F21-9297-15A2-3C126D03722C}"/>
              </a:ext>
            </a:extLst>
          </p:cNvPr>
          <p:cNvSpPr txBox="1"/>
          <p:nvPr/>
        </p:nvSpPr>
        <p:spPr>
          <a:xfrm>
            <a:off x="4008294" y="4206240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41" name="Shape 62">
            <a:extLst>
              <a:ext uri="{FF2B5EF4-FFF2-40B4-BE49-F238E27FC236}">
                <a16:creationId xmlns:a16="http://schemas.microsoft.com/office/drawing/2014/main" id="{68616CA3-69C4-C9DF-24F6-88E66F6E5D2D}"/>
              </a:ext>
            </a:extLst>
          </p:cNvPr>
          <p:cNvSpPr/>
          <p:nvPr/>
        </p:nvSpPr>
        <p:spPr>
          <a:xfrm>
            <a:off x="4721526" y="4206240"/>
            <a:ext cx="713232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143" name="Text 63">
            <a:extLst>
              <a:ext uri="{FF2B5EF4-FFF2-40B4-BE49-F238E27FC236}">
                <a16:creationId xmlns:a16="http://schemas.microsoft.com/office/drawing/2014/main" id="{C6199F9A-3544-C7D1-F901-E87AFBFCBCE2}"/>
              </a:ext>
            </a:extLst>
          </p:cNvPr>
          <p:cNvSpPr txBox="1"/>
          <p:nvPr/>
        </p:nvSpPr>
        <p:spPr>
          <a:xfrm>
            <a:off x="4721526" y="4206240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45" name="Shape 64">
            <a:extLst>
              <a:ext uri="{FF2B5EF4-FFF2-40B4-BE49-F238E27FC236}">
                <a16:creationId xmlns:a16="http://schemas.microsoft.com/office/drawing/2014/main" id="{A7775DD2-71B9-B68E-8B46-FF5E8FCCC3AC}"/>
              </a:ext>
            </a:extLst>
          </p:cNvPr>
          <p:cNvSpPr/>
          <p:nvPr/>
        </p:nvSpPr>
        <p:spPr>
          <a:xfrm>
            <a:off x="5434758" y="4206240"/>
            <a:ext cx="713232" cy="475488"/>
          </a:xfrm>
          <a:prstGeom prst="rect">
            <a:avLst/>
          </a:prstGeom>
          <a:solidFill>
            <a:srgbClr val="FDE7C0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147" name="Text 65">
            <a:extLst>
              <a:ext uri="{FF2B5EF4-FFF2-40B4-BE49-F238E27FC236}">
                <a16:creationId xmlns:a16="http://schemas.microsoft.com/office/drawing/2014/main" id="{CFDF2DDF-348E-A541-D344-330225C9E95F}"/>
              </a:ext>
            </a:extLst>
          </p:cNvPr>
          <p:cNvSpPr txBox="1"/>
          <p:nvPr/>
        </p:nvSpPr>
        <p:spPr>
          <a:xfrm>
            <a:off x="5434758" y="4206240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8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600" dirty="0"/>
          </a:p>
        </p:txBody>
      </p:sp>
      <p:sp>
        <p:nvSpPr>
          <p:cNvPr id="149" name="Shape 66">
            <a:extLst>
              <a:ext uri="{FF2B5EF4-FFF2-40B4-BE49-F238E27FC236}">
                <a16:creationId xmlns:a16="http://schemas.microsoft.com/office/drawing/2014/main" id="{27461299-571D-C334-A64F-F7D11208EE4A}"/>
              </a:ext>
            </a:extLst>
          </p:cNvPr>
          <p:cNvSpPr/>
          <p:nvPr/>
        </p:nvSpPr>
        <p:spPr>
          <a:xfrm>
            <a:off x="6147990" y="4206240"/>
            <a:ext cx="713232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151" name="Text 67">
            <a:extLst>
              <a:ext uri="{FF2B5EF4-FFF2-40B4-BE49-F238E27FC236}">
                <a16:creationId xmlns:a16="http://schemas.microsoft.com/office/drawing/2014/main" id="{11F8D66F-188B-A915-25FA-D42EB2F8EADF}"/>
              </a:ext>
            </a:extLst>
          </p:cNvPr>
          <p:cNvSpPr txBox="1"/>
          <p:nvPr/>
        </p:nvSpPr>
        <p:spPr>
          <a:xfrm>
            <a:off x="6147990" y="4206240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53" name="Text 68">
            <a:extLst>
              <a:ext uri="{FF2B5EF4-FFF2-40B4-BE49-F238E27FC236}">
                <a16:creationId xmlns:a16="http://schemas.microsoft.com/office/drawing/2014/main" id="{58FF15C4-14A1-A9D4-860C-8B1EAA825723}"/>
              </a:ext>
            </a:extLst>
          </p:cNvPr>
          <p:cNvSpPr txBox="1"/>
          <p:nvPr/>
        </p:nvSpPr>
        <p:spPr>
          <a:xfrm>
            <a:off x="2581830" y="4754880"/>
            <a:ext cx="25899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Differences sit between two pixels.</a:t>
            </a:r>
            <a:endParaRPr lang="en-US" sz="1400" dirty="0"/>
          </a:p>
        </p:txBody>
      </p:sp>
      <p:sp>
        <p:nvSpPr>
          <p:cNvPr id="155" name="Shape 69">
            <a:extLst>
              <a:ext uri="{FF2B5EF4-FFF2-40B4-BE49-F238E27FC236}">
                <a16:creationId xmlns:a16="http://schemas.microsoft.com/office/drawing/2014/main" id="{CCD4EA45-54B0-0F71-C5BF-B08995967740}"/>
              </a:ext>
            </a:extLst>
          </p:cNvPr>
          <p:cNvSpPr/>
          <p:nvPr/>
        </p:nvSpPr>
        <p:spPr>
          <a:xfrm>
            <a:off x="7859980" y="1188720"/>
            <a:ext cx="420624" cy="420624"/>
          </a:xfrm>
          <a:prstGeom prst="ellipse">
            <a:avLst/>
          </a:prstGeom>
          <a:solidFill>
            <a:srgbClr val="E08E0B"/>
          </a:solidFill>
          <a:ln w="12700">
            <a:solidFill>
              <a:srgbClr val="E08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Text 70">
            <a:extLst>
              <a:ext uri="{FF2B5EF4-FFF2-40B4-BE49-F238E27FC236}">
                <a16:creationId xmlns:a16="http://schemas.microsoft.com/office/drawing/2014/main" id="{0ECC3829-1C17-242E-0093-D577F96FE0D1}"/>
              </a:ext>
            </a:extLst>
          </p:cNvPr>
          <p:cNvSpPr txBox="1"/>
          <p:nvPr/>
        </p:nvSpPr>
        <p:spPr>
          <a:xfrm>
            <a:off x="7859980" y="1188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9" name="Text 71">
            <a:extLst>
              <a:ext uri="{FF2B5EF4-FFF2-40B4-BE49-F238E27FC236}">
                <a16:creationId xmlns:a16="http://schemas.microsoft.com/office/drawing/2014/main" id="{22D28E00-5564-E330-9BF3-D6D5CA76A109}"/>
              </a:ext>
            </a:extLst>
          </p:cNvPr>
          <p:cNvSpPr txBox="1"/>
          <p:nvPr/>
        </p:nvSpPr>
        <p:spPr>
          <a:xfrm>
            <a:off x="8426908" y="1161288"/>
            <a:ext cx="200498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neighbours</a:t>
            </a:r>
            <a:endParaRPr lang="en-US" sz="1800" dirty="0"/>
          </a:p>
        </p:txBody>
      </p:sp>
      <p:sp>
        <p:nvSpPr>
          <p:cNvPr id="161" name="Text 72">
            <a:extLst>
              <a:ext uri="{FF2B5EF4-FFF2-40B4-BE49-F238E27FC236}">
                <a16:creationId xmlns:a16="http://schemas.microsoft.com/office/drawing/2014/main" id="{A028846D-7226-7F0D-BEE7-3F02B585C7B3}"/>
              </a:ext>
            </a:extLst>
          </p:cNvPr>
          <p:cNvSpPr txBox="1"/>
          <p:nvPr/>
        </p:nvSpPr>
        <p:spPr>
          <a:xfrm>
            <a:off x="8426908" y="1554480"/>
            <a:ext cx="3483864" cy="605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f(3) − f(2) = 80 − 10 = +70;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f(6) − f(5) = 10 − 80 = −70</a:t>
            </a:r>
            <a:endParaRPr lang="en-US" sz="1600" dirty="0"/>
          </a:p>
        </p:txBody>
      </p:sp>
      <p:sp>
        <p:nvSpPr>
          <p:cNvPr id="163" name="Shape 73">
            <a:extLst>
              <a:ext uri="{FF2B5EF4-FFF2-40B4-BE49-F238E27FC236}">
                <a16:creationId xmlns:a16="http://schemas.microsoft.com/office/drawing/2014/main" id="{269F899E-3026-0255-EF1F-E5DBAB8BFFBA}"/>
              </a:ext>
            </a:extLst>
          </p:cNvPr>
          <p:cNvSpPr/>
          <p:nvPr/>
        </p:nvSpPr>
        <p:spPr>
          <a:xfrm>
            <a:off x="7859980" y="2560320"/>
            <a:ext cx="420624" cy="420624"/>
          </a:xfrm>
          <a:prstGeom prst="ellipse">
            <a:avLst/>
          </a:prstGeom>
          <a:solidFill>
            <a:srgbClr val="E08E0B"/>
          </a:solidFill>
          <a:ln w="12700">
            <a:solidFill>
              <a:srgbClr val="E08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Text 74">
            <a:extLst>
              <a:ext uri="{FF2B5EF4-FFF2-40B4-BE49-F238E27FC236}">
                <a16:creationId xmlns:a16="http://schemas.microsoft.com/office/drawing/2014/main" id="{8943D915-D637-B8D9-A21B-5161F0A03F65}"/>
              </a:ext>
            </a:extLst>
          </p:cNvPr>
          <p:cNvSpPr txBox="1"/>
          <p:nvPr/>
        </p:nvSpPr>
        <p:spPr>
          <a:xfrm>
            <a:off x="7859980" y="2560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7" name="Text 75">
            <a:extLst>
              <a:ext uri="{FF2B5EF4-FFF2-40B4-BE49-F238E27FC236}">
                <a16:creationId xmlns:a16="http://schemas.microsoft.com/office/drawing/2014/main" id="{D1DDECC2-9642-2FE7-0C4B-F087CBE22B03}"/>
              </a:ext>
            </a:extLst>
          </p:cNvPr>
          <p:cNvSpPr txBox="1"/>
          <p:nvPr/>
        </p:nvSpPr>
        <p:spPr>
          <a:xfrm>
            <a:off x="8426908" y="2532888"/>
            <a:ext cx="200498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value</a:t>
            </a:r>
            <a:endParaRPr lang="en-US" sz="1800" dirty="0"/>
          </a:p>
        </p:txBody>
      </p:sp>
      <p:sp>
        <p:nvSpPr>
          <p:cNvPr id="169" name="Text 76">
            <a:extLst>
              <a:ext uri="{FF2B5EF4-FFF2-40B4-BE49-F238E27FC236}">
                <a16:creationId xmlns:a16="http://schemas.microsoft.com/office/drawing/2014/main" id="{09100E38-F042-3B1B-A4A5-6A9C8DA4EEC9}"/>
              </a:ext>
            </a:extLst>
          </p:cNvPr>
          <p:cNvSpPr txBox="1"/>
          <p:nvPr/>
        </p:nvSpPr>
        <p:spPr>
          <a:xfrm>
            <a:off x="8426908" y="2926080"/>
            <a:ext cx="3483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|+70| = |−70| = 70: both are strong edges.</a:t>
            </a:r>
            <a:endParaRPr lang="en-US" sz="1600" dirty="0"/>
          </a:p>
        </p:txBody>
      </p:sp>
      <p:sp>
        <p:nvSpPr>
          <p:cNvPr id="171" name="Shape 77">
            <a:extLst>
              <a:ext uri="{FF2B5EF4-FFF2-40B4-BE49-F238E27FC236}">
                <a16:creationId xmlns:a16="http://schemas.microsoft.com/office/drawing/2014/main" id="{21D2114A-42E6-6018-A753-FA65A88E477E}"/>
              </a:ext>
            </a:extLst>
          </p:cNvPr>
          <p:cNvSpPr/>
          <p:nvPr/>
        </p:nvSpPr>
        <p:spPr>
          <a:xfrm>
            <a:off x="7859980" y="3931920"/>
            <a:ext cx="420624" cy="420624"/>
          </a:xfrm>
          <a:prstGeom prst="ellipse">
            <a:avLst/>
          </a:prstGeom>
          <a:solidFill>
            <a:srgbClr val="E08E0B"/>
          </a:solidFill>
          <a:ln w="12700">
            <a:solidFill>
              <a:srgbClr val="E08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Text 78">
            <a:extLst>
              <a:ext uri="{FF2B5EF4-FFF2-40B4-BE49-F238E27FC236}">
                <a16:creationId xmlns:a16="http://schemas.microsoft.com/office/drawing/2014/main" id="{CC4C348B-450F-CEDA-FFA1-E57A07CD6578}"/>
              </a:ext>
            </a:extLst>
          </p:cNvPr>
          <p:cNvSpPr txBox="1"/>
          <p:nvPr/>
        </p:nvSpPr>
        <p:spPr>
          <a:xfrm>
            <a:off x="7859980" y="3931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5" name="Text 79">
            <a:extLst>
              <a:ext uri="{FF2B5EF4-FFF2-40B4-BE49-F238E27FC236}">
                <a16:creationId xmlns:a16="http://schemas.microsoft.com/office/drawing/2014/main" id="{D0E64F23-845F-739B-D553-D1FEC8D68C7E}"/>
              </a:ext>
            </a:extLst>
          </p:cNvPr>
          <p:cNvSpPr txBox="1"/>
          <p:nvPr/>
        </p:nvSpPr>
        <p:spPr>
          <a:xfrm>
            <a:off x="8426908" y="3904488"/>
            <a:ext cx="200498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(T = 30)</a:t>
            </a:r>
            <a:endParaRPr lang="en-US" sz="1800" dirty="0"/>
          </a:p>
        </p:txBody>
      </p:sp>
      <p:sp>
        <p:nvSpPr>
          <p:cNvPr id="177" name="Text 80">
            <a:extLst>
              <a:ext uri="{FF2B5EF4-FFF2-40B4-BE49-F238E27FC236}">
                <a16:creationId xmlns:a16="http://schemas.microsoft.com/office/drawing/2014/main" id="{5111140A-EA01-498F-C90E-10BBA357CFCE}"/>
              </a:ext>
            </a:extLst>
          </p:cNvPr>
          <p:cNvSpPr txBox="1"/>
          <p:nvPr/>
        </p:nvSpPr>
        <p:spPr>
          <a:xfrm>
            <a:off x="8426908" y="4297680"/>
            <a:ext cx="34838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&gt; 30 → edges between x = 2|3 and x = 5|6.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 tells dark → bright (+) or bright → dark (−).</a:t>
            </a:r>
            <a:endParaRPr lang="en-US" sz="1600" dirty="0"/>
          </a:p>
        </p:txBody>
      </p:sp>
      <p:sp>
        <p:nvSpPr>
          <p:cNvPr id="179" name="Shape 81">
            <a:extLst>
              <a:ext uri="{FF2B5EF4-FFF2-40B4-BE49-F238E27FC236}">
                <a16:creationId xmlns:a16="http://schemas.microsoft.com/office/drawing/2014/main" id="{1AC26AC6-DC2B-9D15-6852-69892FE68CB8}"/>
              </a:ext>
            </a:extLst>
          </p:cNvPr>
          <p:cNvSpPr/>
          <p:nvPr/>
        </p:nvSpPr>
        <p:spPr>
          <a:xfrm>
            <a:off x="548640" y="5596128"/>
            <a:ext cx="11091672" cy="566928"/>
          </a:xfrm>
          <a:prstGeom prst="rect">
            <a:avLst/>
          </a:prstGeom>
          <a:solidFill>
            <a:srgbClr val="FCF1DF"/>
          </a:solidFill>
          <a:ln w="12700">
            <a:solidFill>
              <a:srgbClr val="FCF1DF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 |difference| = an edge. All other differences are 0, so flat areas give no edges.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5421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7E0A2-0162-FC09-5F17-6FA5DAABA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4184BDE-D6D1-8CA1-CAF4-27CA43D1C150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BC20FB11-58F4-49E9-96E2-91CA0220C1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87E47D4-4E06-CA14-9BF5-307A71CB5832}"/>
              </a:ext>
            </a:extLst>
          </p:cNvPr>
          <p:cNvCxnSpPr>
            <a:cxnSpLocks/>
          </p:cNvCxnSpPr>
          <p:nvPr/>
        </p:nvCxnSpPr>
        <p:spPr>
          <a:xfrm>
            <a:off x="435005" y="923068"/>
            <a:ext cx="11363295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F10644E-6970-562D-9047-0BA54CFCF249}"/>
              </a:ext>
            </a:extLst>
          </p:cNvPr>
          <p:cNvSpPr txBox="1"/>
          <p:nvPr/>
        </p:nvSpPr>
        <p:spPr>
          <a:xfrm>
            <a:off x="550276" y="364476"/>
            <a:ext cx="5178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From 1-D to 2-D: the gradient</a:t>
            </a:r>
          </a:p>
        </p:txBody>
      </p:sp>
      <p:pic>
        <p:nvPicPr>
          <p:cNvPr id="56" name="Picture 55" descr="Logo&#10;&#10;Description automatically generated">
            <a:extLst>
              <a:ext uri="{FF2B5EF4-FFF2-40B4-BE49-F238E27FC236}">
                <a16:creationId xmlns:a16="http://schemas.microsoft.com/office/drawing/2014/main" id="{5453FCA0-E199-3AE2-BDC9-21977809C71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5" y="6487028"/>
            <a:ext cx="1747748" cy="3311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29C6D08-E35D-13F5-132F-0F76259A59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17328"/>
            <a:ext cx="578348" cy="578348"/>
          </a:xfrm>
          <a:prstGeom prst="rect">
            <a:avLst/>
          </a:prstGeom>
        </p:spPr>
      </p:pic>
      <p:sp>
        <p:nvSpPr>
          <p:cNvPr id="43" name="Parallelogram 41">
            <a:extLst>
              <a:ext uri="{FF2B5EF4-FFF2-40B4-BE49-F238E27FC236}">
                <a16:creationId xmlns:a16="http://schemas.microsoft.com/office/drawing/2014/main" id="{06B873F9-6C07-4784-3412-E3644BDE9895}"/>
              </a:ext>
            </a:extLst>
          </p:cNvPr>
          <p:cNvSpPr/>
          <p:nvPr/>
        </p:nvSpPr>
        <p:spPr>
          <a:xfrm>
            <a:off x="11427012" y="6490706"/>
            <a:ext cx="764988" cy="3709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12/34</a:t>
            </a:r>
          </a:p>
        </p:txBody>
      </p:sp>
      <p:pic>
        <p:nvPicPr>
          <p:cNvPr id="4" name="Image 4" descr="eq/gI.png">
            <a:extLst>
              <a:ext uri="{FF2B5EF4-FFF2-40B4-BE49-F238E27FC236}">
                <a16:creationId xmlns:a16="http://schemas.microsoft.com/office/drawing/2014/main" id="{3BD2C2A9-D70C-5EF7-5369-DD5AF284DB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097280"/>
            <a:ext cx="1562527" cy="538399"/>
          </a:xfrm>
          <a:prstGeom prst="rect">
            <a:avLst/>
          </a:prstGeom>
        </p:spPr>
      </p:pic>
      <p:sp>
        <p:nvSpPr>
          <p:cNvPr id="10" name="Text 4">
            <a:extLst>
              <a:ext uri="{FF2B5EF4-FFF2-40B4-BE49-F238E27FC236}">
                <a16:creationId xmlns:a16="http://schemas.microsoft.com/office/drawing/2014/main" id="{F5EE58BF-A794-0614-9CD5-A29134044ABC}"/>
              </a:ext>
            </a:extLst>
          </p:cNvPr>
          <p:cNvSpPr txBox="1"/>
          <p:nvPr/>
        </p:nvSpPr>
        <p:spPr>
          <a:xfrm>
            <a:off x="4181221" y="1183757"/>
            <a:ext cx="3963670" cy="309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x: left → right (columns)    y: top → bottom (rows)</a:t>
            </a:r>
            <a:endParaRPr lang="en-US" sz="1500" dirty="0"/>
          </a:p>
        </p:txBody>
      </p:sp>
      <p:pic>
        <p:nvPicPr>
          <p:cNvPr id="13" name="Image 5" descr="fig3/g_v.png">
            <a:extLst>
              <a:ext uri="{FF2B5EF4-FFF2-40B4-BE49-F238E27FC236}">
                <a16:creationId xmlns:a16="http://schemas.microsoft.com/office/drawing/2014/main" id="{F319202D-09DB-9DB2-3967-E418D691E2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7112" y="2011680"/>
            <a:ext cx="2057400" cy="2057400"/>
          </a:xfrm>
          <a:prstGeom prst="rect">
            <a:avLst/>
          </a:prstGeom>
        </p:spPr>
      </p:pic>
      <p:sp>
        <p:nvSpPr>
          <p:cNvPr id="16" name="Shape 5">
            <a:extLst>
              <a:ext uri="{FF2B5EF4-FFF2-40B4-BE49-F238E27FC236}">
                <a16:creationId xmlns:a16="http://schemas.microsoft.com/office/drawing/2014/main" id="{24EEDD8D-8387-41DE-A95D-3F31461B4F03}"/>
              </a:ext>
            </a:extLst>
          </p:cNvPr>
          <p:cNvSpPr/>
          <p:nvPr/>
        </p:nvSpPr>
        <p:spPr>
          <a:xfrm>
            <a:off x="1585722" y="3040380"/>
            <a:ext cx="1440180" cy="914"/>
          </a:xfrm>
          <a:prstGeom prst="line">
            <a:avLst/>
          </a:prstGeom>
          <a:noFill/>
          <a:ln w="50800">
            <a:solidFill>
              <a:srgbClr val="E08E0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8F7D8309-AA3E-91E3-39CF-525DC2508FEC}"/>
              </a:ext>
            </a:extLst>
          </p:cNvPr>
          <p:cNvSpPr txBox="1"/>
          <p:nvPr/>
        </p:nvSpPr>
        <p:spPr>
          <a:xfrm>
            <a:off x="548640" y="4160520"/>
            <a:ext cx="3514344" cy="227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left → right only</a:t>
            </a:r>
            <a:endParaRPr lang="en-US" sz="1500" dirty="0"/>
          </a:p>
        </p:txBody>
      </p:sp>
      <p:pic>
        <p:nvPicPr>
          <p:cNvPr id="22" name="Image 6" descr="eq/gH.png">
            <a:extLst>
              <a:ext uri="{FF2B5EF4-FFF2-40B4-BE49-F238E27FC236}">
                <a16:creationId xmlns:a16="http://schemas.microsoft.com/office/drawing/2014/main" id="{0828E847-3179-8338-F122-6E8DBF0B86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63829" y="4526280"/>
            <a:ext cx="1083966" cy="376440"/>
          </a:xfrm>
          <a:prstGeom prst="rect">
            <a:avLst/>
          </a:prstGeom>
        </p:spPr>
      </p:pic>
      <p:sp>
        <p:nvSpPr>
          <p:cNvPr id="25" name="Text 7">
            <a:extLst>
              <a:ext uri="{FF2B5EF4-FFF2-40B4-BE49-F238E27FC236}">
                <a16:creationId xmlns:a16="http://schemas.microsoft.com/office/drawing/2014/main" id="{F8FE8BA3-38CF-71D3-CD08-23FCA6364581}"/>
              </a:ext>
            </a:extLst>
          </p:cNvPr>
          <p:cNvSpPr txBox="1"/>
          <p:nvPr/>
        </p:nvSpPr>
        <p:spPr>
          <a:xfrm>
            <a:off x="548640" y="5074920"/>
            <a:ext cx="3514344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gradient horizontal → the edge is vertical</a:t>
            </a:r>
            <a:endParaRPr lang="en-US" sz="1400" dirty="0"/>
          </a:p>
        </p:txBody>
      </p:sp>
      <p:pic>
        <p:nvPicPr>
          <p:cNvPr id="27" name="Image 7" descr="fig3/g_h.png">
            <a:extLst>
              <a:ext uri="{FF2B5EF4-FFF2-40B4-BE49-F238E27FC236}">
                <a16:creationId xmlns:a16="http://schemas.microsoft.com/office/drawing/2014/main" id="{7BB3139D-513D-FD3C-36C1-1C628130C26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65776" y="2011680"/>
            <a:ext cx="2057400" cy="2057400"/>
          </a:xfrm>
          <a:prstGeom prst="rect">
            <a:avLst/>
          </a:prstGeom>
        </p:spPr>
      </p:pic>
      <p:sp>
        <p:nvSpPr>
          <p:cNvPr id="30" name="Shape 8">
            <a:extLst>
              <a:ext uri="{FF2B5EF4-FFF2-40B4-BE49-F238E27FC236}">
                <a16:creationId xmlns:a16="http://schemas.microsoft.com/office/drawing/2014/main" id="{93541A2C-7A8F-976A-A785-769D789493E5}"/>
              </a:ext>
            </a:extLst>
          </p:cNvPr>
          <p:cNvSpPr/>
          <p:nvPr/>
        </p:nvSpPr>
        <p:spPr>
          <a:xfrm>
            <a:off x="6094476" y="2320290"/>
            <a:ext cx="914" cy="1440180"/>
          </a:xfrm>
          <a:prstGeom prst="line">
            <a:avLst/>
          </a:prstGeom>
          <a:noFill/>
          <a:ln w="50800">
            <a:solidFill>
              <a:srgbClr val="E08E0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51402C03-2806-F304-A133-38ED2360ED3F}"/>
              </a:ext>
            </a:extLst>
          </p:cNvPr>
          <p:cNvSpPr txBox="1"/>
          <p:nvPr/>
        </p:nvSpPr>
        <p:spPr>
          <a:xfrm>
            <a:off x="4337304" y="4160520"/>
            <a:ext cx="3514344" cy="227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top → bottom only</a:t>
            </a:r>
            <a:endParaRPr lang="en-US" sz="1500" dirty="0"/>
          </a:p>
        </p:txBody>
      </p:sp>
      <p:pic>
        <p:nvPicPr>
          <p:cNvPr id="36" name="Image 8" descr="eq/gV.png">
            <a:extLst>
              <a:ext uri="{FF2B5EF4-FFF2-40B4-BE49-F238E27FC236}">
                <a16:creationId xmlns:a16="http://schemas.microsoft.com/office/drawing/2014/main" id="{29F090E7-824C-B4A4-F631-C4917865C67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52493" y="4526280"/>
            <a:ext cx="1083966" cy="417259"/>
          </a:xfrm>
          <a:prstGeom prst="rect">
            <a:avLst/>
          </a:prstGeom>
        </p:spPr>
      </p:pic>
      <p:sp>
        <p:nvSpPr>
          <p:cNvPr id="38" name="Text 10">
            <a:extLst>
              <a:ext uri="{FF2B5EF4-FFF2-40B4-BE49-F238E27FC236}">
                <a16:creationId xmlns:a16="http://schemas.microsoft.com/office/drawing/2014/main" id="{01D39618-A459-0AD5-41F5-D6F9EB96ED04}"/>
              </a:ext>
            </a:extLst>
          </p:cNvPr>
          <p:cNvSpPr txBox="1"/>
          <p:nvPr/>
        </p:nvSpPr>
        <p:spPr>
          <a:xfrm>
            <a:off x="4337304" y="5074920"/>
            <a:ext cx="3514344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gradient vertical → the edge is horizontal</a:t>
            </a:r>
            <a:endParaRPr lang="en-US" sz="1400" dirty="0"/>
          </a:p>
        </p:txBody>
      </p:sp>
      <p:pic>
        <p:nvPicPr>
          <p:cNvPr id="40" name="Image 9" descr="fig3/g_d.png">
            <a:extLst>
              <a:ext uri="{FF2B5EF4-FFF2-40B4-BE49-F238E27FC236}">
                <a16:creationId xmlns:a16="http://schemas.microsoft.com/office/drawing/2014/main" id="{F113634E-5D12-92D8-80F9-26411E50066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4440" y="2011680"/>
            <a:ext cx="2057400" cy="2057400"/>
          </a:xfrm>
          <a:prstGeom prst="rect">
            <a:avLst/>
          </a:prstGeom>
        </p:spPr>
      </p:pic>
      <p:sp>
        <p:nvSpPr>
          <p:cNvPr id="42" name="Shape 11">
            <a:extLst>
              <a:ext uri="{FF2B5EF4-FFF2-40B4-BE49-F238E27FC236}">
                <a16:creationId xmlns:a16="http://schemas.microsoft.com/office/drawing/2014/main" id="{5CA4CF85-ACF2-73D1-04B7-3811E24FB241}"/>
              </a:ext>
            </a:extLst>
          </p:cNvPr>
          <p:cNvSpPr/>
          <p:nvPr/>
        </p:nvSpPr>
        <p:spPr>
          <a:xfrm>
            <a:off x="9265920" y="2423160"/>
            <a:ext cx="1234440" cy="1234440"/>
          </a:xfrm>
          <a:prstGeom prst="line">
            <a:avLst/>
          </a:prstGeom>
          <a:noFill/>
          <a:ln w="50800">
            <a:solidFill>
              <a:srgbClr val="E08E0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12">
            <a:extLst>
              <a:ext uri="{FF2B5EF4-FFF2-40B4-BE49-F238E27FC236}">
                <a16:creationId xmlns:a16="http://schemas.microsoft.com/office/drawing/2014/main" id="{9CD483AC-1E03-8741-2C97-FFC9A452475E}"/>
              </a:ext>
            </a:extLst>
          </p:cNvPr>
          <p:cNvSpPr txBox="1"/>
          <p:nvPr/>
        </p:nvSpPr>
        <p:spPr>
          <a:xfrm>
            <a:off x="8125968" y="4160520"/>
            <a:ext cx="3514344" cy="227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in both directions</a:t>
            </a:r>
            <a:endParaRPr lang="en-US" sz="1500" dirty="0"/>
          </a:p>
        </p:txBody>
      </p:sp>
      <p:pic>
        <p:nvPicPr>
          <p:cNvPr id="49" name="Image 10" descr="eq/gI.png">
            <a:extLst>
              <a:ext uri="{FF2B5EF4-FFF2-40B4-BE49-F238E27FC236}">
                <a16:creationId xmlns:a16="http://schemas.microsoft.com/office/drawing/2014/main" id="{05234A5B-CC7B-FE8C-8DAE-24137133A3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7661" y="4526280"/>
            <a:ext cx="1210958" cy="417259"/>
          </a:xfrm>
          <a:prstGeom prst="rect">
            <a:avLst/>
          </a:prstGeom>
        </p:spPr>
      </p:pic>
      <p:sp>
        <p:nvSpPr>
          <p:cNvPr id="51" name="Text 13">
            <a:extLst>
              <a:ext uri="{FF2B5EF4-FFF2-40B4-BE49-F238E27FC236}">
                <a16:creationId xmlns:a16="http://schemas.microsoft.com/office/drawing/2014/main" id="{6A8979ED-410A-AE02-CC67-B52FFD6EF08C}"/>
              </a:ext>
            </a:extLst>
          </p:cNvPr>
          <p:cNvSpPr txBox="1"/>
          <p:nvPr/>
        </p:nvSpPr>
        <p:spPr>
          <a:xfrm>
            <a:off x="8125968" y="5074920"/>
            <a:ext cx="3514344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gradient diagonal → the edge is diagonal</a:t>
            </a:r>
            <a:endParaRPr lang="en-US" sz="1400" dirty="0"/>
          </a:p>
        </p:txBody>
      </p:sp>
      <p:sp>
        <p:nvSpPr>
          <p:cNvPr id="53" name="Shape 14">
            <a:extLst>
              <a:ext uri="{FF2B5EF4-FFF2-40B4-BE49-F238E27FC236}">
                <a16:creationId xmlns:a16="http://schemas.microsoft.com/office/drawing/2014/main" id="{E12D110C-5C87-5E9D-4C9C-4F37FDA117B7}"/>
              </a:ext>
            </a:extLst>
          </p:cNvPr>
          <p:cNvSpPr/>
          <p:nvPr/>
        </p:nvSpPr>
        <p:spPr>
          <a:xfrm>
            <a:off x="548640" y="5596128"/>
            <a:ext cx="11091672" cy="566928"/>
          </a:xfrm>
          <a:prstGeom prst="rect">
            <a:avLst/>
          </a:prstGeom>
          <a:solidFill>
            <a:srgbClr val="E3EFF9"/>
          </a:solidFill>
          <a:ln w="12700">
            <a:solidFill>
              <a:srgbClr val="E3EFF9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gradient points where brightness increases fastest (orange arrows).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8082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C3BDD-3471-99EE-F1E7-C770E4080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1EC5983-81A6-4E7A-DD62-E4D30934FA37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08D383FA-FE50-86A3-31DA-E2B366EA1E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1196A4E-BE96-1760-9B8D-B7CA060CF19D}"/>
              </a:ext>
            </a:extLst>
          </p:cNvPr>
          <p:cNvCxnSpPr>
            <a:cxnSpLocks/>
          </p:cNvCxnSpPr>
          <p:nvPr/>
        </p:nvCxnSpPr>
        <p:spPr>
          <a:xfrm>
            <a:off x="435005" y="923068"/>
            <a:ext cx="11342725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8EF5B64-0934-7E5E-09C8-E51CAA3C8EC1}"/>
              </a:ext>
            </a:extLst>
          </p:cNvPr>
          <p:cNvSpPr txBox="1"/>
          <p:nvPr/>
        </p:nvSpPr>
        <p:spPr>
          <a:xfrm>
            <a:off x="550276" y="306502"/>
            <a:ext cx="72230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gradient: edge strength and direction</a:t>
            </a:r>
            <a:endParaRPr lang="en-US" sz="3200" dirty="0"/>
          </a:p>
        </p:txBody>
      </p:sp>
      <p:pic>
        <p:nvPicPr>
          <p:cNvPr id="56" name="Picture 55" descr="Logo&#10;&#10;Description automatically generated">
            <a:extLst>
              <a:ext uri="{FF2B5EF4-FFF2-40B4-BE49-F238E27FC236}">
                <a16:creationId xmlns:a16="http://schemas.microsoft.com/office/drawing/2014/main" id="{BC6E4A24-46DE-7913-95E8-CB1349423A0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5" y="6487028"/>
            <a:ext cx="1747748" cy="3311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339BB9B-DCA2-D0B2-33DB-BE532417BA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17328"/>
            <a:ext cx="578348" cy="578348"/>
          </a:xfrm>
          <a:prstGeom prst="rect">
            <a:avLst/>
          </a:prstGeom>
        </p:spPr>
      </p:pic>
      <p:sp>
        <p:nvSpPr>
          <p:cNvPr id="94" name="Parallelogram 41">
            <a:extLst>
              <a:ext uri="{FF2B5EF4-FFF2-40B4-BE49-F238E27FC236}">
                <a16:creationId xmlns:a16="http://schemas.microsoft.com/office/drawing/2014/main" id="{AC71A659-06E4-566E-ECA8-499F5A5C0252}"/>
              </a:ext>
            </a:extLst>
          </p:cNvPr>
          <p:cNvSpPr/>
          <p:nvPr/>
        </p:nvSpPr>
        <p:spPr>
          <a:xfrm>
            <a:off x="11427012" y="6490706"/>
            <a:ext cx="764988" cy="3709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13/34</a:t>
            </a:r>
          </a:p>
        </p:txBody>
      </p:sp>
      <p:pic>
        <p:nvPicPr>
          <p:cNvPr id="4" name="Image 4" descr="eq/grad2.png">
            <a:extLst>
              <a:ext uri="{FF2B5EF4-FFF2-40B4-BE49-F238E27FC236}">
                <a16:creationId xmlns:a16="http://schemas.microsoft.com/office/drawing/2014/main" id="{98451484-894F-438B-96BC-D2978B1F5E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234440"/>
            <a:ext cx="3172419" cy="698419"/>
          </a:xfrm>
          <a:prstGeom prst="rect">
            <a:avLst/>
          </a:prstGeom>
        </p:spPr>
      </p:pic>
      <p:sp>
        <p:nvSpPr>
          <p:cNvPr id="10" name="Text 4">
            <a:extLst>
              <a:ext uri="{FF2B5EF4-FFF2-40B4-BE49-F238E27FC236}">
                <a16:creationId xmlns:a16="http://schemas.microsoft.com/office/drawing/2014/main" id="{DFB7567F-78A6-0C4C-1F47-DF58D14B237C}"/>
              </a:ext>
            </a:extLst>
          </p:cNvPr>
          <p:cNvSpPr txBox="1"/>
          <p:nvPr/>
        </p:nvSpPr>
        <p:spPr>
          <a:xfrm>
            <a:off x="548640" y="2103120"/>
            <a:ext cx="364987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gradient: the two derivatives together</a:t>
            </a:r>
            <a:endParaRPr lang="en-US" sz="160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B2E713FF-073F-B588-0108-2911A623F657}"/>
              </a:ext>
            </a:extLst>
          </p:cNvPr>
          <p:cNvSpPr txBox="1"/>
          <p:nvPr/>
        </p:nvSpPr>
        <p:spPr>
          <a:xfrm>
            <a:off x="548640" y="3520440"/>
            <a:ext cx="34244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 M: how strong the edge is</a:t>
            </a:r>
            <a:endParaRPr lang="en-US" sz="1600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9C9E0F01-7957-8DCF-3164-632404BFEE51}"/>
              </a:ext>
            </a:extLst>
          </p:cNvPr>
          <p:cNvSpPr txBox="1"/>
          <p:nvPr/>
        </p:nvSpPr>
        <p:spPr>
          <a:xfrm>
            <a:off x="548640" y="4937760"/>
            <a:ext cx="348244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8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θ: which way it gets brighter</a:t>
            </a:r>
            <a:endParaRPr lang="en-US" sz="1600" dirty="0"/>
          </a:p>
        </p:txBody>
      </p:sp>
      <p:pic>
        <p:nvPicPr>
          <p:cNvPr id="21" name="Image 7" descr="fig2/square_arrows.png">
            <a:extLst>
              <a:ext uri="{FF2B5EF4-FFF2-40B4-BE49-F238E27FC236}">
                <a16:creationId xmlns:a16="http://schemas.microsoft.com/office/drawing/2014/main" id="{6EEA9758-321E-33C8-C636-00C5EB0D20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0" y="1014509"/>
            <a:ext cx="4050792" cy="4050792"/>
          </a:xfrm>
          <a:prstGeom prst="rect">
            <a:avLst/>
          </a:prstGeom>
        </p:spPr>
      </p:pic>
      <p:sp>
        <p:nvSpPr>
          <p:cNvPr id="24" name="Shape 7">
            <a:extLst>
              <a:ext uri="{FF2B5EF4-FFF2-40B4-BE49-F238E27FC236}">
                <a16:creationId xmlns:a16="http://schemas.microsoft.com/office/drawing/2014/main" id="{DD10163A-D770-971F-3256-ED6354548050}"/>
              </a:ext>
            </a:extLst>
          </p:cNvPr>
          <p:cNvSpPr/>
          <p:nvPr/>
        </p:nvSpPr>
        <p:spPr>
          <a:xfrm>
            <a:off x="548640" y="5596128"/>
            <a:ext cx="11091672" cy="566928"/>
          </a:xfrm>
          <a:prstGeom prst="rect">
            <a:avLst/>
          </a:prstGeom>
          <a:solidFill>
            <a:srgbClr val="FCF1DF"/>
          </a:solidFill>
          <a:ln w="12700">
            <a:solidFill>
              <a:srgbClr val="FCF1DF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arrow is a gradient: its length is the edge strength, and it points from dark to bright, across the edge.</a:t>
            </a:r>
            <a:endParaRPr lang="en-US" dirty="0"/>
          </a:p>
        </p:txBody>
      </p:sp>
      <p:sp>
        <p:nvSpPr>
          <p:cNvPr id="5" name="Text 14">
            <a:extLst>
              <a:ext uri="{FF2B5EF4-FFF2-40B4-BE49-F238E27FC236}">
                <a16:creationId xmlns:a16="http://schemas.microsoft.com/office/drawing/2014/main" id="{0AC376C9-EF3D-A250-2734-E597269255A9}"/>
              </a:ext>
            </a:extLst>
          </p:cNvPr>
          <p:cNvSpPr txBox="1"/>
          <p:nvPr/>
        </p:nvSpPr>
        <p:spPr>
          <a:xfrm>
            <a:off x="7637172" y="5060006"/>
            <a:ext cx="3940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arrow is a gradient: it points from dark to bright, across the edge</a:t>
            </a:r>
            <a:endParaRPr lang="en-US" sz="1400" dirty="0"/>
          </a:p>
        </p:txBody>
      </p:sp>
      <p:pic>
        <p:nvPicPr>
          <p:cNvPr id="7" name="Image 4" descr="eq/S.png">
            <a:extLst>
              <a:ext uri="{FF2B5EF4-FFF2-40B4-BE49-F238E27FC236}">
                <a16:creationId xmlns:a16="http://schemas.microsoft.com/office/drawing/2014/main" id="{5AFC4B6D-DD15-0C33-0651-F71EE94991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6852" y="2651760"/>
            <a:ext cx="3432292" cy="662208"/>
          </a:xfrm>
          <a:prstGeom prst="rect">
            <a:avLst/>
          </a:prstGeom>
        </p:spPr>
      </p:pic>
      <p:pic>
        <p:nvPicPr>
          <p:cNvPr id="11" name="Image 5" descr="eq/th.png">
            <a:extLst>
              <a:ext uri="{FF2B5EF4-FFF2-40B4-BE49-F238E27FC236}">
                <a16:creationId xmlns:a16="http://schemas.microsoft.com/office/drawing/2014/main" id="{10FDAE68-3222-64E3-0188-65225C9EDB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8122" y="4078014"/>
            <a:ext cx="2098548" cy="680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9584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D0F39-A75E-9534-5673-AED439645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348D093-B69D-8BE8-A1EF-24A802DBA6B6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20337833-6097-E744-0422-6A5234CDD7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30C41BD-C285-CFD4-1F4E-128C2421E717}"/>
              </a:ext>
            </a:extLst>
          </p:cNvPr>
          <p:cNvCxnSpPr>
            <a:cxnSpLocks/>
          </p:cNvCxnSpPr>
          <p:nvPr/>
        </p:nvCxnSpPr>
        <p:spPr>
          <a:xfrm>
            <a:off x="435005" y="923068"/>
            <a:ext cx="11342725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7D52578-8F70-4E34-D142-F45D06655733}"/>
                  </a:ext>
                </a:extLst>
              </p:cNvPr>
              <p:cNvSpPr txBox="1"/>
              <p:nvPr/>
            </p:nvSpPr>
            <p:spPr>
              <a:xfrm>
                <a:off x="548640" y="293216"/>
                <a:ext cx="5242782" cy="6298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sz="3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US" sz="3200" b="1" dirty="0">
                    <a:solidFill>
                      <a:srgbClr val="0070C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sz="3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</m:oMath>
                </a14:m>
                <a:r>
                  <a:rPr lang="en-US" sz="3200" b="1" dirty="0">
                    <a:solidFill>
                      <a:srgbClr val="0070C0"/>
                    </a:solidFill>
                  </a:rPr>
                  <a:t> on a simple square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7D52578-8F70-4E34-D142-F45D066557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293216"/>
                <a:ext cx="5242782" cy="629852"/>
              </a:xfrm>
              <a:prstGeom prst="rect">
                <a:avLst/>
              </a:prstGeom>
              <a:blipFill>
                <a:blip r:embed="rId3"/>
                <a:stretch>
                  <a:fillRect t="-11650" r="-2209" b="-252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6" name="Picture 55" descr="Logo&#10;&#10;Description automatically generated">
            <a:extLst>
              <a:ext uri="{FF2B5EF4-FFF2-40B4-BE49-F238E27FC236}">
                <a16:creationId xmlns:a16="http://schemas.microsoft.com/office/drawing/2014/main" id="{8B27D24E-5E1D-CB0D-20D2-1992C1ECADC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5" y="6487028"/>
            <a:ext cx="1747748" cy="3311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209B21D-7753-7DF7-0208-A322146473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17328"/>
            <a:ext cx="578348" cy="578348"/>
          </a:xfrm>
          <a:prstGeom prst="rect">
            <a:avLst/>
          </a:prstGeom>
        </p:spPr>
      </p:pic>
      <p:sp>
        <p:nvSpPr>
          <p:cNvPr id="94" name="Parallelogram 41">
            <a:extLst>
              <a:ext uri="{FF2B5EF4-FFF2-40B4-BE49-F238E27FC236}">
                <a16:creationId xmlns:a16="http://schemas.microsoft.com/office/drawing/2014/main" id="{ACEE153B-FD37-DACE-DA81-57E3F5150195}"/>
              </a:ext>
            </a:extLst>
          </p:cNvPr>
          <p:cNvSpPr/>
          <p:nvPr/>
        </p:nvSpPr>
        <p:spPr>
          <a:xfrm>
            <a:off x="11427012" y="6490706"/>
            <a:ext cx="764988" cy="3709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14/34</a:t>
            </a: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0912E264-5A64-9C52-A216-362908F29806}"/>
              </a:ext>
            </a:extLst>
          </p:cNvPr>
          <p:cNvSpPr txBox="1"/>
          <p:nvPr/>
        </p:nvSpPr>
        <p:spPr>
          <a:xfrm>
            <a:off x="739887" y="5047932"/>
            <a:ext cx="10709178" cy="469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Gx 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change left → right, so it sees the vertical sides.   </a:t>
            </a:r>
            <a:r>
              <a:rPr lang="en-US" sz="1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 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change top → bottom, so it sees the horizontal sides.</a:t>
            </a:r>
            <a:endParaRPr lang="en-US" sz="1600" dirty="0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832C7F0C-AC8B-069E-F036-71F4B220EFBE}"/>
              </a:ext>
            </a:extLst>
          </p:cNvPr>
          <p:cNvSpPr/>
          <p:nvPr/>
        </p:nvSpPr>
        <p:spPr>
          <a:xfrm>
            <a:off x="548640" y="5596128"/>
            <a:ext cx="11091672" cy="566928"/>
          </a:xfrm>
          <a:prstGeom prst="rect">
            <a:avLst/>
          </a:prstGeom>
          <a:solidFill>
            <a:srgbClr val="E3EFF9"/>
          </a:solidFill>
          <a:ln w="12700">
            <a:solidFill>
              <a:srgbClr val="E3EFF9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dirty="0">
                <a:solidFill>
                  <a:srgbClr val="1F2937"/>
                </a:solidFill>
                <a:latin typeface="Calibri" pitchFamily="34" charset="0"/>
                <a:cs typeface="Calibri" pitchFamily="34" charset="-120"/>
              </a:rPr>
              <a:t>An</a:t>
            </a:r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image has two directions, so edge detectors compute two derivatives: Gx and Gy.</a:t>
            </a:r>
            <a:endParaRPr lang="en-US" dirty="0"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8E5C6036-27D4-71D5-36C0-8959B4975F91}"/>
              </a:ext>
            </a:extLst>
          </p:cNvPr>
          <p:cNvSpPr txBox="1"/>
          <p:nvPr/>
        </p:nvSpPr>
        <p:spPr>
          <a:xfrm>
            <a:off x="548640" y="1143000"/>
            <a:ext cx="2567178" cy="197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a bright square</a:t>
            </a:r>
            <a:endParaRPr lang="en-US" sz="1500" dirty="0"/>
          </a:p>
        </p:txBody>
      </p:sp>
      <p:pic>
        <p:nvPicPr>
          <p:cNvPr id="25" name="Image 4" descr="fig3/sq_in.png">
            <a:extLst>
              <a:ext uri="{FF2B5EF4-FFF2-40B4-BE49-F238E27FC236}">
                <a16:creationId xmlns:a16="http://schemas.microsoft.com/office/drawing/2014/main" id="{D8F4CDC6-6505-3C74-75C2-5D079D32EC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789" y="1527048"/>
            <a:ext cx="2468880" cy="2468880"/>
          </a:xfrm>
          <a:prstGeom prst="rect">
            <a:avLst/>
          </a:prstGeom>
        </p:spPr>
      </p:pic>
      <p:sp>
        <p:nvSpPr>
          <p:cNvPr id="27" name="Text 5">
            <a:extLst>
              <a:ext uri="{FF2B5EF4-FFF2-40B4-BE49-F238E27FC236}">
                <a16:creationId xmlns:a16="http://schemas.microsoft.com/office/drawing/2014/main" id="{E78F66C1-B0BF-CC73-C08A-39A7E2768679}"/>
              </a:ext>
            </a:extLst>
          </p:cNvPr>
          <p:cNvSpPr txBox="1"/>
          <p:nvPr/>
        </p:nvSpPr>
        <p:spPr>
          <a:xfrm>
            <a:off x="3390138" y="1143000"/>
            <a:ext cx="2567178" cy="197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Gx: left → right change</a:t>
            </a:r>
            <a:endParaRPr lang="en-US" sz="1500" dirty="0"/>
          </a:p>
        </p:txBody>
      </p:sp>
      <p:pic>
        <p:nvPicPr>
          <p:cNvPr id="31" name="Image 5" descr="fig3/sq_gx.png">
            <a:extLst>
              <a:ext uri="{FF2B5EF4-FFF2-40B4-BE49-F238E27FC236}">
                <a16:creationId xmlns:a16="http://schemas.microsoft.com/office/drawing/2014/main" id="{5CA0838F-61BB-6054-077F-73C84B855C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9287" y="1527048"/>
            <a:ext cx="2468880" cy="2468880"/>
          </a:xfrm>
          <a:prstGeom prst="rect">
            <a:avLst/>
          </a:prstGeom>
        </p:spPr>
      </p:pic>
      <p:sp>
        <p:nvSpPr>
          <p:cNvPr id="35" name="Text 6">
            <a:extLst>
              <a:ext uri="{FF2B5EF4-FFF2-40B4-BE49-F238E27FC236}">
                <a16:creationId xmlns:a16="http://schemas.microsoft.com/office/drawing/2014/main" id="{48BED494-EC23-1E0D-81EC-35AAD227223B}"/>
              </a:ext>
            </a:extLst>
          </p:cNvPr>
          <p:cNvSpPr txBox="1"/>
          <p:nvPr/>
        </p:nvSpPr>
        <p:spPr>
          <a:xfrm>
            <a:off x="3390138" y="4059936"/>
            <a:ext cx="2567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vertical sides</a:t>
            </a:r>
            <a:endParaRPr lang="en-US" sz="1500" dirty="0"/>
          </a:p>
        </p:txBody>
      </p:sp>
      <p:sp>
        <p:nvSpPr>
          <p:cNvPr id="39" name="Text 7">
            <a:extLst>
              <a:ext uri="{FF2B5EF4-FFF2-40B4-BE49-F238E27FC236}">
                <a16:creationId xmlns:a16="http://schemas.microsoft.com/office/drawing/2014/main" id="{A128E97A-118B-FB67-2DE6-F985C8E02049}"/>
              </a:ext>
            </a:extLst>
          </p:cNvPr>
          <p:cNvSpPr txBox="1"/>
          <p:nvPr/>
        </p:nvSpPr>
        <p:spPr>
          <a:xfrm>
            <a:off x="6231636" y="1143000"/>
            <a:ext cx="2567178" cy="197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Gy: top → bottom change</a:t>
            </a:r>
            <a:endParaRPr lang="en-US" sz="1500" dirty="0"/>
          </a:p>
        </p:txBody>
      </p:sp>
      <p:pic>
        <p:nvPicPr>
          <p:cNvPr id="43" name="Image 6" descr="fig3/sq_gy.png">
            <a:extLst>
              <a:ext uri="{FF2B5EF4-FFF2-40B4-BE49-F238E27FC236}">
                <a16:creationId xmlns:a16="http://schemas.microsoft.com/office/drawing/2014/main" id="{06507FCB-12BA-D276-99BB-93C19EF148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0785" y="1527048"/>
            <a:ext cx="2468880" cy="2468880"/>
          </a:xfrm>
          <a:prstGeom prst="rect">
            <a:avLst/>
          </a:prstGeom>
        </p:spPr>
      </p:pic>
      <p:sp>
        <p:nvSpPr>
          <p:cNvPr id="47" name="Text 8">
            <a:extLst>
              <a:ext uri="{FF2B5EF4-FFF2-40B4-BE49-F238E27FC236}">
                <a16:creationId xmlns:a16="http://schemas.microsoft.com/office/drawing/2014/main" id="{C93EB513-4265-6F55-39C1-9ADE4A02F545}"/>
              </a:ext>
            </a:extLst>
          </p:cNvPr>
          <p:cNvSpPr txBox="1"/>
          <p:nvPr/>
        </p:nvSpPr>
        <p:spPr>
          <a:xfrm>
            <a:off x="6231636" y="4059936"/>
            <a:ext cx="2567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horizontal sides</a:t>
            </a:r>
            <a:endParaRPr lang="en-US" sz="1500" dirty="0"/>
          </a:p>
        </p:txBody>
      </p:sp>
      <p:sp>
        <p:nvSpPr>
          <p:cNvPr id="51" name="Text 9">
            <a:extLst>
              <a:ext uri="{FF2B5EF4-FFF2-40B4-BE49-F238E27FC236}">
                <a16:creationId xmlns:a16="http://schemas.microsoft.com/office/drawing/2014/main" id="{725C5D30-DEEC-EFE9-91D1-23F22B508C28}"/>
              </a:ext>
            </a:extLst>
          </p:cNvPr>
          <p:cNvSpPr txBox="1"/>
          <p:nvPr/>
        </p:nvSpPr>
        <p:spPr>
          <a:xfrm>
            <a:off x="9073134" y="1143000"/>
            <a:ext cx="2567178" cy="197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S</a:t>
            </a:r>
            <a:endParaRPr lang="en-US" sz="1500" dirty="0"/>
          </a:p>
        </p:txBody>
      </p:sp>
      <p:pic>
        <p:nvPicPr>
          <p:cNvPr id="55" name="Image 7" descr="fig3/sq_mag.png">
            <a:extLst>
              <a:ext uri="{FF2B5EF4-FFF2-40B4-BE49-F238E27FC236}">
                <a16:creationId xmlns:a16="http://schemas.microsoft.com/office/drawing/2014/main" id="{F2BAC6AB-B2A9-6CDD-B6E5-E15F6503A60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22283" y="1527048"/>
            <a:ext cx="2468880" cy="2468880"/>
          </a:xfrm>
          <a:prstGeom prst="rect">
            <a:avLst/>
          </a:prstGeom>
        </p:spPr>
      </p:pic>
      <p:sp>
        <p:nvSpPr>
          <p:cNvPr id="60" name="Text 10">
            <a:extLst>
              <a:ext uri="{FF2B5EF4-FFF2-40B4-BE49-F238E27FC236}">
                <a16:creationId xmlns:a16="http://schemas.microsoft.com/office/drawing/2014/main" id="{015F2751-2755-DD68-18FF-A2DA31A7E19A}"/>
              </a:ext>
            </a:extLst>
          </p:cNvPr>
          <p:cNvSpPr txBox="1"/>
          <p:nvPr/>
        </p:nvSpPr>
        <p:spPr>
          <a:xfrm>
            <a:off x="9073134" y="4059936"/>
            <a:ext cx="2567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outline</a:t>
            </a:r>
            <a:endParaRPr lang="en-US" sz="1500" dirty="0"/>
          </a:p>
        </p:txBody>
      </p:sp>
      <p:sp>
        <p:nvSpPr>
          <p:cNvPr id="64" name="Text 11">
            <a:extLst>
              <a:ext uri="{FF2B5EF4-FFF2-40B4-BE49-F238E27FC236}">
                <a16:creationId xmlns:a16="http://schemas.microsoft.com/office/drawing/2014/main" id="{EC20DC21-28D4-1BD4-61DF-23373F7B552F}"/>
              </a:ext>
            </a:extLst>
          </p:cNvPr>
          <p:cNvSpPr txBox="1"/>
          <p:nvPr/>
        </p:nvSpPr>
        <p:spPr>
          <a:xfrm>
            <a:off x="3332687" y="4684621"/>
            <a:ext cx="554736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getting brighter (positive)      </a:t>
            </a:r>
            <a:r>
              <a:rPr lang="en-US" sz="1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getting darker (negative)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970035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09163-1B07-28F0-1D5D-E8246B6D5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1B42C64-F7AF-647D-5CB6-069453818039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FF552D8A-981F-1221-EC47-FA4C3F05F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7F3500A-9B31-E389-DBAF-C32FBF0E71BB}"/>
              </a:ext>
            </a:extLst>
          </p:cNvPr>
          <p:cNvCxnSpPr>
            <a:cxnSpLocks/>
          </p:cNvCxnSpPr>
          <p:nvPr/>
        </p:nvCxnSpPr>
        <p:spPr>
          <a:xfrm>
            <a:off x="424637" y="877991"/>
            <a:ext cx="11342725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039D487-3901-7D06-8B10-595EE281228A}"/>
              </a:ext>
            </a:extLst>
          </p:cNvPr>
          <p:cNvSpPr txBox="1"/>
          <p:nvPr/>
        </p:nvSpPr>
        <p:spPr>
          <a:xfrm>
            <a:off x="548640" y="293216"/>
            <a:ext cx="60079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gradient operators briefly</a:t>
            </a:r>
            <a:endParaRPr lang="en-US" sz="3200" dirty="0"/>
          </a:p>
        </p:txBody>
      </p:sp>
      <p:pic>
        <p:nvPicPr>
          <p:cNvPr id="56" name="Picture 55" descr="Logo&#10;&#10;Description automatically generated">
            <a:extLst>
              <a:ext uri="{FF2B5EF4-FFF2-40B4-BE49-F238E27FC236}">
                <a16:creationId xmlns:a16="http://schemas.microsoft.com/office/drawing/2014/main" id="{00579870-9FBE-6B00-2DE4-779E53AFA03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5" y="6487028"/>
            <a:ext cx="1747748" cy="3311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8B64D44-74E1-6B4B-AAE2-4CF3138DBE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17328"/>
            <a:ext cx="578348" cy="578348"/>
          </a:xfrm>
          <a:prstGeom prst="rect">
            <a:avLst/>
          </a:prstGeom>
        </p:spPr>
      </p:pic>
      <p:sp>
        <p:nvSpPr>
          <p:cNvPr id="94" name="Parallelogram 41">
            <a:extLst>
              <a:ext uri="{FF2B5EF4-FFF2-40B4-BE49-F238E27FC236}">
                <a16:creationId xmlns:a16="http://schemas.microsoft.com/office/drawing/2014/main" id="{E8CD9EE2-9DAA-41C8-D9AE-F2434E500073}"/>
              </a:ext>
            </a:extLst>
          </p:cNvPr>
          <p:cNvSpPr/>
          <p:nvPr/>
        </p:nvSpPr>
        <p:spPr>
          <a:xfrm>
            <a:off x="11427012" y="6490706"/>
            <a:ext cx="764988" cy="3709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15/34</a:t>
            </a: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0E40E235-8C3C-59AF-54FF-0B290332DF4D}"/>
              </a:ext>
            </a:extLst>
          </p:cNvPr>
          <p:cNvSpPr txBox="1"/>
          <p:nvPr/>
        </p:nvSpPr>
        <p:spPr>
          <a:xfrm>
            <a:off x="548640" y="20574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∂I/∂x  (Gx)</a:t>
            </a:r>
            <a:endParaRPr lang="en-US" sz="1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ABB21D8-7761-FBE1-611C-91BD39BA474E}"/>
              </a:ext>
            </a:extLst>
          </p:cNvPr>
          <p:cNvSpPr txBox="1"/>
          <p:nvPr/>
        </p:nvSpPr>
        <p:spPr>
          <a:xfrm>
            <a:off x="548640" y="37033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∂I/∂y  (Gy)</a:t>
            </a:r>
            <a:endParaRPr lang="en-US" sz="16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DDCA3053-53FD-1571-92E3-974AAA3535CD}"/>
              </a:ext>
            </a:extLst>
          </p:cNvPr>
          <p:cNvSpPr txBox="1"/>
          <p:nvPr/>
        </p:nvSpPr>
        <p:spPr>
          <a:xfrm>
            <a:off x="1783080" y="1143000"/>
            <a:ext cx="22928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Roberts (2 × 2)</a:t>
            </a:r>
            <a:endParaRPr lang="en-US" sz="1700" dirty="0"/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2629E58A-CBAD-5826-E32E-DB53EB437CF2}"/>
              </a:ext>
            </a:extLst>
          </p:cNvPr>
          <p:cNvSpPr/>
          <p:nvPr/>
        </p:nvSpPr>
        <p:spPr>
          <a:xfrm>
            <a:off x="2472309" y="187452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718FD500-2F7F-304A-A2BE-26E1BFB1A689}"/>
              </a:ext>
            </a:extLst>
          </p:cNvPr>
          <p:cNvSpPr txBox="1"/>
          <p:nvPr/>
        </p:nvSpPr>
        <p:spPr>
          <a:xfrm>
            <a:off x="2472309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18" name="Shape 9">
            <a:extLst>
              <a:ext uri="{FF2B5EF4-FFF2-40B4-BE49-F238E27FC236}">
                <a16:creationId xmlns:a16="http://schemas.microsoft.com/office/drawing/2014/main" id="{117A343B-41D5-B034-E68D-9DD000020087}"/>
              </a:ext>
            </a:extLst>
          </p:cNvPr>
          <p:cNvSpPr/>
          <p:nvPr/>
        </p:nvSpPr>
        <p:spPr>
          <a:xfrm>
            <a:off x="2929509" y="1874520"/>
            <a:ext cx="457200" cy="457200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EF358443-C8D0-9881-CEE7-94FD3413ABFF}"/>
              </a:ext>
            </a:extLst>
          </p:cNvPr>
          <p:cNvSpPr txBox="1"/>
          <p:nvPr/>
        </p:nvSpPr>
        <p:spPr>
          <a:xfrm>
            <a:off x="2929509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Shape 11">
            <a:extLst>
              <a:ext uri="{FF2B5EF4-FFF2-40B4-BE49-F238E27FC236}">
                <a16:creationId xmlns:a16="http://schemas.microsoft.com/office/drawing/2014/main" id="{077BF8C2-67E0-A8EF-FB5D-8CCB2826E6FD}"/>
              </a:ext>
            </a:extLst>
          </p:cNvPr>
          <p:cNvSpPr/>
          <p:nvPr/>
        </p:nvSpPr>
        <p:spPr>
          <a:xfrm>
            <a:off x="2472309" y="2331720"/>
            <a:ext cx="457200" cy="457200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1FBF3672-FBF9-C91E-111D-10D79EED6DA1}"/>
              </a:ext>
            </a:extLst>
          </p:cNvPr>
          <p:cNvSpPr txBox="1"/>
          <p:nvPr/>
        </p:nvSpPr>
        <p:spPr>
          <a:xfrm>
            <a:off x="2472309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400" dirty="0"/>
          </a:p>
        </p:txBody>
      </p:sp>
      <p:sp>
        <p:nvSpPr>
          <p:cNvPr id="32" name="Shape 13">
            <a:extLst>
              <a:ext uri="{FF2B5EF4-FFF2-40B4-BE49-F238E27FC236}">
                <a16:creationId xmlns:a16="http://schemas.microsoft.com/office/drawing/2014/main" id="{DD5B90E2-48EE-C8A7-DB79-780E9FAE46AE}"/>
              </a:ext>
            </a:extLst>
          </p:cNvPr>
          <p:cNvSpPr/>
          <p:nvPr/>
        </p:nvSpPr>
        <p:spPr>
          <a:xfrm>
            <a:off x="2929509" y="233172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B0973338-47B4-4D74-001E-3617D8DD3AFC}"/>
              </a:ext>
            </a:extLst>
          </p:cNvPr>
          <p:cNvSpPr txBox="1"/>
          <p:nvPr/>
        </p:nvSpPr>
        <p:spPr>
          <a:xfrm>
            <a:off x="2929509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37" name="Shape 15">
            <a:extLst>
              <a:ext uri="{FF2B5EF4-FFF2-40B4-BE49-F238E27FC236}">
                <a16:creationId xmlns:a16="http://schemas.microsoft.com/office/drawing/2014/main" id="{88D1B331-CD02-E5E6-B56D-B6A1B64C944D}"/>
              </a:ext>
            </a:extLst>
          </p:cNvPr>
          <p:cNvSpPr/>
          <p:nvPr/>
        </p:nvSpPr>
        <p:spPr>
          <a:xfrm>
            <a:off x="2472309" y="3520440"/>
            <a:ext cx="457200" cy="457200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16">
            <a:extLst>
              <a:ext uri="{FF2B5EF4-FFF2-40B4-BE49-F238E27FC236}">
                <a16:creationId xmlns:a16="http://schemas.microsoft.com/office/drawing/2014/main" id="{F3E604B8-D85A-A718-D57E-B53F76BE7CBE}"/>
              </a:ext>
            </a:extLst>
          </p:cNvPr>
          <p:cNvSpPr txBox="1"/>
          <p:nvPr/>
        </p:nvSpPr>
        <p:spPr>
          <a:xfrm>
            <a:off x="2472309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2" name="Shape 17">
            <a:extLst>
              <a:ext uri="{FF2B5EF4-FFF2-40B4-BE49-F238E27FC236}">
                <a16:creationId xmlns:a16="http://schemas.microsoft.com/office/drawing/2014/main" id="{E0E5C158-CE2D-4C90-55E1-68189A64DC78}"/>
              </a:ext>
            </a:extLst>
          </p:cNvPr>
          <p:cNvSpPr/>
          <p:nvPr/>
        </p:nvSpPr>
        <p:spPr>
          <a:xfrm>
            <a:off x="2929509" y="352044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18">
            <a:extLst>
              <a:ext uri="{FF2B5EF4-FFF2-40B4-BE49-F238E27FC236}">
                <a16:creationId xmlns:a16="http://schemas.microsoft.com/office/drawing/2014/main" id="{1D723C0B-71F2-7220-3ECD-29027DD5F25D}"/>
              </a:ext>
            </a:extLst>
          </p:cNvPr>
          <p:cNvSpPr txBox="1"/>
          <p:nvPr/>
        </p:nvSpPr>
        <p:spPr>
          <a:xfrm>
            <a:off x="2929509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48" name="Shape 19">
            <a:extLst>
              <a:ext uri="{FF2B5EF4-FFF2-40B4-BE49-F238E27FC236}">
                <a16:creationId xmlns:a16="http://schemas.microsoft.com/office/drawing/2014/main" id="{01ED04E7-201C-4A3B-59F3-42D8AE0F9E9C}"/>
              </a:ext>
            </a:extLst>
          </p:cNvPr>
          <p:cNvSpPr/>
          <p:nvPr/>
        </p:nvSpPr>
        <p:spPr>
          <a:xfrm>
            <a:off x="2472309" y="397764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20">
            <a:extLst>
              <a:ext uri="{FF2B5EF4-FFF2-40B4-BE49-F238E27FC236}">
                <a16:creationId xmlns:a16="http://schemas.microsoft.com/office/drawing/2014/main" id="{F8AC52F8-D331-00F0-0B27-DBC68CD507E5}"/>
              </a:ext>
            </a:extLst>
          </p:cNvPr>
          <p:cNvSpPr txBox="1"/>
          <p:nvPr/>
        </p:nvSpPr>
        <p:spPr>
          <a:xfrm>
            <a:off x="2472309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53" name="Shape 21">
            <a:extLst>
              <a:ext uri="{FF2B5EF4-FFF2-40B4-BE49-F238E27FC236}">
                <a16:creationId xmlns:a16="http://schemas.microsoft.com/office/drawing/2014/main" id="{29470C93-599D-1E76-E530-E60D5251A0E2}"/>
              </a:ext>
            </a:extLst>
          </p:cNvPr>
          <p:cNvSpPr/>
          <p:nvPr/>
        </p:nvSpPr>
        <p:spPr>
          <a:xfrm>
            <a:off x="2929509" y="3977640"/>
            <a:ext cx="457200" cy="457200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22">
            <a:extLst>
              <a:ext uri="{FF2B5EF4-FFF2-40B4-BE49-F238E27FC236}">
                <a16:creationId xmlns:a16="http://schemas.microsoft.com/office/drawing/2014/main" id="{9826F4AA-349C-1B8F-BCDF-208F7FF63B97}"/>
              </a:ext>
            </a:extLst>
          </p:cNvPr>
          <p:cNvSpPr txBox="1"/>
          <p:nvPr/>
        </p:nvSpPr>
        <p:spPr>
          <a:xfrm>
            <a:off x="2929509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400" dirty="0"/>
          </a:p>
        </p:txBody>
      </p:sp>
      <p:sp>
        <p:nvSpPr>
          <p:cNvPr id="59" name="Text 23">
            <a:extLst>
              <a:ext uri="{FF2B5EF4-FFF2-40B4-BE49-F238E27FC236}">
                <a16:creationId xmlns:a16="http://schemas.microsoft.com/office/drawing/2014/main" id="{3B07C3C0-6FE3-660C-AB10-B130C438DF25}"/>
              </a:ext>
            </a:extLst>
          </p:cNvPr>
          <p:cNvSpPr txBox="1"/>
          <p:nvPr/>
        </p:nvSpPr>
        <p:spPr>
          <a:xfrm>
            <a:off x="1783080" y="4782312"/>
            <a:ext cx="2292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 differences, no smoothing</a:t>
            </a:r>
            <a:endParaRPr lang="en-US" sz="1400" dirty="0"/>
          </a:p>
        </p:txBody>
      </p:sp>
      <p:sp>
        <p:nvSpPr>
          <p:cNvPr id="62" name="Text 24">
            <a:extLst>
              <a:ext uri="{FF2B5EF4-FFF2-40B4-BE49-F238E27FC236}">
                <a16:creationId xmlns:a16="http://schemas.microsoft.com/office/drawing/2014/main" id="{9A2F00B7-8D5C-273F-C2E4-A9D420405893}"/>
              </a:ext>
            </a:extLst>
          </p:cNvPr>
          <p:cNvSpPr txBox="1"/>
          <p:nvPr/>
        </p:nvSpPr>
        <p:spPr>
          <a:xfrm>
            <a:off x="4304538" y="1143000"/>
            <a:ext cx="22928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Prewitt (3 × 3)</a:t>
            </a:r>
            <a:endParaRPr lang="en-US" sz="1700" dirty="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7B5409B0-67C5-924A-333F-E1B49AB6A7D1}"/>
              </a:ext>
            </a:extLst>
          </p:cNvPr>
          <p:cNvSpPr/>
          <p:nvPr/>
        </p:nvSpPr>
        <p:spPr>
          <a:xfrm>
            <a:off x="4874895" y="1755648"/>
            <a:ext cx="384048" cy="384048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26">
            <a:extLst>
              <a:ext uri="{FF2B5EF4-FFF2-40B4-BE49-F238E27FC236}">
                <a16:creationId xmlns:a16="http://schemas.microsoft.com/office/drawing/2014/main" id="{1C7594AD-3161-7036-8A76-74D84357BBC5}"/>
              </a:ext>
            </a:extLst>
          </p:cNvPr>
          <p:cNvSpPr txBox="1"/>
          <p:nvPr/>
        </p:nvSpPr>
        <p:spPr>
          <a:xfrm>
            <a:off x="4874895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400" dirty="0"/>
          </a:p>
        </p:txBody>
      </p:sp>
      <p:sp>
        <p:nvSpPr>
          <p:cNvPr id="69" name="Shape 27">
            <a:extLst>
              <a:ext uri="{FF2B5EF4-FFF2-40B4-BE49-F238E27FC236}">
                <a16:creationId xmlns:a16="http://schemas.microsoft.com/office/drawing/2014/main" id="{480641CC-103A-CA4F-5F40-76960287F506}"/>
              </a:ext>
            </a:extLst>
          </p:cNvPr>
          <p:cNvSpPr/>
          <p:nvPr/>
        </p:nvSpPr>
        <p:spPr>
          <a:xfrm>
            <a:off x="5258943" y="1755648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28">
            <a:extLst>
              <a:ext uri="{FF2B5EF4-FFF2-40B4-BE49-F238E27FC236}">
                <a16:creationId xmlns:a16="http://schemas.microsoft.com/office/drawing/2014/main" id="{4605D523-D5D1-D1D1-0C15-B6E7BCE73D5C}"/>
              </a:ext>
            </a:extLst>
          </p:cNvPr>
          <p:cNvSpPr txBox="1"/>
          <p:nvPr/>
        </p:nvSpPr>
        <p:spPr>
          <a:xfrm>
            <a:off x="5258943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73" name="Shape 29">
            <a:extLst>
              <a:ext uri="{FF2B5EF4-FFF2-40B4-BE49-F238E27FC236}">
                <a16:creationId xmlns:a16="http://schemas.microsoft.com/office/drawing/2014/main" id="{3DF89433-0EFB-1861-72FE-DD72CF110AD8}"/>
              </a:ext>
            </a:extLst>
          </p:cNvPr>
          <p:cNvSpPr/>
          <p:nvPr/>
        </p:nvSpPr>
        <p:spPr>
          <a:xfrm>
            <a:off x="5642991" y="1755648"/>
            <a:ext cx="384048" cy="384048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30">
            <a:extLst>
              <a:ext uri="{FF2B5EF4-FFF2-40B4-BE49-F238E27FC236}">
                <a16:creationId xmlns:a16="http://schemas.microsoft.com/office/drawing/2014/main" id="{27E092E6-1A36-4720-F8F3-F2E6BC1EFE4F}"/>
              </a:ext>
            </a:extLst>
          </p:cNvPr>
          <p:cNvSpPr txBox="1"/>
          <p:nvPr/>
        </p:nvSpPr>
        <p:spPr>
          <a:xfrm>
            <a:off x="5642991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7" name="Shape 31">
            <a:extLst>
              <a:ext uri="{FF2B5EF4-FFF2-40B4-BE49-F238E27FC236}">
                <a16:creationId xmlns:a16="http://schemas.microsoft.com/office/drawing/2014/main" id="{7AA90951-5888-737B-26E4-E48272E67E17}"/>
              </a:ext>
            </a:extLst>
          </p:cNvPr>
          <p:cNvSpPr/>
          <p:nvPr/>
        </p:nvSpPr>
        <p:spPr>
          <a:xfrm>
            <a:off x="4874895" y="2139696"/>
            <a:ext cx="384048" cy="384048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32">
            <a:extLst>
              <a:ext uri="{FF2B5EF4-FFF2-40B4-BE49-F238E27FC236}">
                <a16:creationId xmlns:a16="http://schemas.microsoft.com/office/drawing/2014/main" id="{9D413D4D-4003-FCD4-6B3B-05E16D001541}"/>
              </a:ext>
            </a:extLst>
          </p:cNvPr>
          <p:cNvSpPr txBox="1"/>
          <p:nvPr/>
        </p:nvSpPr>
        <p:spPr>
          <a:xfrm>
            <a:off x="4874895" y="2139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400" dirty="0"/>
          </a:p>
        </p:txBody>
      </p:sp>
      <p:sp>
        <p:nvSpPr>
          <p:cNvPr id="81" name="Shape 33">
            <a:extLst>
              <a:ext uri="{FF2B5EF4-FFF2-40B4-BE49-F238E27FC236}">
                <a16:creationId xmlns:a16="http://schemas.microsoft.com/office/drawing/2014/main" id="{8E64D28A-2806-E7C5-D18E-D406C823D8F7}"/>
              </a:ext>
            </a:extLst>
          </p:cNvPr>
          <p:cNvSpPr/>
          <p:nvPr/>
        </p:nvSpPr>
        <p:spPr>
          <a:xfrm>
            <a:off x="5258943" y="2139696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34">
            <a:extLst>
              <a:ext uri="{FF2B5EF4-FFF2-40B4-BE49-F238E27FC236}">
                <a16:creationId xmlns:a16="http://schemas.microsoft.com/office/drawing/2014/main" id="{B72B87CE-DC74-AD7F-211A-12CF97219256}"/>
              </a:ext>
            </a:extLst>
          </p:cNvPr>
          <p:cNvSpPr txBox="1"/>
          <p:nvPr/>
        </p:nvSpPr>
        <p:spPr>
          <a:xfrm>
            <a:off x="5258943" y="2139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85" name="Shape 35">
            <a:extLst>
              <a:ext uri="{FF2B5EF4-FFF2-40B4-BE49-F238E27FC236}">
                <a16:creationId xmlns:a16="http://schemas.microsoft.com/office/drawing/2014/main" id="{22447F49-E991-D89C-FA21-B09BB468B831}"/>
              </a:ext>
            </a:extLst>
          </p:cNvPr>
          <p:cNvSpPr/>
          <p:nvPr/>
        </p:nvSpPr>
        <p:spPr>
          <a:xfrm>
            <a:off x="5642991" y="2139696"/>
            <a:ext cx="384048" cy="384048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36">
            <a:extLst>
              <a:ext uri="{FF2B5EF4-FFF2-40B4-BE49-F238E27FC236}">
                <a16:creationId xmlns:a16="http://schemas.microsoft.com/office/drawing/2014/main" id="{26CD967D-9DF2-60C8-F4B1-5BFCEBDD60AA}"/>
              </a:ext>
            </a:extLst>
          </p:cNvPr>
          <p:cNvSpPr txBox="1"/>
          <p:nvPr/>
        </p:nvSpPr>
        <p:spPr>
          <a:xfrm>
            <a:off x="5642991" y="2139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9" name="Shape 37">
            <a:extLst>
              <a:ext uri="{FF2B5EF4-FFF2-40B4-BE49-F238E27FC236}">
                <a16:creationId xmlns:a16="http://schemas.microsoft.com/office/drawing/2014/main" id="{9CD285CA-CAEA-8C4E-F35A-AEB67D767BD8}"/>
              </a:ext>
            </a:extLst>
          </p:cNvPr>
          <p:cNvSpPr/>
          <p:nvPr/>
        </p:nvSpPr>
        <p:spPr>
          <a:xfrm>
            <a:off x="4874895" y="2523744"/>
            <a:ext cx="384048" cy="384048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38">
            <a:extLst>
              <a:ext uri="{FF2B5EF4-FFF2-40B4-BE49-F238E27FC236}">
                <a16:creationId xmlns:a16="http://schemas.microsoft.com/office/drawing/2014/main" id="{4F47B619-BFA7-523D-B942-7A7D44E23F37}"/>
              </a:ext>
            </a:extLst>
          </p:cNvPr>
          <p:cNvSpPr txBox="1"/>
          <p:nvPr/>
        </p:nvSpPr>
        <p:spPr>
          <a:xfrm>
            <a:off x="4874895" y="2523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400" dirty="0"/>
          </a:p>
        </p:txBody>
      </p:sp>
      <p:sp>
        <p:nvSpPr>
          <p:cNvPr id="93" name="Shape 39">
            <a:extLst>
              <a:ext uri="{FF2B5EF4-FFF2-40B4-BE49-F238E27FC236}">
                <a16:creationId xmlns:a16="http://schemas.microsoft.com/office/drawing/2014/main" id="{146A90C0-D5D7-C48A-7772-36765529467B}"/>
              </a:ext>
            </a:extLst>
          </p:cNvPr>
          <p:cNvSpPr/>
          <p:nvPr/>
        </p:nvSpPr>
        <p:spPr>
          <a:xfrm>
            <a:off x="5258943" y="2523744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40">
            <a:extLst>
              <a:ext uri="{FF2B5EF4-FFF2-40B4-BE49-F238E27FC236}">
                <a16:creationId xmlns:a16="http://schemas.microsoft.com/office/drawing/2014/main" id="{2B8338CB-49CF-59A2-314C-26D02CBE6371}"/>
              </a:ext>
            </a:extLst>
          </p:cNvPr>
          <p:cNvSpPr txBox="1"/>
          <p:nvPr/>
        </p:nvSpPr>
        <p:spPr>
          <a:xfrm>
            <a:off x="5258943" y="2523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98" name="Shape 41">
            <a:extLst>
              <a:ext uri="{FF2B5EF4-FFF2-40B4-BE49-F238E27FC236}">
                <a16:creationId xmlns:a16="http://schemas.microsoft.com/office/drawing/2014/main" id="{FFC393DC-F06D-0E4E-7EF6-EF1BE383640F}"/>
              </a:ext>
            </a:extLst>
          </p:cNvPr>
          <p:cNvSpPr/>
          <p:nvPr/>
        </p:nvSpPr>
        <p:spPr>
          <a:xfrm>
            <a:off x="5642991" y="2523744"/>
            <a:ext cx="384048" cy="384048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42">
            <a:extLst>
              <a:ext uri="{FF2B5EF4-FFF2-40B4-BE49-F238E27FC236}">
                <a16:creationId xmlns:a16="http://schemas.microsoft.com/office/drawing/2014/main" id="{09B7490D-6ECD-BB80-008D-ADCDB3553D58}"/>
              </a:ext>
            </a:extLst>
          </p:cNvPr>
          <p:cNvSpPr txBox="1"/>
          <p:nvPr/>
        </p:nvSpPr>
        <p:spPr>
          <a:xfrm>
            <a:off x="5642991" y="2523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2" name="Shape 43">
            <a:extLst>
              <a:ext uri="{FF2B5EF4-FFF2-40B4-BE49-F238E27FC236}">
                <a16:creationId xmlns:a16="http://schemas.microsoft.com/office/drawing/2014/main" id="{D0FD33F0-D3F0-5054-E31A-2C72C5A990EF}"/>
              </a:ext>
            </a:extLst>
          </p:cNvPr>
          <p:cNvSpPr/>
          <p:nvPr/>
        </p:nvSpPr>
        <p:spPr>
          <a:xfrm>
            <a:off x="4874895" y="3401568"/>
            <a:ext cx="384048" cy="384048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44">
            <a:extLst>
              <a:ext uri="{FF2B5EF4-FFF2-40B4-BE49-F238E27FC236}">
                <a16:creationId xmlns:a16="http://schemas.microsoft.com/office/drawing/2014/main" id="{A341C04B-73B9-8663-EF63-B1FD4E4A62F7}"/>
              </a:ext>
            </a:extLst>
          </p:cNvPr>
          <p:cNvSpPr txBox="1"/>
          <p:nvPr/>
        </p:nvSpPr>
        <p:spPr>
          <a:xfrm>
            <a:off x="4874895" y="3401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400" dirty="0"/>
          </a:p>
        </p:txBody>
      </p:sp>
      <p:sp>
        <p:nvSpPr>
          <p:cNvPr id="106" name="Shape 45">
            <a:extLst>
              <a:ext uri="{FF2B5EF4-FFF2-40B4-BE49-F238E27FC236}">
                <a16:creationId xmlns:a16="http://schemas.microsoft.com/office/drawing/2014/main" id="{D3C11262-C39D-2F76-39DF-B1FE4081B551}"/>
              </a:ext>
            </a:extLst>
          </p:cNvPr>
          <p:cNvSpPr/>
          <p:nvPr/>
        </p:nvSpPr>
        <p:spPr>
          <a:xfrm>
            <a:off x="5258943" y="3401568"/>
            <a:ext cx="384048" cy="384048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46">
            <a:extLst>
              <a:ext uri="{FF2B5EF4-FFF2-40B4-BE49-F238E27FC236}">
                <a16:creationId xmlns:a16="http://schemas.microsoft.com/office/drawing/2014/main" id="{4EEB0F11-20E6-1B2E-C95C-2B5C34B385E6}"/>
              </a:ext>
            </a:extLst>
          </p:cNvPr>
          <p:cNvSpPr txBox="1"/>
          <p:nvPr/>
        </p:nvSpPr>
        <p:spPr>
          <a:xfrm>
            <a:off x="5258943" y="3401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400" dirty="0"/>
          </a:p>
        </p:txBody>
      </p:sp>
      <p:sp>
        <p:nvSpPr>
          <p:cNvPr id="110" name="Shape 47">
            <a:extLst>
              <a:ext uri="{FF2B5EF4-FFF2-40B4-BE49-F238E27FC236}">
                <a16:creationId xmlns:a16="http://schemas.microsoft.com/office/drawing/2014/main" id="{EE98683A-E3EE-D933-7EA3-1A3DAE2BFB6F}"/>
              </a:ext>
            </a:extLst>
          </p:cNvPr>
          <p:cNvSpPr/>
          <p:nvPr/>
        </p:nvSpPr>
        <p:spPr>
          <a:xfrm>
            <a:off x="5642991" y="3401568"/>
            <a:ext cx="384048" cy="384048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48">
            <a:extLst>
              <a:ext uri="{FF2B5EF4-FFF2-40B4-BE49-F238E27FC236}">
                <a16:creationId xmlns:a16="http://schemas.microsoft.com/office/drawing/2014/main" id="{39B168CF-8E80-ED1C-DC7D-71A39CE5FE8E}"/>
              </a:ext>
            </a:extLst>
          </p:cNvPr>
          <p:cNvSpPr txBox="1"/>
          <p:nvPr/>
        </p:nvSpPr>
        <p:spPr>
          <a:xfrm>
            <a:off x="5642991" y="3401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400" dirty="0"/>
          </a:p>
        </p:txBody>
      </p:sp>
      <p:sp>
        <p:nvSpPr>
          <p:cNvPr id="114" name="Shape 49">
            <a:extLst>
              <a:ext uri="{FF2B5EF4-FFF2-40B4-BE49-F238E27FC236}">
                <a16:creationId xmlns:a16="http://schemas.microsoft.com/office/drawing/2014/main" id="{1FB495B0-A808-7564-B88C-E03929D0BB71}"/>
              </a:ext>
            </a:extLst>
          </p:cNvPr>
          <p:cNvSpPr/>
          <p:nvPr/>
        </p:nvSpPr>
        <p:spPr>
          <a:xfrm>
            <a:off x="4874895" y="3785616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Text 50">
            <a:extLst>
              <a:ext uri="{FF2B5EF4-FFF2-40B4-BE49-F238E27FC236}">
                <a16:creationId xmlns:a16="http://schemas.microsoft.com/office/drawing/2014/main" id="{9E42FFC4-F59C-1DBB-962C-3480011F8E16}"/>
              </a:ext>
            </a:extLst>
          </p:cNvPr>
          <p:cNvSpPr txBox="1"/>
          <p:nvPr/>
        </p:nvSpPr>
        <p:spPr>
          <a:xfrm>
            <a:off x="4874895" y="378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118" name="Shape 51">
            <a:extLst>
              <a:ext uri="{FF2B5EF4-FFF2-40B4-BE49-F238E27FC236}">
                <a16:creationId xmlns:a16="http://schemas.microsoft.com/office/drawing/2014/main" id="{4B4DEECC-3ADE-6F8B-5600-E704728EFBEE}"/>
              </a:ext>
            </a:extLst>
          </p:cNvPr>
          <p:cNvSpPr/>
          <p:nvPr/>
        </p:nvSpPr>
        <p:spPr>
          <a:xfrm>
            <a:off x="5258943" y="3785616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Text 52">
            <a:extLst>
              <a:ext uri="{FF2B5EF4-FFF2-40B4-BE49-F238E27FC236}">
                <a16:creationId xmlns:a16="http://schemas.microsoft.com/office/drawing/2014/main" id="{1C059AAC-13A5-4F02-F362-E29124712927}"/>
              </a:ext>
            </a:extLst>
          </p:cNvPr>
          <p:cNvSpPr txBox="1"/>
          <p:nvPr/>
        </p:nvSpPr>
        <p:spPr>
          <a:xfrm>
            <a:off x="5258943" y="378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122" name="Shape 53">
            <a:extLst>
              <a:ext uri="{FF2B5EF4-FFF2-40B4-BE49-F238E27FC236}">
                <a16:creationId xmlns:a16="http://schemas.microsoft.com/office/drawing/2014/main" id="{AFA48816-DF88-1769-B249-BA751865CCA4}"/>
              </a:ext>
            </a:extLst>
          </p:cNvPr>
          <p:cNvSpPr/>
          <p:nvPr/>
        </p:nvSpPr>
        <p:spPr>
          <a:xfrm>
            <a:off x="5642991" y="3785616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Text 54">
            <a:extLst>
              <a:ext uri="{FF2B5EF4-FFF2-40B4-BE49-F238E27FC236}">
                <a16:creationId xmlns:a16="http://schemas.microsoft.com/office/drawing/2014/main" id="{D815E427-8979-163D-3F01-BD0427B1C650}"/>
              </a:ext>
            </a:extLst>
          </p:cNvPr>
          <p:cNvSpPr txBox="1"/>
          <p:nvPr/>
        </p:nvSpPr>
        <p:spPr>
          <a:xfrm>
            <a:off x="5642991" y="378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126" name="Shape 55">
            <a:extLst>
              <a:ext uri="{FF2B5EF4-FFF2-40B4-BE49-F238E27FC236}">
                <a16:creationId xmlns:a16="http://schemas.microsoft.com/office/drawing/2014/main" id="{22F80AD5-A6AE-02A3-C873-CE4FC7DACC82}"/>
              </a:ext>
            </a:extLst>
          </p:cNvPr>
          <p:cNvSpPr/>
          <p:nvPr/>
        </p:nvSpPr>
        <p:spPr>
          <a:xfrm>
            <a:off x="4874895" y="4169664"/>
            <a:ext cx="384048" cy="384048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Text 56">
            <a:extLst>
              <a:ext uri="{FF2B5EF4-FFF2-40B4-BE49-F238E27FC236}">
                <a16:creationId xmlns:a16="http://schemas.microsoft.com/office/drawing/2014/main" id="{EADCD407-A607-A606-6555-9A13F1FC97AE}"/>
              </a:ext>
            </a:extLst>
          </p:cNvPr>
          <p:cNvSpPr txBox="1"/>
          <p:nvPr/>
        </p:nvSpPr>
        <p:spPr>
          <a:xfrm>
            <a:off x="4874895" y="4169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0" name="Shape 57">
            <a:extLst>
              <a:ext uri="{FF2B5EF4-FFF2-40B4-BE49-F238E27FC236}">
                <a16:creationId xmlns:a16="http://schemas.microsoft.com/office/drawing/2014/main" id="{21E2A720-19FE-D1D8-9902-968A80BF93DB}"/>
              </a:ext>
            </a:extLst>
          </p:cNvPr>
          <p:cNvSpPr/>
          <p:nvPr/>
        </p:nvSpPr>
        <p:spPr>
          <a:xfrm>
            <a:off x="5258943" y="4169664"/>
            <a:ext cx="384048" cy="384048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 58">
            <a:extLst>
              <a:ext uri="{FF2B5EF4-FFF2-40B4-BE49-F238E27FC236}">
                <a16:creationId xmlns:a16="http://schemas.microsoft.com/office/drawing/2014/main" id="{E3F1371E-2B08-FFB7-B3F1-0916EDF1B292}"/>
              </a:ext>
            </a:extLst>
          </p:cNvPr>
          <p:cNvSpPr txBox="1"/>
          <p:nvPr/>
        </p:nvSpPr>
        <p:spPr>
          <a:xfrm>
            <a:off x="5258943" y="4169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4" name="Shape 59">
            <a:extLst>
              <a:ext uri="{FF2B5EF4-FFF2-40B4-BE49-F238E27FC236}">
                <a16:creationId xmlns:a16="http://schemas.microsoft.com/office/drawing/2014/main" id="{C3724E5C-5459-1C86-C0B3-100AE4298C39}"/>
              </a:ext>
            </a:extLst>
          </p:cNvPr>
          <p:cNvSpPr/>
          <p:nvPr/>
        </p:nvSpPr>
        <p:spPr>
          <a:xfrm>
            <a:off x="5642991" y="4169664"/>
            <a:ext cx="384048" cy="384048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Text 60">
            <a:extLst>
              <a:ext uri="{FF2B5EF4-FFF2-40B4-BE49-F238E27FC236}">
                <a16:creationId xmlns:a16="http://schemas.microsoft.com/office/drawing/2014/main" id="{7C622D39-045B-2F9E-FD63-DFCA70FFF239}"/>
              </a:ext>
            </a:extLst>
          </p:cNvPr>
          <p:cNvSpPr txBox="1"/>
          <p:nvPr/>
        </p:nvSpPr>
        <p:spPr>
          <a:xfrm>
            <a:off x="5642991" y="4169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8" name="Text 61">
            <a:extLst>
              <a:ext uri="{FF2B5EF4-FFF2-40B4-BE49-F238E27FC236}">
                <a16:creationId xmlns:a16="http://schemas.microsoft.com/office/drawing/2014/main" id="{A847DB23-CACA-3D62-1FC4-9CB64CC5A55D}"/>
              </a:ext>
            </a:extLst>
          </p:cNvPr>
          <p:cNvSpPr txBox="1"/>
          <p:nvPr/>
        </p:nvSpPr>
        <p:spPr>
          <a:xfrm>
            <a:off x="4304538" y="4782312"/>
            <a:ext cx="2292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+ difference</a:t>
            </a:r>
            <a:endParaRPr lang="en-US" sz="1400" dirty="0"/>
          </a:p>
        </p:txBody>
      </p:sp>
      <p:sp>
        <p:nvSpPr>
          <p:cNvPr id="140" name="Text 62">
            <a:extLst>
              <a:ext uri="{FF2B5EF4-FFF2-40B4-BE49-F238E27FC236}">
                <a16:creationId xmlns:a16="http://schemas.microsoft.com/office/drawing/2014/main" id="{0209AA9D-405C-7233-B45B-B9D2210D7D7F}"/>
              </a:ext>
            </a:extLst>
          </p:cNvPr>
          <p:cNvSpPr txBox="1"/>
          <p:nvPr/>
        </p:nvSpPr>
        <p:spPr>
          <a:xfrm>
            <a:off x="6825996" y="1143000"/>
            <a:ext cx="22928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Sobel (3 × 3)</a:t>
            </a:r>
            <a:endParaRPr lang="en-US" sz="1700" dirty="0"/>
          </a:p>
        </p:txBody>
      </p:sp>
      <p:sp>
        <p:nvSpPr>
          <p:cNvPr id="142" name="Shape 63">
            <a:extLst>
              <a:ext uri="{FF2B5EF4-FFF2-40B4-BE49-F238E27FC236}">
                <a16:creationId xmlns:a16="http://schemas.microsoft.com/office/drawing/2014/main" id="{892B8C0E-D742-149D-0C9A-D9A9C51450DC}"/>
              </a:ext>
            </a:extLst>
          </p:cNvPr>
          <p:cNvSpPr/>
          <p:nvPr/>
        </p:nvSpPr>
        <p:spPr>
          <a:xfrm>
            <a:off x="7396353" y="1755648"/>
            <a:ext cx="384048" cy="384048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Text 64">
            <a:extLst>
              <a:ext uri="{FF2B5EF4-FFF2-40B4-BE49-F238E27FC236}">
                <a16:creationId xmlns:a16="http://schemas.microsoft.com/office/drawing/2014/main" id="{22C6BAF0-2ACD-90B3-83E6-BFE35AFF0D25}"/>
              </a:ext>
            </a:extLst>
          </p:cNvPr>
          <p:cNvSpPr txBox="1"/>
          <p:nvPr/>
        </p:nvSpPr>
        <p:spPr>
          <a:xfrm>
            <a:off x="7396353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400" dirty="0"/>
          </a:p>
        </p:txBody>
      </p:sp>
      <p:sp>
        <p:nvSpPr>
          <p:cNvPr id="146" name="Shape 65">
            <a:extLst>
              <a:ext uri="{FF2B5EF4-FFF2-40B4-BE49-F238E27FC236}">
                <a16:creationId xmlns:a16="http://schemas.microsoft.com/office/drawing/2014/main" id="{09B59C2D-4E89-54D7-7404-C4F526DA1A86}"/>
              </a:ext>
            </a:extLst>
          </p:cNvPr>
          <p:cNvSpPr/>
          <p:nvPr/>
        </p:nvSpPr>
        <p:spPr>
          <a:xfrm>
            <a:off x="7780401" y="1755648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Text 66">
            <a:extLst>
              <a:ext uri="{FF2B5EF4-FFF2-40B4-BE49-F238E27FC236}">
                <a16:creationId xmlns:a16="http://schemas.microsoft.com/office/drawing/2014/main" id="{2CC32BAA-ADB3-0A89-9835-AA8CEFA3BF31}"/>
              </a:ext>
            </a:extLst>
          </p:cNvPr>
          <p:cNvSpPr txBox="1"/>
          <p:nvPr/>
        </p:nvSpPr>
        <p:spPr>
          <a:xfrm>
            <a:off x="7780401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150" name="Shape 67">
            <a:extLst>
              <a:ext uri="{FF2B5EF4-FFF2-40B4-BE49-F238E27FC236}">
                <a16:creationId xmlns:a16="http://schemas.microsoft.com/office/drawing/2014/main" id="{7409C118-45FB-FFE6-911F-E1530D6FF027}"/>
              </a:ext>
            </a:extLst>
          </p:cNvPr>
          <p:cNvSpPr/>
          <p:nvPr/>
        </p:nvSpPr>
        <p:spPr>
          <a:xfrm>
            <a:off x="8164449" y="1755648"/>
            <a:ext cx="384048" cy="384048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Text 68">
            <a:extLst>
              <a:ext uri="{FF2B5EF4-FFF2-40B4-BE49-F238E27FC236}">
                <a16:creationId xmlns:a16="http://schemas.microsoft.com/office/drawing/2014/main" id="{8A369330-0058-6C2B-48CF-CA3CE06DB78A}"/>
              </a:ext>
            </a:extLst>
          </p:cNvPr>
          <p:cNvSpPr txBox="1"/>
          <p:nvPr/>
        </p:nvSpPr>
        <p:spPr>
          <a:xfrm>
            <a:off x="8164449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4" name="Shape 69">
            <a:extLst>
              <a:ext uri="{FF2B5EF4-FFF2-40B4-BE49-F238E27FC236}">
                <a16:creationId xmlns:a16="http://schemas.microsoft.com/office/drawing/2014/main" id="{13FF6CE2-D6C7-57DA-A5DE-1855527F4959}"/>
              </a:ext>
            </a:extLst>
          </p:cNvPr>
          <p:cNvSpPr/>
          <p:nvPr/>
        </p:nvSpPr>
        <p:spPr>
          <a:xfrm>
            <a:off x="7396353" y="2139696"/>
            <a:ext cx="384048" cy="384048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Text 70">
            <a:extLst>
              <a:ext uri="{FF2B5EF4-FFF2-40B4-BE49-F238E27FC236}">
                <a16:creationId xmlns:a16="http://schemas.microsoft.com/office/drawing/2014/main" id="{CFDB08C8-7E79-28AF-4C78-E8A7B028E7B2}"/>
              </a:ext>
            </a:extLst>
          </p:cNvPr>
          <p:cNvSpPr txBox="1"/>
          <p:nvPr/>
        </p:nvSpPr>
        <p:spPr>
          <a:xfrm>
            <a:off x="7396353" y="2139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</a:t>
            </a:r>
            <a:endParaRPr lang="en-US" sz="1400" dirty="0"/>
          </a:p>
        </p:txBody>
      </p:sp>
      <p:sp>
        <p:nvSpPr>
          <p:cNvPr id="158" name="Shape 71">
            <a:extLst>
              <a:ext uri="{FF2B5EF4-FFF2-40B4-BE49-F238E27FC236}">
                <a16:creationId xmlns:a16="http://schemas.microsoft.com/office/drawing/2014/main" id="{CA54FE3E-6B14-F493-8E3C-1AF00CE37C7B}"/>
              </a:ext>
            </a:extLst>
          </p:cNvPr>
          <p:cNvSpPr/>
          <p:nvPr/>
        </p:nvSpPr>
        <p:spPr>
          <a:xfrm>
            <a:off x="7780401" y="2139696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Text 72">
            <a:extLst>
              <a:ext uri="{FF2B5EF4-FFF2-40B4-BE49-F238E27FC236}">
                <a16:creationId xmlns:a16="http://schemas.microsoft.com/office/drawing/2014/main" id="{D5EA2836-2DA0-F779-B393-9037E1DB9F7D}"/>
              </a:ext>
            </a:extLst>
          </p:cNvPr>
          <p:cNvSpPr txBox="1"/>
          <p:nvPr/>
        </p:nvSpPr>
        <p:spPr>
          <a:xfrm>
            <a:off x="7780401" y="2139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162" name="Shape 73">
            <a:extLst>
              <a:ext uri="{FF2B5EF4-FFF2-40B4-BE49-F238E27FC236}">
                <a16:creationId xmlns:a16="http://schemas.microsoft.com/office/drawing/2014/main" id="{23353199-CF92-3EA6-CB0C-020823D8B97D}"/>
              </a:ext>
            </a:extLst>
          </p:cNvPr>
          <p:cNvSpPr/>
          <p:nvPr/>
        </p:nvSpPr>
        <p:spPr>
          <a:xfrm>
            <a:off x="8164449" y="2139696"/>
            <a:ext cx="384048" cy="384048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Text 74">
            <a:extLst>
              <a:ext uri="{FF2B5EF4-FFF2-40B4-BE49-F238E27FC236}">
                <a16:creationId xmlns:a16="http://schemas.microsoft.com/office/drawing/2014/main" id="{D2AEF403-B7D1-6EF1-E3B1-9237B63F5D16}"/>
              </a:ext>
            </a:extLst>
          </p:cNvPr>
          <p:cNvSpPr txBox="1"/>
          <p:nvPr/>
        </p:nvSpPr>
        <p:spPr>
          <a:xfrm>
            <a:off x="8164449" y="2139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6" name="Shape 75">
            <a:extLst>
              <a:ext uri="{FF2B5EF4-FFF2-40B4-BE49-F238E27FC236}">
                <a16:creationId xmlns:a16="http://schemas.microsoft.com/office/drawing/2014/main" id="{998ABF83-FB7C-A038-1FE0-07F74A77D67F}"/>
              </a:ext>
            </a:extLst>
          </p:cNvPr>
          <p:cNvSpPr/>
          <p:nvPr/>
        </p:nvSpPr>
        <p:spPr>
          <a:xfrm>
            <a:off x="7396353" y="2523744"/>
            <a:ext cx="384048" cy="384048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Text 76">
            <a:extLst>
              <a:ext uri="{FF2B5EF4-FFF2-40B4-BE49-F238E27FC236}">
                <a16:creationId xmlns:a16="http://schemas.microsoft.com/office/drawing/2014/main" id="{2590016D-FAF2-9D1A-7CDA-9E33132277DF}"/>
              </a:ext>
            </a:extLst>
          </p:cNvPr>
          <p:cNvSpPr txBox="1"/>
          <p:nvPr/>
        </p:nvSpPr>
        <p:spPr>
          <a:xfrm>
            <a:off x="7396353" y="2523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400" dirty="0"/>
          </a:p>
        </p:txBody>
      </p:sp>
      <p:sp>
        <p:nvSpPr>
          <p:cNvPr id="170" name="Shape 77">
            <a:extLst>
              <a:ext uri="{FF2B5EF4-FFF2-40B4-BE49-F238E27FC236}">
                <a16:creationId xmlns:a16="http://schemas.microsoft.com/office/drawing/2014/main" id="{5381A3C2-910F-26FF-D609-37B068AF3DB3}"/>
              </a:ext>
            </a:extLst>
          </p:cNvPr>
          <p:cNvSpPr/>
          <p:nvPr/>
        </p:nvSpPr>
        <p:spPr>
          <a:xfrm>
            <a:off x="7780401" y="2523744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Text 78">
            <a:extLst>
              <a:ext uri="{FF2B5EF4-FFF2-40B4-BE49-F238E27FC236}">
                <a16:creationId xmlns:a16="http://schemas.microsoft.com/office/drawing/2014/main" id="{DEF83886-C2C1-2176-BDCB-AF80B3C04A26}"/>
              </a:ext>
            </a:extLst>
          </p:cNvPr>
          <p:cNvSpPr txBox="1"/>
          <p:nvPr/>
        </p:nvSpPr>
        <p:spPr>
          <a:xfrm>
            <a:off x="7780401" y="2523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174" name="Shape 79">
            <a:extLst>
              <a:ext uri="{FF2B5EF4-FFF2-40B4-BE49-F238E27FC236}">
                <a16:creationId xmlns:a16="http://schemas.microsoft.com/office/drawing/2014/main" id="{C5E7294A-11F6-B1B0-974D-01B170D8E5F7}"/>
              </a:ext>
            </a:extLst>
          </p:cNvPr>
          <p:cNvSpPr/>
          <p:nvPr/>
        </p:nvSpPr>
        <p:spPr>
          <a:xfrm>
            <a:off x="8164449" y="2523744"/>
            <a:ext cx="384048" cy="384048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Text 80">
            <a:extLst>
              <a:ext uri="{FF2B5EF4-FFF2-40B4-BE49-F238E27FC236}">
                <a16:creationId xmlns:a16="http://schemas.microsoft.com/office/drawing/2014/main" id="{7FD76B0E-D536-5BA2-D681-C7EC97D3F12F}"/>
              </a:ext>
            </a:extLst>
          </p:cNvPr>
          <p:cNvSpPr txBox="1"/>
          <p:nvPr/>
        </p:nvSpPr>
        <p:spPr>
          <a:xfrm>
            <a:off x="8164449" y="2523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8" name="Shape 81">
            <a:extLst>
              <a:ext uri="{FF2B5EF4-FFF2-40B4-BE49-F238E27FC236}">
                <a16:creationId xmlns:a16="http://schemas.microsoft.com/office/drawing/2014/main" id="{3A0D1DC2-4482-5118-EDD0-9A8B75A4AFCD}"/>
              </a:ext>
            </a:extLst>
          </p:cNvPr>
          <p:cNvSpPr/>
          <p:nvPr/>
        </p:nvSpPr>
        <p:spPr>
          <a:xfrm>
            <a:off x="7396353" y="3401568"/>
            <a:ext cx="384048" cy="384048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Text 82">
            <a:extLst>
              <a:ext uri="{FF2B5EF4-FFF2-40B4-BE49-F238E27FC236}">
                <a16:creationId xmlns:a16="http://schemas.microsoft.com/office/drawing/2014/main" id="{C7F34AB2-656B-3E78-0726-6D81874ABDE7}"/>
              </a:ext>
            </a:extLst>
          </p:cNvPr>
          <p:cNvSpPr txBox="1"/>
          <p:nvPr/>
        </p:nvSpPr>
        <p:spPr>
          <a:xfrm>
            <a:off x="7396353" y="3401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400" dirty="0"/>
          </a:p>
        </p:txBody>
      </p:sp>
      <p:sp>
        <p:nvSpPr>
          <p:cNvPr id="182" name="Shape 83">
            <a:extLst>
              <a:ext uri="{FF2B5EF4-FFF2-40B4-BE49-F238E27FC236}">
                <a16:creationId xmlns:a16="http://schemas.microsoft.com/office/drawing/2014/main" id="{CBA7D6FC-5746-0E15-4CBD-F207C4927420}"/>
              </a:ext>
            </a:extLst>
          </p:cNvPr>
          <p:cNvSpPr/>
          <p:nvPr/>
        </p:nvSpPr>
        <p:spPr>
          <a:xfrm>
            <a:off x="7780401" y="3401568"/>
            <a:ext cx="384048" cy="384048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Text 84">
            <a:extLst>
              <a:ext uri="{FF2B5EF4-FFF2-40B4-BE49-F238E27FC236}">
                <a16:creationId xmlns:a16="http://schemas.microsoft.com/office/drawing/2014/main" id="{0F443639-8CCA-E929-27F1-C4ECE8D62927}"/>
              </a:ext>
            </a:extLst>
          </p:cNvPr>
          <p:cNvSpPr txBox="1"/>
          <p:nvPr/>
        </p:nvSpPr>
        <p:spPr>
          <a:xfrm>
            <a:off x="7780401" y="3401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</a:t>
            </a:r>
            <a:endParaRPr lang="en-US" sz="1400" dirty="0"/>
          </a:p>
        </p:txBody>
      </p:sp>
      <p:sp>
        <p:nvSpPr>
          <p:cNvPr id="186" name="Shape 85">
            <a:extLst>
              <a:ext uri="{FF2B5EF4-FFF2-40B4-BE49-F238E27FC236}">
                <a16:creationId xmlns:a16="http://schemas.microsoft.com/office/drawing/2014/main" id="{2CAB415A-472A-D741-0F97-0F3AA9022A2C}"/>
              </a:ext>
            </a:extLst>
          </p:cNvPr>
          <p:cNvSpPr/>
          <p:nvPr/>
        </p:nvSpPr>
        <p:spPr>
          <a:xfrm>
            <a:off x="8164449" y="3401568"/>
            <a:ext cx="384048" cy="384048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Text 86">
            <a:extLst>
              <a:ext uri="{FF2B5EF4-FFF2-40B4-BE49-F238E27FC236}">
                <a16:creationId xmlns:a16="http://schemas.microsoft.com/office/drawing/2014/main" id="{83A55795-E410-D635-682D-33EBE96AE6FF}"/>
              </a:ext>
            </a:extLst>
          </p:cNvPr>
          <p:cNvSpPr txBox="1"/>
          <p:nvPr/>
        </p:nvSpPr>
        <p:spPr>
          <a:xfrm>
            <a:off x="8164449" y="3401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400" dirty="0"/>
          </a:p>
        </p:txBody>
      </p:sp>
      <p:sp>
        <p:nvSpPr>
          <p:cNvPr id="190" name="Shape 87">
            <a:extLst>
              <a:ext uri="{FF2B5EF4-FFF2-40B4-BE49-F238E27FC236}">
                <a16:creationId xmlns:a16="http://schemas.microsoft.com/office/drawing/2014/main" id="{85218407-8D5C-ECF1-9F83-091835AF9FB9}"/>
              </a:ext>
            </a:extLst>
          </p:cNvPr>
          <p:cNvSpPr/>
          <p:nvPr/>
        </p:nvSpPr>
        <p:spPr>
          <a:xfrm>
            <a:off x="7396353" y="3785616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Text 88">
            <a:extLst>
              <a:ext uri="{FF2B5EF4-FFF2-40B4-BE49-F238E27FC236}">
                <a16:creationId xmlns:a16="http://schemas.microsoft.com/office/drawing/2014/main" id="{49144A83-110A-4373-020D-6D30437B9B67}"/>
              </a:ext>
            </a:extLst>
          </p:cNvPr>
          <p:cNvSpPr txBox="1"/>
          <p:nvPr/>
        </p:nvSpPr>
        <p:spPr>
          <a:xfrm>
            <a:off x="7396353" y="378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194" name="Shape 89">
            <a:extLst>
              <a:ext uri="{FF2B5EF4-FFF2-40B4-BE49-F238E27FC236}">
                <a16:creationId xmlns:a16="http://schemas.microsoft.com/office/drawing/2014/main" id="{D89D5265-9D89-E0E9-D12D-7EEB17981930}"/>
              </a:ext>
            </a:extLst>
          </p:cNvPr>
          <p:cNvSpPr/>
          <p:nvPr/>
        </p:nvSpPr>
        <p:spPr>
          <a:xfrm>
            <a:off x="7780401" y="3785616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Text 90">
            <a:extLst>
              <a:ext uri="{FF2B5EF4-FFF2-40B4-BE49-F238E27FC236}">
                <a16:creationId xmlns:a16="http://schemas.microsoft.com/office/drawing/2014/main" id="{6F20346B-82B4-051E-A488-694A3CE0BDA0}"/>
              </a:ext>
            </a:extLst>
          </p:cNvPr>
          <p:cNvSpPr txBox="1"/>
          <p:nvPr/>
        </p:nvSpPr>
        <p:spPr>
          <a:xfrm>
            <a:off x="7780401" y="378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198" name="Shape 91">
            <a:extLst>
              <a:ext uri="{FF2B5EF4-FFF2-40B4-BE49-F238E27FC236}">
                <a16:creationId xmlns:a16="http://schemas.microsoft.com/office/drawing/2014/main" id="{476EF0F9-A8C7-7B23-C2C1-2BEBBFD0DF26}"/>
              </a:ext>
            </a:extLst>
          </p:cNvPr>
          <p:cNvSpPr/>
          <p:nvPr/>
        </p:nvSpPr>
        <p:spPr>
          <a:xfrm>
            <a:off x="8164449" y="3785616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0" name="Text 92">
            <a:extLst>
              <a:ext uri="{FF2B5EF4-FFF2-40B4-BE49-F238E27FC236}">
                <a16:creationId xmlns:a16="http://schemas.microsoft.com/office/drawing/2014/main" id="{19E3A7E8-A293-1C48-A7AC-48EB134637E0}"/>
              </a:ext>
            </a:extLst>
          </p:cNvPr>
          <p:cNvSpPr txBox="1"/>
          <p:nvPr/>
        </p:nvSpPr>
        <p:spPr>
          <a:xfrm>
            <a:off x="8164449" y="378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202" name="Shape 93">
            <a:extLst>
              <a:ext uri="{FF2B5EF4-FFF2-40B4-BE49-F238E27FC236}">
                <a16:creationId xmlns:a16="http://schemas.microsoft.com/office/drawing/2014/main" id="{F4466A29-EDB8-7439-6E40-274FF8F5C249}"/>
              </a:ext>
            </a:extLst>
          </p:cNvPr>
          <p:cNvSpPr/>
          <p:nvPr/>
        </p:nvSpPr>
        <p:spPr>
          <a:xfrm>
            <a:off x="7396353" y="4169664"/>
            <a:ext cx="384048" cy="384048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4" name="Text 94">
            <a:extLst>
              <a:ext uri="{FF2B5EF4-FFF2-40B4-BE49-F238E27FC236}">
                <a16:creationId xmlns:a16="http://schemas.microsoft.com/office/drawing/2014/main" id="{1098589D-EB19-711E-3D06-E3CE10582814}"/>
              </a:ext>
            </a:extLst>
          </p:cNvPr>
          <p:cNvSpPr txBox="1"/>
          <p:nvPr/>
        </p:nvSpPr>
        <p:spPr>
          <a:xfrm>
            <a:off x="7396353" y="4169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06" name="Shape 95">
            <a:extLst>
              <a:ext uri="{FF2B5EF4-FFF2-40B4-BE49-F238E27FC236}">
                <a16:creationId xmlns:a16="http://schemas.microsoft.com/office/drawing/2014/main" id="{93EB906D-1F95-048D-A78D-C7C48DF388AB}"/>
              </a:ext>
            </a:extLst>
          </p:cNvPr>
          <p:cNvSpPr/>
          <p:nvPr/>
        </p:nvSpPr>
        <p:spPr>
          <a:xfrm>
            <a:off x="7780401" y="4169664"/>
            <a:ext cx="384048" cy="384048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8" name="Text 96">
            <a:extLst>
              <a:ext uri="{FF2B5EF4-FFF2-40B4-BE49-F238E27FC236}">
                <a16:creationId xmlns:a16="http://schemas.microsoft.com/office/drawing/2014/main" id="{056D3689-C36B-EB0A-2256-FF8EEDF4237D}"/>
              </a:ext>
            </a:extLst>
          </p:cNvPr>
          <p:cNvSpPr txBox="1"/>
          <p:nvPr/>
        </p:nvSpPr>
        <p:spPr>
          <a:xfrm>
            <a:off x="7780401" y="4169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10" name="Shape 97">
            <a:extLst>
              <a:ext uri="{FF2B5EF4-FFF2-40B4-BE49-F238E27FC236}">
                <a16:creationId xmlns:a16="http://schemas.microsoft.com/office/drawing/2014/main" id="{58B3BC77-039F-756D-6ACC-8765E7E24BFD}"/>
              </a:ext>
            </a:extLst>
          </p:cNvPr>
          <p:cNvSpPr/>
          <p:nvPr/>
        </p:nvSpPr>
        <p:spPr>
          <a:xfrm>
            <a:off x="8164449" y="4169664"/>
            <a:ext cx="384048" cy="384048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2" name="Text 98">
            <a:extLst>
              <a:ext uri="{FF2B5EF4-FFF2-40B4-BE49-F238E27FC236}">
                <a16:creationId xmlns:a16="http://schemas.microsoft.com/office/drawing/2014/main" id="{86D6BEF8-7B98-D269-7E24-2DD1D2EC18A4}"/>
              </a:ext>
            </a:extLst>
          </p:cNvPr>
          <p:cNvSpPr txBox="1"/>
          <p:nvPr/>
        </p:nvSpPr>
        <p:spPr>
          <a:xfrm>
            <a:off x="8164449" y="4169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14" name="Text 99">
            <a:extLst>
              <a:ext uri="{FF2B5EF4-FFF2-40B4-BE49-F238E27FC236}">
                <a16:creationId xmlns:a16="http://schemas.microsoft.com/office/drawing/2014/main" id="{471A5955-5D10-5BCF-85E3-2415BD8D1F4A}"/>
              </a:ext>
            </a:extLst>
          </p:cNvPr>
          <p:cNvSpPr txBox="1"/>
          <p:nvPr/>
        </p:nvSpPr>
        <p:spPr>
          <a:xfrm>
            <a:off x="6825996" y="4782312"/>
            <a:ext cx="2292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average + difference (most used)</a:t>
            </a:r>
            <a:endParaRPr lang="en-US" sz="1400" dirty="0"/>
          </a:p>
        </p:txBody>
      </p:sp>
      <p:sp>
        <p:nvSpPr>
          <p:cNvPr id="216" name="Text 100">
            <a:extLst>
              <a:ext uri="{FF2B5EF4-FFF2-40B4-BE49-F238E27FC236}">
                <a16:creationId xmlns:a16="http://schemas.microsoft.com/office/drawing/2014/main" id="{526FE1C9-3D6F-4F43-65BB-D366C69025EA}"/>
              </a:ext>
            </a:extLst>
          </p:cNvPr>
          <p:cNvSpPr txBox="1"/>
          <p:nvPr/>
        </p:nvSpPr>
        <p:spPr>
          <a:xfrm>
            <a:off x="9347454" y="1143000"/>
            <a:ext cx="22928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Sobel (5 × 5)</a:t>
            </a:r>
            <a:endParaRPr lang="en-US" sz="1700" dirty="0"/>
          </a:p>
        </p:txBody>
      </p:sp>
      <p:sp>
        <p:nvSpPr>
          <p:cNvPr id="218" name="Shape 101">
            <a:extLst>
              <a:ext uri="{FF2B5EF4-FFF2-40B4-BE49-F238E27FC236}">
                <a16:creationId xmlns:a16="http://schemas.microsoft.com/office/drawing/2014/main" id="{C2B01CD6-367D-8BAB-59AA-0DFC3F97F270}"/>
              </a:ext>
            </a:extLst>
          </p:cNvPr>
          <p:cNvSpPr/>
          <p:nvPr/>
        </p:nvSpPr>
        <p:spPr>
          <a:xfrm>
            <a:off x="9762363" y="1600200"/>
            <a:ext cx="292608" cy="292608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0" name="Text 102">
            <a:extLst>
              <a:ext uri="{FF2B5EF4-FFF2-40B4-BE49-F238E27FC236}">
                <a16:creationId xmlns:a16="http://schemas.microsoft.com/office/drawing/2014/main" id="{8D3BBA1D-5AB4-7875-B9A9-D5195B522726}"/>
              </a:ext>
            </a:extLst>
          </p:cNvPr>
          <p:cNvSpPr txBox="1"/>
          <p:nvPr/>
        </p:nvSpPr>
        <p:spPr>
          <a:xfrm>
            <a:off x="9762363" y="1600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050" dirty="0"/>
          </a:p>
        </p:txBody>
      </p:sp>
      <p:sp>
        <p:nvSpPr>
          <p:cNvPr id="222" name="Shape 103">
            <a:extLst>
              <a:ext uri="{FF2B5EF4-FFF2-40B4-BE49-F238E27FC236}">
                <a16:creationId xmlns:a16="http://schemas.microsoft.com/office/drawing/2014/main" id="{6669A6A5-7683-4948-CA22-9514F900B92E}"/>
              </a:ext>
            </a:extLst>
          </p:cNvPr>
          <p:cNvSpPr/>
          <p:nvPr/>
        </p:nvSpPr>
        <p:spPr>
          <a:xfrm>
            <a:off x="10054971" y="1600200"/>
            <a:ext cx="292608" cy="292608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4" name="Text 104">
            <a:extLst>
              <a:ext uri="{FF2B5EF4-FFF2-40B4-BE49-F238E27FC236}">
                <a16:creationId xmlns:a16="http://schemas.microsoft.com/office/drawing/2014/main" id="{444C5AC6-295A-9F6A-7CA5-4240E141C08C}"/>
              </a:ext>
            </a:extLst>
          </p:cNvPr>
          <p:cNvSpPr txBox="1"/>
          <p:nvPr/>
        </p:nvSpPr>
        <p:spPr>
          <a:xfrm>
            <a:off x="10054971" y="1600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</a:t>
            </a:r>
            <a:endParaRPr lang="en-US" sz="1050" dirty="0"/>
          </a:p>
        </p:txBody>
      </p:sp>
      <p:sp>
        <p:nvSpPr>
          <p:cNvPr id="226" name="Shape 105">
            <a:extLst>
              <a:ext uri="{FF2B5EF4-FFF2-40B4-BE49-F238E27FC236}">
                <a16:creationId xmlns:a16="http://schemas.microsoft.com/office/drawing/2014/main" id="{2129E657-430A-0579-FBA6-072D077A1323}"/>
              </a:ext>
            </a:extLst>
          </p:cNvPr>
          <p:cNvSpPr/>
          <p:nvPr/>
        </p:nvSpPr>
        <p:spPr>
          <a:xfrm>
            <a:off x="10347579" y="1600200"/>
            <a:ext cx="29260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8" name="Text 106">
            <a:extLst>
              <a:ext uri="{FF2B5EF4-FFF2-40B4-BE49-F238E27FC236}">
                <a16:creationId xmlns:a16="http://schemas.microsoft.com/office/drawing/2014/main" id="{ADB5D042-E876-EC88-0CE0-E0B692ABAA8A}"/>
              </a:ext>
            </a:extLst>
          </p:cNvPr>
          <p:cNvSpPr txBox="1"/>
          <p:nvPr/>
        </p:nvSpPr>
        <p:spPr>
          <a:xfrm>
            <a:off x="10347579" y="1600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230" name="Shape 107">
            <a:extLst>
              <a:ext uri="{FF2B5EF4-FFF2-40B4-BE49-F238E27FC236}">
                <a16:creationId xmlns:a16="http://schemas.microsoft.com/office/drawing/2014/main" id="{0A8BA223-63C6-8E02-3958-6166C18B05E5}"/>
              </a:ext>
            </a:extLst>
          </p:cNvPr>
          <p:cNvSpPr/>
          <p:nvPr/>
        </p:nvSpPr>
        <p:spPr>
          <a:xfrm>
            <a:off x="10640187" y="1600200"/>
            <a:ext cx="292608" cy="292608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2" name="Text 108">
            <a:extLst>
              <a:ext uri="{FF2B5EF4-FFF2-40B4-BE49-F238E27FC236}">
                <a16:creationId xmlns:a16="http://schemas.microsoft.com/office/drawing/2014/main" id="{DBFEE084-B5EC-7BB7-0AB2-4DB345C2CFB0}"/>
              </a:ext>
            </a:extLst>
          </p:cNvPr>
          <p:cNvSpPr txBox="1"/>
          <p:nvPr/>
        </p:nvSpPr>
        <p:spPr>
          <a:xfrm>
            <a:off x="10640187" y="1600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234" name="Shape 109">
            <a:extLst>
              <a:ext uri="{FF2B5EF4-FFF2-40B4-BE49-F238E27FC236}">
                <a16:creationId xmlns:a16="http://schemas.microsoft.com/office/drawing/2014/main" id="{7F4600F5-D0F6-4F5F-13FB-4A925DFDB7FD}"/>
              </a:ext>
            </a:extLst>
          </p:cNvPr>
          <p:cNvSpPr/>
          <p:nvPr/>
        </p:nvSpPr>
        <p:spPr>
          <a:xfrm>
            <a:off x="10932795" y="1600200"/>
            <a:ext cx="292608" cy="292608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6" name="Text 110">
            <a:extLst>
              <a:ext uri="{FF2B5EF4-FFF2-40B4-BE49-F238E27FC236}">
                <a16:creationId xmlns:a16="http://schemas.microsoft.com/office/drawing/2014/main" id="{9AB44085-36AB-3943-DE46-C49BBB8CEB91}"/>
              </a:ext>
            </a:extLst>
          </p:cNvPr>
          <p:cNvSpPr txBox="1"/>
          <p:nvPr/>
        </p:nvSpPr>
        <p:spPr>
          <a:xfrm>
            <a:off x="10932795" y="1600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238" name="Shape 111">
            <a:extLst>
              <a:ext uri="{FF2B5EF4-FFF2-40B4-BE49-F238E27FC236}">
                <a16:creationId xmlns:a16="http://schemas.microsoft.com/office/drawing/2014/main" id="{8F136998-CC3E-5DD8-7489-B1959B8994EA}"/>
              </a:ext>
            </a:extLst>
          </p:cNvPr>
          <p:cNvSpPr/>
          <p:nvPr/>
        </p:nvSpPr>
        <p:spPr>
          <a:xfrm>
            <a:off x="9762363" y="1892808"/>
            <a:ext cx="292608" cy="292608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0" name="Text 112">
            <a:extLst>
              <a:ext uri="{FF2B5EF4-FFF2-40B4-BE49-F238E27FC236}">
                <a16:creationId xmlns:a16="http://schemas.microsoft.com/office/drawing/2014/main" id="{19EEDBB2-F32A-E609-273C-17D04F6F1C65}"/>
              </a:ext>
            </a:extLst>
          </p:cNvPr>
          <p:cNvSpPr txBox="1"/>
          <p:nvPr/>
        </p:nvSpPr>
        <p:spPr>
          <a:xfrm>
            <a:off x="9762363" y="1892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</a:t>
            </a:r>
            <a:endParaRPr lang="en-US" sz="1050" dirty="0"/>
          </a:p>
        </p:txBody>
      </p:sp>
      <p:sp>
        <p:nvSpPr>
          <p:cNvPr id="242" name="Shape 113">
            <a:extLst>
              <a:ext uri="{FF2B5EF4-FFF2-40B4-BE49-F238E27FC236}">
                <a16:creationId xmlns:a16="http://schemas.microsoft.com/office/drawing/2014/main" id="{6A73E6F0-D53E-FA20-66DD-8E782D08CC80}"/>
              </a:ext>
            </a:extLst>
          </p:cNvPr>
          <p:cNvSpPr/>
          <p:nvPr/>
        </p:nvSpPr>
        <p:spPr>
          <a:xfrm>
            <a:off x="10054971" y="1892808"/>
            <a:ext cx="292608" cy="292608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4" name="Text 114">
            <a:extLst>
              <a:ext uri="{FF2B5EF4-FFF2-40B4-BE49-F238E27FC236}">
                <a16:creationId xmlns:a16="http://schemas.microsoft.com/office/drawing/2014/main" id="{28FC9379-9B7F-9B11-F761-F23577377BC8}"/>
              </a:ext>
            </a:extLst>
          </p:cNvPr>
          <p:cNvSpPr txBox="1"/>
          <p:nvPr/>
        </p:nvSpPr>
        <p:spPr>
          <a:xfrm>
            <a:off x="10054971" y="1892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</a:t>
            </a:r>
            <a:endParaRPr lang="en-US" sz="1050" dirty="0"/>
          </a:p>
        </p:txBody>
      </p:sp>
      <p:sp>
        <p:nvSpPr>
          <p:cNvPr id="246" name="Shape 115">
            <a:extLst>
              <a:ext uri="{FF2B5EF4-FFF2-40B4-BE49-F238E27FC236}">
                <a16:creationId xmlns:a16="http://schemas.microsoft.com/office/drawing/2014/main" id="{64A3DEC1-ED3E-32DA-E030-9A1AC76114B7}"/>
              </a:ext>
            </a:extLst>
          </p:cNvPr>
          <p:cNvSpPr/>
          <p:nvPr/>
        </p:nvSpPr>
        <p:spPr>
          <a:xfrm>
            <a:off x="10347579" y="1892808"/>
            <a:ext cx="29260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8" name="Text 116">
            <a:extLst>
              <a:ext uri="{FF2B5EF4-FFF2-40B4-BE49-F238E27FC236}">
                <a16:creationId xmlns:a16="http://schemas.microsoft.com/office/drawing/2014/main" id="{3AD9C55D-6986-BB2A-EFBE-26E81F4DB237}"/>
              </a:ext>
            </a:extLst>
          </p:cNvPr>
          <p:cNvSpPr txBox="1"/>
          <p:nvPr/>
        </p:nvSpPr>
        <p:spPr>
          <a:xfrm>
            <a:off x="10347579" y="1892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250" name="Shape 117">
            <a:extLst>
              <a:ext uri="{FF2B5EF4-FFF2-40B4-BE49-F238E27FC236}">
                <a16:creationId xmlns:a16="http://schemas.microsoft.com/office/drawing/2014/main" id="{10414D3F-BA7F-1EB0-619C-2003E1A031D2}"/>
              </a:ext>
            </a:extLst>
          </p:cNvPr>
          <p:cNvSpPr/>
          <p:nvPr/>
        </p:nvSpPr>
        <p:spPr>
          <a:xfrm>
            <a:off x="10640187" y="1892808"/>
            <a:ext cx="292608" cy="292608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2" name="Text 118">
            <a:extLst>
              <a:ext uri="{FF2B5EF4-FFF2-40B4-BE49-F238E27FC236}">
                <a16:creationId xmlns:a16="http://schemas.microsoft.com/office/drawing/2014/main" id="{7854E4C0-FB16-D179-AF8C-E22F3114998A}"/>
              </a:ext>
            </a:extLst>
          </p:cNvPr>
          <p:cNvSpPr txBox="1"/>
          <p:nvPr/>
        </p:nvSpPr>
        <p:spPr>
          <a:xfrm>
            <a:off x="10640187" y="1892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254" name="Shape 119">
            <a:extLst>
              <a:ext uri="{FF2B5EF4-FFF2-40B4-BE49-F238E27FC236}">
                <a16:creationId xmlns:a16="http://schemas.microsoft.com/office/drawing/2014/main" id="{3429C376-388B-5CBD-F601-95DD60BFCC19}"/>
              </a:ext>
            </a:extLst>
          </p:cNvPr>
          <p:cNvSpPr/>
          <p:nvPr/>
        </p:nvSpPr>
        <p:spPr>
          <a:xfrm>
            <a:off x="10932795" y="1892808"/>
            <a:ext cx="292608" cy="292608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6" name="Text 120">
            <a:extLst>
              <a:ext uri="{FF2B5EF4-FFF2-40B4-BE49-F238E27FC236}">
                <a16:creationId xmlns:a16="http://schemas.microsoft.com/office/drawing/2014/main" id="{25F4D7F3-AB57-0D89-9C21-7EB413D822AF}"/>
              </a:ext>
            </a:extLst>
          </p:cNvPr>
          <p:cNvSpPr txBox="1"/>
          <p:nvPr/>
        </p:nvSpPr>
        <p:spPr>
          <a:xfrm>
            <a:off x="10932795" y="1892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58" name="Shape 121">
            <a:extLst>
              <a:ext uri="{FF2B5EF4-FFF2-40B4-BE49-F238E27FC236}">
                <a16:creationId xmlns:a16="http://schemas.microsoft.com/office/drawing/2014/main" id="{4999CB1D-1AF1-FF19-0AAA-D6E99A8A3C00}"/>
              </a:ext>
            </a:extLst>
          </p:cNvPr>
          <p:cNvSpPr/>
          <p:nvPr/>
        </p:nvSpPr>
        <p:spPr>
          <a:xfrm>
            <a:off x="9762363" y="2185416"/>
            <a:ext cx="292608" cy="292608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0" name="Text 122">
            <a:extLst>
              <a:ext uri="{FF2B5EF4-FFF2-40B4-BE49-F238E27FC236}">
                <a16:creationId xmlns:a16="http://schemas.microsoft.com/office/drawing/2014/main" id="{44400B19-F9CC-72CD-E689-83753A075AF7}"/>
              </a:ext>
            </a:extLst>
          </p:cNvPr>
          <p:cNvSpPr txBox="1"/>
          <p:nvPr/>
        </p:nvSpPr>
        <p:spPr>
          <a:xfrm>
            <a:off x="9762363" y="21854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</a:t>
            </a:r>
            <a:endParaRPr lang="en-US" sz="1050" dirty="0"/>
          </a:p>
        </p:txBody>
      </p:sp>
      <p:sp>
        <p:nvSpPr>
          <p:cNvPr id="262" name="Shape 123">
            <a:extLst>
              <a:ext uri="{FF2B5EF4-FFF2-40B4-BE49-F238E27FC236}">
                <a16:creationId xmlns:a16="http://schemas.microsoft.com/office/drawing/2014/main" id="{D1760866-9522-389B-4C0D-2280195DAA3F}"/>
              </a:ext>
            </a:extLst>
          </p:cNvPr>
          <p:cNvSpPr/>
          <p:nvPr/>
        </p:nvSpPr>
        <p:spPr>
          <a:xfrm>
            <a:off x="10054971" y="2185416"/>
            <a:ext cx="292608" cy="292608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4" name="Text 124">
            <a:extLst>
              <a:ext uri="{FF2B5EF4-FFF2-40B4-BE49-F238E27FC236}">
                <a16:creationId xmlns:a16="http://schemas.microsoft.com/office/drawing/2014/main" id="{FC420DAE-0102-1AD4-A774-B41A26CCC4C1}"/>
              </a:ext>
            </a:extLst>
          </p:cNvPr>
          <p:cNvSpPr txBox="1"/>
          <p:nvPr/>
        </p:nvSpPr>
        <p:spPr>
          <a:xfrm>
            <a:off x="10054971" y="21854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</a:t>
            </a:r>
            <a:endParaRPr lang="en-US" sz="1050" dirty="0"/>
          </a:p>
        </p:txBody>
      </p:sp>
      <p:sp>
        <p:nvSpPr>
          <p:cNvPr id="266" name="Shape 125">
            <a:extLst>
              <a:ext uri="{FF2B5EF4-FFF2-40B4-BE49-F238E27FC236}">
                <a16:creationId xmlns:a16="http://schemas.microsoft.com/office/drawing/2014/main" id="{65387DBA-2645-D224-6E30-4AF9BE23A75E}"/>
              </a:ext>
            </a:extLst>
          </p:cNvPr>
          <p:cNvSpPr/>
          <p:nvPr/>
        </p:nvSpPr>
        <p:spPr>
          <a:xfrm>
            <a:off x="10347579" y="2185416"/>
            <a:ext cx="29260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8" name="Text 126">
            <a:extLst>
              <a:ext uri="{FF2B5EF4-FFF2-40B4-BE49-F238E27FC236}">
                <a16:creationId xmlns:a16="http://schemas.microsoft.com/office/drawing/2014/main" id="{B2AA271D-DAD4-DA32-B4D8-145EE32844A0}"/>
              </a:ext>
            </a:extLst>
          </p:cNvPr>
          <p:cNvSpPr txBox="1"/>
          <p:nvPr/>
        </p:nvSpPr>
        <p:spPr>
          <a:xfrm>
            <a:off x="10347579" y="21854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270" name="Shape 127">
            <a:extLst>
              <a:ext uri="{FF2B5EF4-FFF2-40B4-BE49-F238E27FC236}">
                <a16:creationId xmlns:a16="http://schemas.microsoft.com/office/drawing/2014/main" id="{1742E750-F14F-D46B-2283-DB65A5C82000}"/>
              </a:ext>
            </a:extLst>
          </p:cNvPr>
          <p:cNvSpPr/>
          <p:nvPr/>
        </p:nvSpPr>
        <p:spPr>
          <a:xfrm>
            <a:off x="10640187" y="2185416"/>
            <a:ext cx="292608" cy="292608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2" name="Text 128">
            <a:extLst>
              <a:ext uri="{FF2B5EF4-FFF2-40B4-BE49-F238E27FC236}">
                <a16:creationId xmlns:a16="http://schemas.microsoft.com/office/drawing/2014/main" id="{DA9FE63E-31C5-3D0F-5BA4-07EEDED69F9D}"/>
              </a:ext>
            </a:extLst>
          </p:cNvPr>
          <p:cNvSpPr txBox="1"/>
          <p:nvPr/>
        </p:nvSpPr>
        <p:spPr>
          <a:xfrm>
            <a:off x="10640187" y="21854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50" dirty="0"/>
          </a:p>
        </p:txBody>
      </p:sp>
      <p:sp>
        <p:nvSpPr>
          <p:cNvPr id="274" name="Shape 129">
            <a:extLst>
              <a:ext uri="{FF2B5EF4-FFF2-40B4-BE49-F238E27FC236}">
                <a16:creationId xmlns:a16="http://schemas.microsoft.com/office/drawing/2014/main" id="{0C6D7DA7-780E-7760-EC5F-D00E8A8005B1}"/>
              </a:ext>
            </a:extLst>
          </p:cNvPr>
          <p:cNvSpPr/>
          <p:nvPr/>
        </p:nvSpPr>
        <p:spPr>
          <a:xfrm>
            <a:off x="10932795" y="2185416"/>
            <a:ext cx="292608" cy="292608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6" name="Text 130">
            <a:extLst>
              <a:ext uri="{FF2B5EF4-FFF2-40B4-BE49-F238E27FC236}">
                <a16:creationId xmlns:a16="http://schemas.microsoft.com/office/drawing/2014/main" id="{FC26783D-1C1E-68CB-9763-7DF7EA6AB02C}"/>
              </a:ext>
            </a:extLst>
          </p:cNvPr>
          <p:cNvSpPr txBox="1"/>
          <p:nvPr/>
        </p:nvSpPr>
        <p:spPr>
          <a:xfrm>
            <a:off x="10932795" y="21854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278" name="Shape 131">
            <a:extLst>
              <a:ext uri="{FF2B5EF4-FFF2-40B4-BE49-F238E27FC236}">
                <a16:creationId xmlns:a16="http://schemas.microsoft.com/office/drawing/2014/main" id="{9617D0E4-72B6-EE69-A0C6-BEA78FA0C3BD}"/>
              </a:ext>
            </a:extLst>
          </p:cNvPr>
          <p:cNvSpPr/>
          <p:nvPr/>
        </p:nvSpPr>
        <p:spPr>
          <a:xfrm>
            <a:off x="9762363" y="2478024"/>
            <a:ext cx="292608" cy="292608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0" name="Text 132">
            <a:extLst>
              <a:ext uri="{FF2B5EF4-FFF2-40B4-BE49-F238E27FC236}">
                <a16:creationId xmlns:a16="http://schemas.microsoft.com/office/drawing/2014/main" id="{D15DABE7-7A9F-6B4F-1427-DBE4070935C5}"/>
              </a:ext>
            </a:extLst>
          </p:cNvPr>
          <p:cNvSpPr txBox="1"/>
          <p:nvPr/>
        </p:nvSpPr>
        <p:spPr>
          <a:xfrm>
            <a:off x="9762363" y="24780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</a:t>
            </a:r>
            <a:endParaRPr lang="en-US" sz="1050" dirty="0"/>
          </a:p>
        </p:txBody>
      </p:sp>
      <p:sp>
        <p:nvSpPr>
          <p:cNvPr id="282" name="Shape 133">
            <a:extLst>
              <a:ext uri="{FF2B5EF4-FFF2-40B4-BE49-F238E27FC236}">
                <a16:creationId xmlns:a16="http://schemas.microsoft.com/office/drawing/2014/main" id="{BBA6E940-C1FB-A480-350F-8AFDF3F34AA4}"/>
              </a:ext>
            </a:extLst>
          </p:cNvPr>
          <p:cNvSpPr/>
          <p:nvPr/>
        </p:nvSpPr>
        <p:spPr>
          <a:xfrm>
            <a:off x="10054971" y="2478024"/>
            <a:ext cx="292608" cy="292608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4" name="Text 134">
            <a:extLst>
              <a:ext uri="{FF2B5EF4-FFF2-40B4-BE49-F238E27FC236}">
                <a16:creationId xmlns:a16="http://schemas.microsoft.com/office/drawing/2014/main" id="{D287CBF8-3757-1406-B056-38BE8C8A8AC0}"/>
              </a:ext>
            </a:extLst>
          </p:cNvPr>
          <p:cNvSpPr txBox="1"/>
          <p:nvPr/>
        </p:nvSpPr>
        <p:spPr>
          <a:xfrm>
            <a:off x="10054971" y="24780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</a:t>
            </a:r>
            <a:endParaRPr lang="en-US" sz="1050" dirty="0"/>
          </a:p>
        </p:txBody>
      </p:sp>
      <p:sp>
        <p:nvSpPr>
          <p:cNvPr id="286" name="Shape 135">
            <a:extLst>
              <a:ext uri="{FF2B5EF4-FFF2-40B4-BE49-F238E27FC236}">
                <a16:creationId xmlns:a16="http://schemas.microsoft.com/office/drawing/2014/main" id="{A3A3DA82-4043-83E6-9F39-94C78AAEDC6F}"/>
              </a:ext>
            </a:extLst>
          </p:cNvPr>
          <p:cNvSpPr/>
          <p:nvPr/>
        </p:nvSpPr>
        <p:spPr>
          <a:xfrm>
            <a:off x="10347579" y="2478024"/>
            <a:ext cx="29260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8" name="Text 136">
            <a:extLst>
              <a:ext uri="{FF2B5EF4-FFF2-40B4-BE49-F238E27FC236}">
                <a16:creationId xmlns:a16="http://schemas.microsoft.com/office/drawing/2014/main" id="{5A0E64DF-A14A-F074-68AA-9646954A0580}"/>
              </a:ext>
            </a:extLst>
          </p:cNvPr>
          <p:cNvSpPr txBox="1"/>
          <p:nvPr/>
        </p:nvSpPr>
        <p:spPr>
          <a:xfrm>
            <a:off x="10347579" y="24780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290" name="Shape 137">
            <a:extLst>
              <a:ext uri="{FF2B5EF4-FFF2-40B4-BE49-F238E27FC236}">
                <a16:creationId xmlns:a16="http://schemas.microsoft.com/office/drawing/2014/main" id="{6118FEEE-C5C6-3F13-738E-1A9997D12542}"/>
              </a:ext>
            </a:extLst>
          </p:cNvPr>
          <p:cNvSpPr/>
          <p:nvPr/>
        </p:nvSpPr>
        <p:spPr>
          <a:xfrm>
            <a:off x="10640187" y="2478024"/>
            <a:ext cx="292608" cy="292608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2" name="Text 138">
            <a:extLst>
              <a:ext uri="{FF2B5EF4-FFF2-40B4-BE49-F238E27FC236}">
                <a16:creationId xmlns:a16="http://schemas.microsoft.com/office/drawing/2014/main" id="{08CFADDA-1769-E1FA-2A5D-9BF182DEB358}"/>
              </a:ext>
            </a:extLst>
          </p:cNvPr>
          <p:cNvSpPr txBox="1"/>
          <p:nvPr/>
        </p:nvSpPr>
        <p:spPr>
          <a:xfrm>
            <a:off x="10640187" y="24780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294" name="Shape 139">
            <a:extLst>
              <a:ext uri="{FF2B5EF4-FFF2-40B4-BE49-F238E27FC236}">
                <a16:creationId xmlns:a16="http://schemas.microsoft.com/office/drawing/2014/main" id="{004A5B6C-C59E-7C1C-A8C2-AC5CA8BAC52B}"/>
              </a:ext>
            </a:extLst>
          </p:cNvPr>
          <p:cNvSpPr/>
          <p:nvPr/>
        </p:nvSpPr>
        <p:spPr>
          <a:xfrm>
            <a:off x="10932795" y="2478024"/>
            <a:ext cx="292608" cy="292608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6" name="Text 140">
            <a:extLst>
              <a:ext uri="{FF2B5EF4-FFF2-40B4-BE49-F238E27FC236}">
                <a16:creationId xmlns:a16="http://schemas.microsoft.com/office/drawing/2014/main" id="{AF88FA0B-6033-F785-9E4F-8754C5C519F2}"/>
              </a:ext>
            </a:extLst>
          </p:cNvPr>
          <p:cNvSpPr txBox="1"/>
          <p:nvPr/>
        </p:nvSpPr>
        <p:spPr>
          <a:xfrm>
            <a:off x="10932795" y="24780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98" name="Shape 141">
            <a:extLst>
              <a:ext uri="{FF2B5EF4-FFF2-40B4-BE49-F238E27FC236}">
                <a16:creationId xmlns:a16="http://schemas.microsoft.com/office/drawing/2014/main" id="{071B560F-C575-08B6-933A-72D7A7964DAC}"/>
              </a:ext>
            </a:extLst>
          </p:cNvPr>
          <p:cNvSpPr/>
          <p:nvPr/>
        </p:nvSpPr>
        <p:spPr>
          <a:xfrm>
            <a:off x="9762363" y="2770632"/>
            <a:ext cx="292608" cy="292608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0" name="Text 142">
            <a:extLst>
              <a:ext uri="{FF2B5EF4-FFF2-40B4-BE49-F238E27FC236}">
                <a16:creationId xmlns:a16="http://schemas.microsoft.com/office/drawing/2014/main" id="{B5B5C79E-170E-35F4-92EB-56824FB2E2FA}"/>
              </a:ext>
            </a:extLst>
          </p:cNvPr>
          <p:cNvSpPr txBox="1"/>
          <p:nvPr/>
        </p:nvSpPr>
        <p:spPr>
          <a:xfrm>
            <a:off x="9762363" y="2770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050" dirty="0"/>
          </a:p>
        </p:txBody>
      </p:sp>
      <p:sp>
        <p:nvSpPr>
          <p:cNvPr id="302" name="Shape 143">
            <a:extLst>
              <a:ext uri="{FF2B5EF4-FFF2-40B4-BE49-F238E27FC236}">
                <a16:creationId xmlns:a16="http://schemas.microsoft.com/office/drawing/2014/main" id="{01676958-F071-35BC-EDF1-D25CC0ACE096}"/>
              </a:ext>
            </a:extLst>
          </p:cNvPr>
          <p:cNvSpPr/>
          <p:nvPr/>
        </p:nvSpPr>
        <p:spPr>
          <a:xfrm>
            <a:off x="10054971" y="2770632"/>
            <a:ext cx="292608" cy="292608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4" name="Text 144">
            <a:extLst>
              <a:ext uri="{FF2B5EF4-FFF2-40B4-BE49-F238E27FC236}">
                <a16:creationId xmlns:a16="http://schemas.microsoft.com/office/drawing/2014/main" id="{AA38E84D-0B7A-0FAA-846E-DCE1B511E641}"/>
              </a:ext>
            </a:extLst>
          </p:cNvPr>
          <p:cNvSpPr txBox="1"/>
          <p:nvPr/>
        </p:nvSpPr>
        <p:spPr>
          <a:xfrm>
            <a:off x="10054971" y="2770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</a:t>
            </a:r>
            <a:endParaRPr lang="en-US" sz="1050" dirty="0"/>
          </a:p>
        </p:txBody>
      </p:sp>
      <p:sp>
        <p:nvSpPr>
          <p:cNvPr id="306" name="Shape 145">
            <a:extLst>
              <a:ext uri="{FF2B5EF4-FFF2-40B4-BE49-F238E27FC236}">
                <a16:creationId xmlns:a16="http://schemas.microsoft.com/office/drawing/2014/main" id="{C3E452D3-A7B6-167B-2967-D55021A3A5CF}"/>
              </a:ext>
            </a:extLst>
          </p:cNvPr>
          <p:cNvSpPr/>
          <p:nvPr/>
        </p:nvSpPr>
        <p:spPr>
          <a:xfrm>
            <a:off x="10347579" y="2770632"/>
            <a:ext cx="29260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8" name="Text 146">
            <a:extLst>
              <a:ext uri="{FF2B5EF4-FFF2-40B4-BE49-F238E27FC236}">
                <a16:creationId xmlns:a16="http://schemas.microsoft.com/office/drawing/2014/main" id="{9BF55944-AF3D-A62B-3232-AFF328E85B18}"/>
              </a:ext>
            </a:extLst>
          </p:cNvPr>
          <p:cNvSpPr txBox="1"/>
          <p:nvPr/>
        </p:nvSpPr>
        <p:spPr>
          <a:xfrm>
            <a:off x="10347579" y="2770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310" name="Shape 147">
            <a:extLst>
              <a:ext uri="{FF2B5EF4-FFF2-40B4-BE49-F238E27FC236}">
                <a16:creationId xmlns:a16="http://schemas.microsoft.com/office/drawing/2014/main" id="{65B56C6C-2819-C34E-A930-3FE7CE7DCFF6}"/>
              </a:ext>
            </a:extLst>
          </p:cNvPr>
          <p:cNvSpPr/>
          <p:nvPr/>
        </p:nvSpPr>
        <p:spPr>
          <a:xfrm>
            <a:off x="10640187" y="2770632"/>
            <a:ext cx="292608" cy="292608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2" name="Text 148">
            <a:extLst>
              <a:ext uri="{FF2B5EF4-FFF2-40B4-BE49-F238E27FC236}">
                <a16:creationId xmlns:a16="http://schemas.microsoft.com/office/drawing/2014/main" id="{4E5E4760-003C-4852-0EC0-565DECD39D85}"/>
              </a:ext>
            </a:extLst>
          </p:cNvPr>
          <p:cNvSpPr txBox="1"/>
          <p:nvPr/>
        </p:nvSpPr>
        <p:spPr>
          <a:xfrm>
            <a:off x="10640187" y="2770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314" name="Shape 149">
            <a:extLst>
              <a:ext uri="{FF2B5EF4-FFF2-40B4-BE49-F238E27FC236}">
                <a16:creationId xmlns:a16="http://schemas.microsoft.com/office/drawing/2014/main" id="{68B00F9F-4DF5-20F9-B16C-E35309B31BE1}"/>
              </a:ext>
            </a:extLst>
          </p:cNvPr>
          <p:cNvSpPr/>
          <p:nvPr/>
        </p:nvSpPr>
        <p:spPr>
          <a:xfrm>
            <a:off x="10932795" y="2770632"/>
            <a:ext cx="292608" cy="292608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6" name="Text 150">
            <a:extLst>
              <a:ext uri="{FF2B5EF4-FFF2-40B4-BE49-F238E27FC236}">
                <a16:creationId xmlns:a16="http://schemas.microsoft.com/office/drawing/2014/main" id="{0A8298B6-643D-D27E-5095-F018FDDEE0E3}"/>
              </a:ext>
            </a:extLst>
          </p:cNvPr>
          <p:cNvSpPr txBox="1"/>
          <p:nvPr/>
        </p:nvSpPr>
        <p:spPr>
          <a:xfrm>
            <a:off x="10932795" y="2770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318" name="Shape 151">
            <a:extLst>
              <a:ext uri="{FF2B5EF4-FFF2-40B4-BE49-F238E27FC236}">
                <a16:creationId xmlns:a16="http://schemas.microsoft.com/office/drawing/2014/main" id="{2C9EAB70-16B4-50B8-C3C8-F20F6D5AFADB}"/>
              </a:ext>
            </a:extLst>
          </p:cNvPr>
          <p:cNvSpPr/>
          <p:nvPr/>
        </p:nvSpPr>
        <p:spPr>
          <a:xfrm>
            <a:off x="9762363" y="3246120"/>
            <a:ext cx="292608" cy="292608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0" name="Text 152">
            <a:extLst>
              <a:ext uri="{FF2B5EF4-FFF2-40B4-BE49-F238E27FC236}">
                <a16:creationId xmlns:a16="http://schemas.microsoft.com/office/drawing/2014/main" id="{4EACC586-93F2-3B1A-E5D6-EE49156D0FBA}"/>
              </a:ext>
            </a:extLst>
          </p:cNvPr>
          <p:cNvSpPr txBox="1"/>
          <p:nvPr/>
        </p:nvSpPr>
        <p:spPr>
          <a:xfrm>
            <a:off x="9762363" y="3246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050" dirty="0"/>
          </a:p>
        </p:txBody>
      </p:sp>
      <p:sp>
        <p:nvSpPr>
          <p:cNvPr id="322" name="Shape 153">
            <a:extLst>
              <a:ext uri="{FF2B5EF4-FFF2-40B4-BE49-F238E27FC236}">
                <a16:creationId xmlns:a16="http://schemas.microsoft.com/office/drawing/2014/main" id="{C5394B3F-29C2-CD52-5DF2-CE3DA7AB1420}"/>
              </a:ext>
            </a:extLst>
          </p:cNvPr>
          <p:cNvSpPr/>
          <p:nvPr/>
        </p:nvSpPr>
        <p:spPr>
          <a:xfrm>
            <a:off x="10054971" y="3246120"/>
            <a:ext cx="292608" cy="292608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4" name="Text 154">
            <a:extLst>
              <a:ext uri="{FF2B5EF4-FFF2-40B4-BE49-F238E27FC236}">
                <a16:creationId xmlns:a16="http://schemas.microsoft.com/office/drawing/2014/main" id="{C754F885-4E42-BE02-B8A6-FFDE9A345103}"/>
              </a:ext>
            </a:extLst>
          </p:cNvPr>
          <p:cNvSpPr txBox="1"/>
          <p:nvPr/>
        </p:nvSpPr>
        <p:spPr>
          <a:xfrm>
            <a:off x="10054971" y="3246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</a:t>
            </a:r>
            <a:endParaRPr lang="en-US" sz="1050" dirty="0"/>
          </a:p>
        </p:txBody>
      </p:sp>
      <p:sp>
        <p:nvSpPr>
          <p:cNvPr id="326" name="Shape 155">
            <a:extLst>
              <a:ext uri="{FF2B5EF4-FFF2-40B4-BE49-F238E27FC236}">
                <a16:creationId xmlns:a16="http://schemas.microsoft.com/office/drawing/2014/main" id="{FDE21E8E-6D8E-3F78-408F-4BEA0B77A257}"/>
              </a:ext>
            </a:extLst>
          </p:cNvPr>
          <p:cNvSpPr/>
          <p:nvPr/>
        </p:nvSpPr>
        <p:spPr>
          <a:xfrm>
            <a:off x="10347579" y="3246120"/>
            <a:ext cx="292608" cy="292608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8" name="Text 156">
            <a:extLst>
              <a:ext uri="{FF2B5EF4-FFF2-40B4-BE49-F238E27FC236}">
                <a16:creationId xmlns:a16="http://schemas.microsoft.com/office/drawing/2014/main" id="{36B92C8D-CF7F-9B87-61B2-217F9D5ACF04}"/>
              </a:ext>
            </a:extLst>
          </p:cNvPr>
          <p:cNvSpPr txBox="1"/>
          <p:nvPr/>
        </p:nvSpPr>
        <p:spPr>
          <a:xfrm>
            <a:off x="10347579" y="3246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</a:t>
            </a:r>
            <a:endParaRPr lang="en-US" sz="1050" dirty="0"/>
          </a:p>
        </p:txBody>
      </p:sp>
      <p:sp>
        <p:nvSpPr>
          <p:cNvPr id="330" name="Shape 157">
            <a:extLst>
              <a:ext uri="{FF2B5EF4-FFF2-40B4-BE49-F238E27FC236}">
                <a16:creationId xmlns:a16="http://schemas.microsoft.com/office/drawing/2014/main" id="{FC8A8229-9E59-D9D3-CE8C-7FD6A12DA81D}"/>
              </a:ext>
            </a:extLst>
          </p:cNvPr>
          <p:cNvSpPr/>
          <p:nvPr/>
        </p:nvSpPr>
        <p:spPr>
          <a:xfrm>
            <a:off x="10640187" y="3246120"/>
            <a:ext cx="292608" cy="292608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2" name="Text 158">
            <a:extLst>
              <a:ext uri="{FF2B5EF4-FFF2-40B4-BE49-F238E27FC236}">
                <a16:creationId xmlns:a16="http://schemas.microsoft.com/office/drawing/2014/main" id="{B39E3A6D-ADA7-44C0-87DD-8BE9F2C1D1C0}"/>
              </a:ext>
            </a:extLst>
          </p:cNvPr>
          <p:cNvSpPr txBox="1"/>
          <p:nvPr/>
        </p:nvSpPr>
        <p:spPr>
          <a:xfrm>
            <a:off x="10640187" y="3246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</a:t>
            </a:r>
            <a:endParaRPr lang="en-US" sz="1050" dirty="0"/>
          </a:p>
        </p:txBody>
      </p:sp>
      <p:sp>
        <p:nvSpPr>
          <p:cNvPr id="334" name="Shape 159">
            <a:extLst>
              <a:ext uri="{FF2B5EF4-FFF2-40B4-BE49-F238E27FC236}">
                <a16:creationId xmlns:a16="http://schemas.microsoft.com/office/drawing/2014/main" id="{D8DBAA3F-1675-C1C4-A858-CA2F8BCC9156}"/>
              </a:ext>
            </a:extLst>
          </p:cNvPr>
          <p:cNvSpPr/>
          <p:nvPr/>
        </p:nvSpPr>
        <p:spPr>
          <a:xfrm>
            <a:off x="10932795" y="3246120"/>
            <a:ext cx="292608" cy="292608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6" name="Text 160">
            <a:extLst>
              <a:ext uri="{FF2B5EF4-FFF2-40B4-BE49-F238E27FC236}">
                <a16:creationId xmlns:a16="http://schemas.microsoft.com/office/drawing/2014/main" id="{7FEFCEC3-62D3-EE89-FC27-C91AB77AE4D4}"/>
              </a:ext>
            </a:extLst>
          </p:cNvPr>
          <p:cNvSpPr txBox="1"/>
          <p:nvPr/>
        </p:nvSpPr>
        <p:spPr>
          <a:xfrm>
            <a:off x="10932795" y="3246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050" dirty="0"/>
          </a:p>
        </p:txBody>
      </p:sp>
      <p:sp>
        <p:nvSpPr>
          <p:cNvPr id="338" name="Shape 161">
            <a:extLst>
              <a:ext uri="{FF2B5EF4-FFF2-40B4-BE49-F238E27FC236}">
                <a16:creationId xmlns:a16="http://schemas.microsoft.com/office/drawing/2014/main" id="{B1528FB9-E3F4-2F9F-6F4B-F49FD9DD1EC5}"/>
              </a:ext>
            </a:extLst>
          </p:cNvPr>
          <p:cNvSpPr/>
          <p:nvPr/>
        </p:nvSpPr>
        <p:spPr>
          <a:xfrm>
            <a:off x="9762363" y="3538728"/>
            <a:ext cx="292608" cy="292608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0" name="Text 162">
            <a:extLst>
              <a:ext uri="{FF2B5EF4-FFF2-40B4-BE49-F238E27FC236}">
                <a16:creationId xmlns:a16="http://schemas.microsoft.com/office/drawing/2014/main" id="{97302FA7-5B70-A91E-0244-AB5B05CC31D9}"/>
              </a:ext>
            </a:extLst>
          </p:cNvPr>
          <p:cNvSpPr txBox="1"/>
          <p:nvPr/>
        </p:nvSpPr>
        <p:spPr>
          <a:xfrm>
            <a:off x="9762363" y="3538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</a:t>
            </a:r>
            <a:endParaRPr lang="en-US" sz="1050" dirty="0"/>
          </a:p>
        </p:txBody>
      </p:sp>
      <p:sp>
        <p:nvSpPr>
          <p:cNvPr id="342" name="Shape 163">
            <a:extLst>
              <a:ext uri="{FF2B5EF4-FFF2-40B4-BE49-F238E27FC236}">
                <a16:creationId xmlns:a16="http://schemas.microsoft.com/office/drawing/2014/main" id="{8DA957CA-CF73-26C5-B0D8-70F67BCF393F}"/>
              </a:ext>
            </a:extLst>
          </p:cNvPr>
          <p:cNvSpPr/>
          <p:nvPr/>
        </p:nvSpPr>
        <p:spPr>
          <a:xfrm>
            <a:off x="10054971" y="3538728"/>
            <a:ext cx="292608" cy="292608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4" name="Text 164">
            <a:extLst>
              <a:ext uri="{FF2B5EF4-FFF2-40B4-BE49-F238E27FC236}">
                <a16:creationId xmlns:a16="http://schemas.microsoft.com/office/drawing/2014/main" id="{0D45B877-2E6A-CD30-0171-B6F1EA687B9A}"/>
              </a:ext>
            </a:extLst>
          </p:cNvPr>
          <p:cNvSpPr txBox="1"/>
          <p:nvPr/>
        </p:nvSpPr>
        <p:spPr>
          <a:xfrm>
            <a:off x="10054971" y="3538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</a:t>
            </a:r>
            <a:endParaRPr lang="en-US" sz="1050" dirty="0"/>
          </a:p>
        </p:txBody>
      </p:sp>
      <p:sp>
        <p:nvSpPr>
          <p:cNvPr id="346" name="Shape 165">
            <a:extLst>
              <a:ext uri="{FF2B5EF4-FFF2-40B4-BE49-F238E27FC236}">
                <a16:creationId xmlns:a16="http://schemas.microsoft.com/office/drawing/2014/main" id="{F8398A6F-A82F-A642-2221-513595B61E81}"/>
              </a:ext>
            </a:extLst>
          </p:cNvPr>
          <p:cNvSpPr/>
          <p:nvPr/>
        </p:nvSpPr>
        <p:spPr>
          <a:xfrm>
            <a:off x="10347579" y="3538728"/>
            <a:ext cx="292608" cy="292608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8" name="Text 166">
            <a:extLst>
              <a:ext uri="{FF2B5EF4-FFF2-40B4-BE49-F238E27FC236}">
                <a16:creationId xmlns:a16="http://schemas.microsoft.com/office/drawing/2014/main" id="{B52DD8CC-13A7-0F6B-E8E8-55B9921856E0}"/>
              </a:ext>
            </a:extLst>
          </p:cNvPr>
          <p:cNvSpPr txBox="1"/>
          <p:nvPr/>
        </p:nvSpPr>
        <p:spPr>
          <a:xfrm>
            <a:off x="10347579" y="3538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</a:t>
            </a:r>
            <a:endParaRPr lang="en-US" sz="1050" dirty="0"/>
          </a:p>
        </p:txBody>
      </p:sp>
      <p:sp>
        <p:nvSpPr>
          <p:cNvPr id="350" name="Shape 167">
            <a:extLst>
              <a:ext uri="{FF2B5EF4-FFF2-40B4-BE49-F238E27FC236}">
                <a16:creationId xmlns:a16="http://schemas.microsoft.com/office/drawing/2014/main" id="{15A4A82B-50CD-EFDB-7C92-2F3782429393}"/>
              </a:ext>
            </a:extLst>
          </p:cNvPr>
          <p:cNvSpPr/>
          <p:nvPr/>
        </p:nvSpPr>
        <p:spPr>
          <a:xfrm>
            <a:off x="10640187" y="3538728"/>
            <a:ext cx="292608" cy="292608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2" name="Text 168">
            <a:extLst>
              <a:ext uri="{FF2B5EF4-FFF2-40B4-BE49-F238E27FC236}">
                <a16:creationId xmlns:a16="http://schemas.microsoft.com/office/drawing/2014/main" id="{91916797-B95D-E878-1BBF-31BF0F294C23}"/>
              </a:ext>
            </a:extLst>
          </p:cNvPr>
          <p:cNvSpPr txBox="1"/>
          <p:nvPr/>
        </p:nvSpPr>
        <p:spPr>
          <a:xfrm>
            <a:off x="10640187" y="3538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</a:t>
            </a:r>
            <a:endParaRPr lang="en-US" sz="1050" dirty="0"/>
          </a:p>
        </p:txBody>
      </p:sp>
      <p:sp>
        <p:nvSpPr>
          <p:cNvPr id="354" name="Shape 169">
            <a:extLst>
              <a:ext uri="{FF2B5EF4-FFF2-40B4-BE49-F238E27FC236}">
                <a16:creationId xmlns:a16="http://schemas.microsoft.com/office/drawing/2014/main" id="{213870F5-5DEA-1D82-5D25-7DCDE583A0A5}"/>
              </a:ext>
            </a:extLst>
          </p:cNvPr>
          <p:cNvSpPr/>
          <p:nvPr/>
        </p:nvSpPr>
        <p:spPr>
          <a:xfrm>
            <a:off x="10932795" y="3538728"/>
            <a:ext cx="292608" cy="292608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6" name="Text 170">
            <a:extLst>
              <a:ext uri="{FF2B5EF4-FFF2-40B4-BE49-F238E27FC236}">
                <a16:creationId xmlns:a16="http://schemas.microsoft.com/office/drawing/2014/main" id="{5820C4F0-90B9-434B-15BF-154E874F5874}"/>
              </a:ext>
            </a:extLst>
          </p:cNvPr>
          <p:cNvSpPr txBox="1"/>
          <p:nvPr/>
        </p:nvSpPr>
        <p:spPr>
          <a:xfrm>
            <a:off x="10932795" y="3538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</a:t>
            </a:r>
            <a:endParaRPr lang="en-US" sz="1050" dirty="0"/>
          </a:p>
        </p:txBody>
      </p:sp>
      <p:sp>
        <p:nvSpPr>
          <p:cNvPr id="358" name="Shape 171">
            <a:extLst>
              <a:ext uri="{FF2B5EF4-FFF2-40B4-BE49-F238E27FC236}">
                <a16:creationId xmlns:a16="http://schemas.microsoft.com/office/drawing/2014/main" id="{E42CD0AB-45B6-1528-B0AE-3D5BD4BFE76F}"/>
              </a:ext>
            </a:extLst>
          </p:cNvPr>
          <p:cNvSpPr/>
          <p:nvPr/>
        </p:nvSpPr>
        <p:spPr>
          <a:xfrm>
            <a:off x="9762363" y="3831336"/>
            <a:ext cx="29260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0" name="Text 172">
            <a:extLst>
              <a:ext uri="{FF2B5EF4-FFF2-40B4-BE49-F238E27FC236}">
                <a16:creationId xmlns:a16="http://schemas.microsoft.com/office/drawing/2014/main" id="{0EC210E7-404F-A4A0-E291-B5DC01AB8273}"/>
              </a:ext>
            </a:extLst>
          </p:cNvPr>
          <p:cNvSpPr txBox="1"/>
          <p:nvPr/>
        </p:nvSpPr>
        <p:spPr>
          <a:xfrm>
            <a:off x="9762363" y="3831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362" name="Shape 173">
            <a:extLst>
              <a:ext uri="{FF2B5EF4-FFF2-40B4-BE49-F238E27FC236}">
                <a16:creationId xmlns:a16="http://schemas.microsoft.com/office/drawing/2014/main" id="{A1F45997-8B9F-F8AE-CE94-6E9473BE9CC9}"/>
              </a:ext>
            </a:extLst>
          </p:cNvPr>
          <p:cNvSpPr/>
          <p:nvPr/>
        </p:nvSpPr>
        <p:spPr>
          <a:xfrm>
            <a:off x="10054971" y="3831336"/>
            <a:ext cx="29260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4" name="Text 174">
            <a:extLst>
              <a:ext uri="{FF2B5EF4-FFF2-40B4-BE49-F238E27FC236}">
                <a16:creationId xmlns:a16="http://schemas.microsoft.com/office/drawing/2014/main" id="{E12F6712-91D2-268B-9388-D4EC12FED823}"/>
              </a:ext>
            </a:extLst>
          </p:cNvPr>
          <p:cNvSpPr txBox="1"/>
          <p:nvPr/>
        </p:nvSpPr>
        <p:spPr>
          <a:xfrm>
            <a:off x="10054971" y="3831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366" name="Shape 175">
            <a:extLst>
              <a:ext uri="{FF2B5EF4-FFF2-40B4-BE49-F238E27FC236}">
                <a16:creationId xmlns:a16="http://schemas.microsoft.com/office/drawing/2014/main" id="{933C3599-2CA1-F7B0-7647-91BD1752666A}"/>
              </a:ext>
            </a:extLst>
          </p:cNvPr>
          <p:cNvSpPr/>
          <p:nvPr/>
        </p:nvSpPr>
        <p:spPr>
          <a:xfrm>
            <a:off x="10347579" y="3831336"/>
            <a:ext cx="29260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8" name="Text 176">
            <a:extLst>
              <a:ext uri="{FF2B5EF4-FFF2-40B4-BE49-F238E27FC236}">
                <a16:creationId xmlns:a16="http://schemas.microsoft.com/office/drawing/2014/main" id="{A7367030-D934-D6D7-F32D-999A86A4AB99}"/>
              </a:ext>
            </a:extLst>
          </p:cNvPr>
          <p:cNvSpPr txBox="1"/>
          <p:nvPr/>
        </p:nvSpPr>
        <p:spPr>
          <a:xfrm>
            <a:off x="10347579" y="3831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370" name="Shape 177">
            <a:extLst>
              <a:ext uri="{FF2B5EF4-FFF2-40B4-BE49-F238E27FC236}">
                <a16:creationId xmlns:a16="http://schemas.microsoft.com/office/drawing/2014/main" id="{D6ADAF9E-AD49-4210-7F0F-8DBF3D6AFAC6}"/>
              </a:ext>
            </a:extLst>
          </p:cNvPr>
          <p:cNvSpPr/>
          <p:nvPr/>
        </p:nvSpPr>
        <p:spPr>
          <a:xfrm>
            <a:off x="10640187" y="3831336"/>
            <a:ext cx="29260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2" name="Text 178">
            <a:extLst>
              <a:ext uri="{FF2B5EF4-FFF2-40B4-BE49-F238E27FC236}">
                <a16:creationId xmlns:a16="http://schemas.microsoft.com/office/drawing/2014/main" id="{C57741D3-D48D-71DF-8CD8-E882EAD8D39F}"/>
              </a:ext>
            </a:extLst>
          </p:cNvPr>
          <p:cNvSpPr txBox="1"/>
          <p:nvPr/>
        </p:nvSpPr>
        <p:spPr>
          <a:xfrm>
            <a:off x="10640187" y="3831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374" name="Shape 179">
            <a:extLst>
              <a:ext uri="{FF2B5EF4-FFF2-40B4-BE49-F238E27FC236}">
                <a16:creationId xmlns:a16="http://schemas.microsoft.com/office/drawing/2014/main" id="{8EBFE33F-BFC4-F70D-523F-282F3DC0355A}"/>
              </a:ext>
            </a:extLst>
          </p:cNvPr>
          <p:cNvSpPr/>
          <p:nvPr/>
        </p:nvSpPr>
        <p:spPr>
          <a:xfrm>
            <a:off x="10932795" y="3831336"/>
            <a:ext cx="29260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6" name="Text 180">
            <a:extLst>
              <a:ext uri="{FF2B5EF4-FFF2-40B4-BE49-F238E27FC236}">
                <a16:creationId xmlns:a16="http://schemas.microsoft.com/office/drawing/2014/main" id="{8FFA5536-B4D4-65C7-3784-5E1B10F724C7}"/>
              </a:ext>
            </a:extLst>
          </p:cNvPr>
          <p:cNvSpPr txBox="1"/>
          <p:nvPr/>
        </p:nvSpPr>
        <p:spPr>
          <a:xfrm>
            <a:off x="10932795" y="3831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378" name="Shape 181">
            <a:extLst>
              <a:ext uri="{FF2B5EF4-FFF2-40B4-BE49-F238E27FC236}">
                <a16:creationId xmlns:a16="http://schemas.microsoft.com/office/drawing/2014/main" id="{660F3F1E-F6C6-E8E3-CE1F-5BD99B171209}"/>
              </a:ext>
            </a:extLst>
          </p:cNvPr>
          <p:cNvSpPr/>
          <p:nvPr/>
        </p:nvSpPr>
        <p:spPr>
          <a:xfrm>
            <a:off x="9762363" y="4123944"/>
            <a:ext cx="292608" cy="292608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0" name="Text 182">
            <a:extLst>
              <a:ext uri="{FF2B5EF4-FFF2-40B4-BE49-F238E27FC236}">
                <a16:creationId xmlns:a16="http://schemas.microsoft.com/office/drawing/2014/main" id="{F5887E93-80A9-4F9A-582E-52F1F38C82E0}"/>
              </a:ext>
            </a:extLst>
          </p:cNvPr>
          <p:cNvSpPr txBox="1"/>
          <p:nvPr/>
        </p:nvSpPr>
        <p:spPr>
          <a:xfrm>
            <a:off x="9762363" y="4123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382" name="Shape 183">
            <a:extLst>
              <a:ext uri="{FF2B5EF4-FFF2-40B4-BE49-F238E27FC236}">
                <a16:creationId xmlns:a16="http://schemas.microsoft.com/office/drawing/2014/main" id="{A3F004A1-85C4-64C0-ABC5-FD223B20DA31}"/>
              </a:ext>
            </a:extLst>
          </p:cNvPr>
          <p:cNvSpPr/>
          <p:nvPr/>
        </p:nvSpPr>
        <p:spPr>
          <a:xfrm>
            <a:off x="10054971" y="4123944"/>
            <a:ext cx="292608" cy="292608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4" name="Text 184">
            <a:extLst>
              <a:ext uri="{FF2B5EF4-FFF2-40B4-BE49-F238E27FC236}">
                <a16:creationId xmlns:a16="http://schemas.microsoft.com/office/drawing/2014/main" id="{EE6682E6-4DB5-909C-3592-37FBFD467B64}"/>
              </a:ext>
            </a:extLst>
          </p:cNvPr>
          <p:cNvSpPr txBox="1"/>
          <p:nvPr/>
        </p:nvSpPr>
        <p:spPr>
          <a:xfrm>
            <a:off x="10054971" y="4123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386" name="Shape 185">
            <a:extLst>
              <a:ext uri="{FF2B5EF4-FFF2-40B4-BE49-F238E27FC236}">
                <a16:creationId xmlns:a16="http://schemas.microsoft.com/office/drawing/2014/main" id="{4CB7D44C-4632-11D8-5688-452BA9BC3385}"/>
              </a:ext>
            </a:extLst>
          </p:cNvPr>
          <p:cNvSpPr/>
          <p:nvPr/>
        </p:nvSpPr>
        <p:spPr>
          <a:xfrm>
            <a:off x="10347579" y="4123944"/>
            <a:ext cx="292608" cy="292608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8" name="Text 186">
            <a:extLst>
              <a:ext uri="{FF2B5EF4-FFF2-40B4-BE49-F238E27FC236}">
                <a16:creationId xmlns:a16="http://schemas.microsoft.com/office/drawing/2014/main" id="{8E284AA9-711F-690D-E649-39D1481E9D6C}"/>
              </a:ext>
            </a:extLst>
          </p:cNvPr>
          <p:cNvSpPr txBox="1"/>
          <p:nvPr/>
        </p:nvSpPr>
        <p:spPr>
          <a:xfrm>
            <a:off x="10347579" y="4123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50" dirty="0"/>
          </a:p>
        </p:txBody>
      </p:sp>
      <p:sp>
        <p:nvSpPr>
          <p:cNvPr id="390" name="Shape 187">
            <a:extLst>
              <a:ext uri="{FF2B5EF4-FFF2-40B4-BE49-F238E27FC236}">
                <a16:creationId xmlns:a16="http://schemas.microsoft.com/office/drawing/2014/main" id="{DDE0E8D5-32BC-561D-52D1-032B430AD834}"/>
              </a:ext>
            </a:extLst>
          </p:cNvPr>
          <p:cNvSpPr/>
          <p:nvPr/>
        </p:nvSpPr>
        <p:spPr>
          <a:xfrm>
            <a:off x="10640187" y="4123944"/>
            <a:ext cx="292608" cy="292608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2" name="Text 188">
            <a:extLst>
              <a:ext uri="{FF2B5EF4-FFF2-40B4-BE49-F238E27FC236}">
                <a16:creationId xmlns:a16="http://schemas.microsoft.com/office/drawing/2014/main" id="{3DB81160-97B6-BF5E-BA2A-36A9F8DC1A1E}"/>
              </a:ext>
            </a:extLst>
          </p:cNvPr>
          <p:cNvSpPr txBox="1"/>
          <p:nvPr/>
        </p:nvSpPr>
        <p:spPr>
          <a:xfrm>
            <a:off x="10640187" y="4123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394" name="Shape 189">
            <a:extLst>
              <a:ext uri="{FF2B5EF4-FFF2-40B4-BE49-F238E27FC236}">
                <a16:creationId xmlns:a16="http://schemas.microsoft.com/office/drawing/2014/main" id="{B3665120-DFD7-37F1-5DE7-751CEEBBF1A2}"/>
              </a:ext>
            </a:extLst>
          </p:cNvPr>
          <p:cNvSpPr/>
          <p:nvPr/>
        </p:nvSpPr>
        <p:spPr>
          <a:xfrm>
            <a:off x="10932795" y="4123944"/>
            <a:ext cx="292608" cy="292608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6" name="Text 190">
            <a:extLst>
              <a:ext uri="{FF2B5EF4-FFF2-40B4-BE49-F238E27FC236}">
                <a16:creationId xmlns:a16="http://schemas.microsoft.com/office/drawing/2014/main" id="{4B7509CF-0B2C-0B99-15FF-19CC8635B017}"/>
              </a:ext>
            </a:extLst>
          </p:cNvPr>
          <p:cNvSpPr txBox="1"/>
          <p:nvPr/>
        </p:nvSpPr>
        <p:spPr>
          <a:xfrm>
            <a:off x="10932795" y="4123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398" name="Shape 191">
            <a:extLst>
              <a:ext uri="{FF2B5EF4-FFF2-40B4-BE49-F238E27FC236}">
                <a16:creationId xmlns:a16="http://schemas.microsoft.com/office/drawing/2014/main" id="{7300E3E9-537A-78D0-41CF-6D9E4F1A5B21}"/>
              </a:ext>
            </a:extLst>
          </p:cNvPr>
          <p:cNvSpPr/>
          <p:nvPr/>
        </p:nvSpPr>
        <p:spPr>
          <a:xfrm>
            <a:off x="9762363" y="4416552"/>
            <a:ext cx="292608" cy="292608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0" name="Text 192">
            <a:extLst>
              <a:ext uri="{FF2B5EF4-FFF2-40B4-BE49-F238E27FC236}">
                <a16:creationId xmlns:a16="http://schemas.microsoft.com/office/drawing/2014/main" id="{DC2321BC-784A-E685-FCB6-40BA372A09BB}"/>
              </a:ext>
            </a:extLst>
          </p:cNvPr>
          <p:cNvSpPr txBox="1"/>
          <p:nvPr/>
        </p:nvSpPr>
        <p:spPr>
          <a:xfrm>
            <a:off x="9762363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402" name="Shape 193">
            <a:extLst>
              <a:ext uri="{FF2B5EF4-FFF2-40B4-BE49-F238E27FC236}">
                <a16:creationId xmlns:a16="http://schemas.microsoft.com/office/drawing/2014/main" id="{8C3F5CFC-C967-26CF-2CE0-9923A05A9949}"/>
              </a:ext>
            </a:extLst>
          </p:cNvPr>
          <p:cNvSpPr/>
          <p:nvPr/>
        </p:nvSpPr>
        <p:spPr>
          <a:xfrm>
            <a:off x="10054971" y="4416552"/>
            <a:ext cx="292608" cy="292608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4" name="Text 194">
            <a:extLst>
              <a:ext uri="{FF2B5EF4-FFF2-40B4-BE49-F238E27FC236}">
                <a16:creationId xmlns:a16="http://schemas.microsoft.com/office/drawing/2014/main" id="{3A9C268F-86B1-2046-D960-EC2163996D7C}"/>
              </a:ext>
            </a:extLst>
          </p:cNvPr>
          <p:cNvSpPr txBox="1"/>
          <p:nvPr/>
        </p:nvSpPr>
        <p:spPr>
          <a:xfrm>
            <a:off x="10054971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406" name="Shape 195">
            <a:extLst>
              <a:ext uri="{FF2B5EF4-FFF2-40B4-BE49-F238E27FC236}">
                <a16:creationId xmlns:a16="http://schemas.microsoft.com/office/drawing/2014/main" id="{D79951F8-8912-20E2-B7BC-92041AF304F8}"/>
              </a:ext>
            </a:extLst>
          </p:cNvPr>
          <p:cNvSpPr/>
          <p:nvPr/>
        </p:nvSpPr>
        <p:spPr>
          <a:xfrm>
            <a:off x="10347579" y="4416552"/>
            <a:ext cx="292608" cy="292608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8" name="Text 196">
            <a:extLst>
              <a:ext uri="{FF2B5EF4-FFF2-40B4-BE49-F238E27FC236}">
                <a16:creationId xmlns:a16="http://schemas.microsoft.com/office/drawing/2014/main" id="{65AB3F88-DCFF-4903-0CFA-E4AFF015C926}"/>
              </a:ext>
            </a:extLst>
          </p:cNvPr>
          <p:cNvSpPr txBox="1"/>
          <p:nvPr/>
        </p:nvSpPr>
        <p:spPr>
          <a:xfrm>
            <a:off x="10347579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410" name="Shape 197">
            <a:extLst>
              <a:ext uri="{FF2B5EF4-FFF2-40B4-BE49-F238E27FC236}">
                <a16:creationId xmlns:a16="http://schemas.microsoft.com/office/drawing/2014/main" id="{A9E5423F-781C-880B-890B-55982402BEEF}"/>
              </a:ext>
            </a:extLst>
          </p:cNvPr>
          <p:cNvSpPr/>
          <p:nvPr/>
        </p:nvSpPr>
        <p:spPr>
          <a:xfrm>
            <a:off x="10640187" y="4416552"/>
            <a:ext cx="292608" cy="292608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2" name="Text 198">
            <a:extLst>
              <a:ext uri="{FF2B5EF4-FFF2-40B4-BE49-F238E27FC236}">
                <a16:creationId xmlns:a16="http://schemas.microsoft.com/office/drawing/2014/main" id="{423157C9-6C6E-FEAD-3D53-747AEF64D8CC}"/>
              </a:ext>
            </a:extLst>
          </p:cNvPr>
          <p:cNvSpPr txBox="1"/>
          <p:nvPr/>
        </p:nvSpPr>
        <p:spPr>
          <a:xfrm>
            <a:off x="10640187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414" name="Shape 199">
            <a:extLst>
              <a:ext uri="{FF2B5EF4-FFF2-40B4-BE49-F238E27FC236}">
                <a16:creationId xmlns:a16="http://schemas.microsoft.com/office/drawing/2014/main" id="{3EB74E39-8D04-B935-4AC4-BA080F831669}"/>
              </a:ext>
            </a:extLst>
          </p:cNvPr>
          <p:cNvSpPr/>
          <p:nvPr/>
        </p:nvSpPr>
        <p:spPr>
          <a:xfrm>
            <a:off x="10932795" y="4416552"/>
            <a:ext cx="292608" cy="292608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6" name="Text 200">
            <a:extLst>
              <a:ext uri="{FF2B5EF4-FFF2-40B4-BE49-F238E27FC236}">
                <a16:creationId xmlns:a16="http://schemas.microsoft.com/office/drawing/2014/main" id="{19C8D789-4011-0642-530F-A3E10073FF16}"/>
              </a:ext>
            </a:extLst>
          </p:cNvPr>
          <p:cNvSpPr txBox="1"/>
          <p:nvPr/>
        </p:nvSpPr>
        <p:spPr>
          <a:xfrm>
            <a:off x="10932795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418" name="Text 201">
            <a:extLst>
              <a:ext uri="{FF2B5EF4-FFF2-40B4-BE49-F238E27FC236}">
                <a16:creationId xmlns:a16="http://schemas.microsoft.com/office/drawing/2014/main" id="{3ABF4F19-BCF2-2250-1655-5713554CC477}"/>
              </a:ext>
            </a:extLst>
          </p:cNvPr>
          <p:cNvSpPr txBox="1"/>
          <p:nvPr/>
        </p:nvSpPr>
        <p:spPr>
          <a:xfrm>
            <a:off x="9347454" y="4782312"/>
            <a:ext cx="2292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smoothing, less noise, thicker edges</a:t>
            </a:r>
            <a:endParaRPr lang="en-US" sz="1400" dirty="0"/>
          </a:p>
        </p:txBody>
      </p:sp>
      <p:sp>
        <p:nvSpPr>
          <p:cNvPr id="422" name="Shape 203">
            <a:extLst>
              <a:ext uri="{FF2B5EF4-FFF2-40B4-BE49-F238E27FC236}">
                <a16:creationId xmlns:a16="http://schemas.microsoft.com/office/drawing/2014/main" id="{F82B85F2-8CF6-3F63-2453-EE25071AC287}"/>
              </a:ext>
            </a:extLst>
          </p:cNvPr>
          <p:cNvSpPr/>
          <p:nvPr/>
        </p:nvSpPr>
        <p:spPr>
          <a:xfrm>
            <a:off x="548640" y="5596128"/>
            <a:ext cx="11091672" cy="566928"/>
          </a:xfrm>
          <a:prstGeom prst="rect">
            <a:avLst/>
          </a:prstGeom>
          <a:solidFill>
            <a:srgbClr val="E3EFF9"/>
          </a:solidFill>
          <a:ln w="12700">
            <a:solidFill>
              <a:srgbClr val="E3EFF9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operator = a difference across the edge, plus more or less smoothing along it.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7182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524E4-D8B5-3835-3F9F-653F326EC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61A63E0-E3C6-18A6-4C6F-E2F3908D8DED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594FB43F-4ABA-5BBA-D478-05148943B6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5E8495A-C324-3EE0-617B-7AF47EFB8497}"/>
              </a:ext>
            </a:extLst>
          </p:cNvPr>
          <p:cNvCxnSpPr>
            <a:cxnSpLocks/>
          </p:cNvCxnSpPr>
          <p:nvPr/>
        </p:nvCxnSpPr>
        <p:spPr>
          <a:xfrm>
            <a:off x="424637" y="877991"/>
            <a:ext cx="11342725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9A174D0-8E85-3A7A-E10E-2368DD9C4341}"/>
              </a:ext>
            </a:extLst>
          </p:cNvPr>
          <p:cNvSpPr txBox="1"/>
          <p:nvPr/>
        </p:nvSpPr>
        <p:spPr>
          <a:xfrm>
            <a:off x="548640" y="293216"/>
            <a:ext cx="42466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Roberts operator (2 × 2)</a:t>
            </a:r>
            <a:endParaRPr lang="en-US" sz="3200" dirty="0"/>
          </a:p>
        </p:txBody>
      </p:sp>
      <p:pic>
        <p:nvPicPr>
          <p:cNvPr id="56" name="Picture 55" descr="Logo&#10;&#10;Description automatically generated">
            <a:extLst>
              <a:ext uri="{FF2B5EF4-FFF2-40B4-BE49-F238E27FC236}">
                <a16:creationId xmlns:a16="http://schemas.microsoft.com/office/drawing/2014/main" id="{BF280FBA-BEE4-670A-7E8D-ACFDA768A62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5" y="6487028"/>
            <a:ext cx="1747748" cy="3311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E56878F-5AD5-5430-C415-53D8F69709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17328"/>
            <a:ext cx="578348" cy="578348"/>
          </a:xfrm>
          <a:prstGeom prst="rect">
            <a:avLst/>
          </a:prstGeom>
        </p:spPr>
      </p:pic>
      <p:sp>
        <p:nvSpPr>
          <p:cNvPr id="94" name="Parallelogram 41">
            <a:extLst>
              <a:ext uri="{FF2B5EF4-FFF2-40B4-BE49-F238E27FC236}">
                <a16:creationId xmlns:a16="http://schemas.microsoft.com/office/drawing/2014/main" id="{27F204A9-881A-F7F5-ED97-17F98A451F1A}"/>
              </a:ext>
            </a:extLst>
          </p:cNvPr>
          <p:cNvSpPr/>
          <p:nvPr/>
        </p:nvSpPr>
        <p:spPr>
          <a:xfrm>
            <a:off x="11427012" y="6490706"/>
            <a:ext cx="764988" cy="3709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16/34</a:t>
            </a: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DF31BE67-60B2-6BD3-AE0B-3F7F7629633A}"/>
              </a:ext>
            </a:extLst>
          </p:cNvPr>
          <p:cNvSpPr/>
          <p:nvPr/>
        </p:nvSpPr>
        <p:spPr>
          <a:xfrm>
            <a:off x="822960" y="1600200"/>
            <a:ext cx="73152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5D3952D3-E4B4-5E13-F4F3-03679D17490F}"/>
              </a:ext>
            </a:extLst>
          </p:cNvPr>
          <p:cNvSpPr txBox="1"/>
          <p:nvPr/>
        </p:nvSpPr>
        <p:spPr>
          <a:xfrm>
            <a:off x="82296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AB610ADF-9DB4-B217-3922-9D3F70E4BA63}"/>
              </a:ext>
            </a:extLst>
          </p:cNvPr>
          <p:cNvSpPr/>
          <p:nvPr/>
        </p:nvSpPr>
        <p:spPr>
          <a:xfrm>
            <a:off x="1554480" y="1600200"/>
            <a:ext cx="731520" cy="731520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F1E63261-A531-67C6-7331-7258C497CDC3}"/>
              </a:ext>
            </a:extLst>
          </p:cNvPr>
          <p:cNvSpPr txBox="1"/>
          <p:nvPr/>
        </p:nvSpPr>
        <p:spPr>
          <a:xfrm>
            <a:off x="155448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8C7B5E9D-2FCB-9A0C-A204-834A83C1A4DA}"/>
              </a:ext>
            </a:extLst>
          </p:cNvPr>
          <p:cNvSpPr/>
          <p:nvPr/>
        </p:nvSpPr>
        <p:spPr>
          <a:xfrm>
            <a:off x="822960" y="2331720"/>
            <a:ext cx="731520" cy="731520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DA06E2ED-959C-51B2-9C38-2BCB0EF1C0BF}"/>
              </a:ext>
            </a:extLst>
          </p:cNvPr>
          <p:cNvSpPr txBox="1"/>
          <p:nvPr/>
        </p:nvSpPr>
        <p:spPr>
          <a:xfrm>
            <a:off x="822960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2000" dirty="0"/>
          </a:p>
        </p:txBody>
      </p:sp>
      <p:sp>
        <p:nvSpPr>
          <p:cNvPr id="27" name="Shape 10">
            <a:extLst>
              <a:ext uri="{FF2B5EF4-FFF2-40B4-BE49-F238E27FC236}">
                <a16:creationId xmlns:a16="http://schemas.microsoft.com/office/drawing/2014/main" id="{2EC677C1-1212-984A-5170-89007F15C657}"/>
              </a:ext>
            </a:extLst>
          </p:cNvPr>
          <p:cNvSpPr/>
          <p:nvPr/>
        </p:nvSpPr>
        <p:spPr>
          <a:xfrm>
            <a:off x="1554480" y="2331720"/>
            <a:ext cx="73152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11">
            <a:extLst>
              <a:ext uri="{FF2B5EF4-FFF2-40B4-BE49-F238E27FC236}">
                <a16:creationId xmlns:a16="http://schemas.microsoft.com/office/drawing/2014/main" id="{BD243B45-B290-B593-3FC4-6724E24049DF}"/>
              </a:ext>
            </a:extLst>
          </p:cNvPr>
          <p:cNvSpPr txBox="1"/>
          <p:nvPr/>
        </p:nvSpPr>
        <p:spPr>
          <a:xfrm>
            <a:off x="1554480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35" name="Text 12">
            <a:extLst>
              <a:ext uri="{FF2B5EF4-FFF2-40B4-BE49-F238E27FC236}">
                <a16:creationId xmlns:a16="http://schemas.microsoft.com/office/drawing/2014/main" id="{1819CC7B-AC50-3B68-BD68-93C018E5AE8D}"/>
              </a:ext>
            </a:extLst>
          </p:cNvPr>
          <p:cNvSpPr txBox="1"/>
          <p:nvPr/>
        </p:nvSpPr>
        <p:spPr>
          <a:xfrm>
            <a:off x="822960" y="3108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Gx</a:t>
            </a:r>
            <a:endParaRPr lang="en-US" sz="1600" dirty="0"/>
          </a:p>
        </p:txBody>
      </p:sp>
      <p:sp>
        <p:nvSpPr>
          <p:cNvPr id="38" name="Shape 13">
            <a:extLst>
              <a:ext uri="{FF2B5EF4-FFF2-40B4-BE49-F238E27FC236}">
                <a16:creationId xmlns:a16="http://schemas.microsoft.com/office/drawing/2014/main" id="{F5138F73-324F-4287-91A0-547F3E22F868}"/>
              </a:ext>
            </a:extLst>
          </p:cNvPr>
          <p:cNvSpPr/>
          <p:nvPr/>
        </p:nvSpPr>
        <p:spPr>
          <a:xfrm>
            <a:off x="2743200" y="1600200"/>
            <a:ext cx="731520" cy="731520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14">
            <a:extLst>
              <a:ext uri="{FF2B5EF4-FFF2-40B4-BE49-F238E27FC236}">
                <a16:creationId xmlns:a16="http://schemas.microsoft.com/office/drawing/2014/main" id="{1027620A-7E74-7E08-9D95-6C1D2C40DF07}"/>
              </a:ext>
            </a:extLst>
          </p:cNvPr>
          <p:cNvSpPr txBox="1"/>
          <p:nvPr/>
        </p:nvSpPr>
        <p:spPr>
          <a:xfrm>
            <a:off x="274320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44" name="Shape 15">
            <a:extLst>
              <a:ext uri="{FF2B5EF4-FFF2-40B4-BE49-F238E27FC236}">
                <a16:creationId xmlns:a16="http://schemas.microsoft.com/office/drawing/2014/main" id="{A8699FB0-3D07-EEFA-32CF-F127D6DB063C}"/>
              </a:ext>
            </a:extLst>
          </p:cNvPr>
          <p:cNvSpPr/>
          <p:nvPr/>
        </p:nvSpPr>
        <p:spPr>
          <a:xfrm>
            <a:off x="3474720" y="1600200"/>
            <a:ext cx="73152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16">
            <a:extLst>
              <a:ext uri="{FF2B5EF4-FFF2-40B4-BE49-F238E27FC236}">
                <a16:creationId xmlns:a16="http://schemas.microsoft.com/office/drawing/2014/main" id="{11D7C757-FEB2-7D6D-6F28-C45F953FD58C}"/>
              </a:ext>
            </a:extLst>
          </p:cNvPr>
          <p:cNvSpPr txBox="1"/>
          <p:nvPr/>
        </p:nvSpPr>
        <p:spPr>
          <a:xfrm>
            <a:off x="347472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51" name="Shape 17">
            <a:extLst>
              <a:ext uri="{FF2B5EF4-FFF2-40B4-BE49-F238E27FC236}">
                <a16:creationId xmlns:a16="http://schemas.microsoft.com/office/drawing/2014/main" id="{79DEA5EC-4F31-6663-8399-B526A526546A}"/>
              </a:ext>
            </a:extLst>
          </p:cNvPr>
          <p:cNvSpPr/>
          <p:nvPr/>
        </p:nvSpPr>
        <p:spPr>
          <a:xfrm>
            <a:off x="2743200" y="2331720"/>
            <a:ext cx="73152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CE0DEDE1-E6DF-043D-945C-9BF3B506B52D}"/>
              </a:ext>
            </a:extLst>
          </p:cNvPr>
          <p:cNvSpPr txBox="1"/>
          <p:nvPr/>
        </p:nvSpPr>
        <p:spPr>
          <a:xfrm>
            <a:off x="2743200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58" name="Shape 19">
            <a:extLst>
              <a:ext uri="{FF2B5EF4-FFF2-40B4-BE49-F238E27FC236}">
                <a16:creationId xmlns:a16="http://schemas.microsoft.com/office/drawing/2014/main" id="{B4D0B3A9-A60F-3C41-9A70-499C75F5CFE4}"/>
              </a:ext>
            </a:extLst>
          </p:cNvPr>
          <p:cNvSpPr/>
          <p:nvPr/>
        </p:nvSpPr>
        <p:spPr>
          <a:xfrm>
            <a:off x="3474720" y="2331720"/>
            <a:ext cx="731520" cy="731520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20">
            <a:extLst>
              <a:ext uri="{FF2B5EF4-FFF2-40B4-BE49-F238E27FC236}">
                <a16:creationId xmlns:a16="http://schemas.microsoft.com/office/drawing/2014/main" id="{733D6B4A-FA0C-58DB-0556-DDDA7731964C}"/>
              </a:ext>
            </a:extLst>
          </p:cNvPr>
          <p:cNvSpPr txBox="1"/>
          <p:nvPr/>
        </p:nvSpPr>
        <p:spPr>
          <a:xfrm>
            <a:off x="3474720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2000" dirty="0"/>
          </a:p>
        </p:txBody>
      </p:sp>
      <p:sp>
        <p:nvSpPr>
          <p:cNvPr id="64" name="Text 21">
            <a:extLst>
              <a:ext uri="{FF2B5EF4-FFF2-40B4-BE49-F238E27FC236}">
                <a16:creationId xmlns:a16="http://schemas.microsoft.com/office/drawing/2014/main" id="{B6376C89-54F1-6B96-33F3-F588C9C120BF}"/>
              </a:ext>
            </a:extLst>
          </p:cNvPr>
          <p:cNvSpPr txBox="1"/>
          <p:nvPr/>
        </p:nvSpPr>
        <p:spPr>
          <a:xfrm>
            <a:off x="2743200" y="3108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</a:t>
            </a:r>
            <a:endParaRPr lang="en-US" sz="1600" dirty="0"/>
          </a:p>
        </p:txBody>
      </p:sp>
      <p:sp>
        <p:nvSpPr>
          <p:cNvPr id="68" name="Text 22">
            <a:extLst>
              <a:ext uri="{FF2B5EF4-FFF2-40B4-BE49-F238E27FC236}">
                <a16:creationId xmlns:a16="http://schemas.microsoft.com/office/drawing/2014/main" id="{B5FF4B93-6872-CD74-8BD2-5350D8385D88}"/>
              </a:ext>
            </a:extLst>
          </p:cNvPr>
          <p:cNvSpPr txBox="1"/>
          <p:nvPr/>
        </p:nvSpPr>
        <p:spPr>
          <a:xfrm>
            <a:off x="4754880" y="1143000"/>
            <a:ext cx="21546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08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Solved: a vertical edge</a:t>
            </a:r>
            <a:endParaRPr lang="en-US" sz="1700" dirty="0"/>
          </a:p>
        </p:txBody>
      </p:sp>
      <p:sp>
        <p:nvSpPr>
          <p:cNvPr id="72" name="Shape 23">
            <a:extLst>
              <a:ext uri="{FF2B5EF4-FFF2-40B4-BE49-F238E27FC236}">
                <a16:creationId xmlns:a16="http://schemas.microsoft.com/office/drawing/2014/main" id="{1C5ED608-BBEF-C394-1632-26B4372683F1}"/>
              </a:ext>
            </a:extLst>
          </p:cNvPr>
          <p:cNvSpPr/>
          <p:nvPr/>
        </p:nvSpPr>
        <p:spPr>
          <a:xfrm>
            <a:off x="5029200" y="1600200"/>
            <a:ext cx="73152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24">
            <a:extLst>
              <a:ext uri="{FF2B5EF4-FFF2-40B4-BE49-F238E27FC236}">
                <a16:creationId xmlns:a16="http://schemas.microsoft.com/office/drawing/2014/main" id="{8366B5CA-BAD9-AA47-B5FC-AB305CD60EC4}"/>
              </a:ext>
            </a:extLst>
          </p:cNvPr>
          <p:cNvSpPr txBox="1"/>
          <p:nvPr/>
        </p:nvSpPr>
        <p:spPr>
          <a:xfrm>
            <a:off x="502920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80" name="Shape 25">
            <a:extLst>
              <a:ext uri="{FF2B5EF4-FFF2-40B4-BE49-F238E27FC236}">
                <a16:creationId xmlns:a16="http://schemas.microsoft.com/office/drawing/2014/main" id="{7C399AB9-6121-33B7-B5A9-669DB31A2B29}"/>
              </a:ext>
            </a:extLst>
          </p:cNvPr>
          <p:cNvSpPr/>
          <p:nvPr/>
        </p:nvSpPr>
        <p:spPr>
          <a:xfrm>
            <a:off x="5760720" y="1600200"/>
            <a:ext cx="731520" cy="731520"/>
          </a:xfrm>
          <a:prstGeom prst="rect">
            <a:avLst/>
          </a:prstGeom>
          <a:solidFill>
            <a:srgbClr val="D9DEE6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26">
            <a:extLst>
              <a:ext uri="{FF2B5EF4-FFF2-40B4-BE49-F238E27FC236}">
                <a16:creationId xmlns:a16="http://schemas.microsoft.com/office/drawing/2014/main" id="{E9F5E17D-32D8-FEDA-AE87-FA2E2793E19E}"/>
              </a:ext>
            </a:extLst>
          </p:cNvPr>
          <p:cNvSpPr txBox="1"/>
          <p:nvPr/>
        </p:nvSpPr>
        <p:spPr>
          <a:xfrm>
            <a:off x="576072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2000" dirty="0"/>
          </a:p>
        </p:txBody>
      </p:sp>
      <p:sp>
        <p:nvSpPr>
          <p:cNvPr id="88" name="Shape 27">
            <a:extLst>
              <a:ext uri="{FF2B5EF4-FFF2-40B4-BE49-F238E27FC236}">
                <a16:creationId xmlns:a16="http://schemas.microsoft.com/office/drawing/2014/main" id="{A194FA60-8143-A45C-C093-65BD51225554}"/>
              </a:ext>
            </a:extLst>
          </p:cNvPr>
          <p:cNvSpPr/>
          <p:nvPr/>
        </p:nvSpPr>
        <p:spPr>
          <a:xfrm>
            <a:off x="5029200" y="2331720"/>
            <a:ext cx="73152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28">
            <a:extLst>
              <a:ext uri="{FF2B5EF4-FFF2-40B4-BE49-F238E27FC236}">
                <a16:creationId xmlns:a16="http://schemas.microsoft.com/office/drawing/2014/main" id="{53EAF889-6CAE-4FAD-79EE-60A47AC2C140}"/>
              </a:ext>
            </a:extLst>
          </p:cNvPr>
          <p:cNvSpPr txBox="1"/>
          <p:nvPr/>
        </p:nvSpPr>
        <p:spPr>
          <a:xfrm>
            <a:off x="5029200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97" name="Shape 29">
            <a:extLst>
              <a:ext uri="{FF2B5EF4-FFF2-40B4-BE49-F238E27FC236}">
                <a16:creationId xmlns:a16="http://schemas.microsoft.com/office/drawing/2014/main" id="{6F37E436-CAFC-D3D5-FF87-E632EB6B2659}"/>
              </a:ext>
            </a:extLst>
          </p:cNvPr>
          <p:cNvSpPr/>
          <p:nvPr/>
        </p:nvSpPr>
        <p:spPr>
          <a:xfrm>
            <a:off x="5760720" y="2331720"/>
            <a:ext cx="731520" cy="731520"/>
          </a:xfrm>
          <a:prstGeom prst="rect">
            <a:avLst/>
          </a:prstGeom>
          <a:solidFill>
            <a:srgbClr val="D9DEE6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30">
            <a:extLst>
              <a:ext uri="{FF2B5EF4-FFF2-40B4-BE49-F238E27FC236}">
                <a16:creationId xmlns:a16="http://schemas.microsoft.com/office/drawing/2014/main" id="{22F3498A-397D-3BB8-63FD-45108A466B06}"/>
              </a:ext>
            </a:extLst>
          </p:cNvPr>
          <p:cNvSpPr txBox="1"/>
          <p:nvPr/>
        </p:nvSpPr>
        <p:spPr>
          <a:xfrm>
            <a:off x="5760720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2000" dirty="0"/>
          </a:p>
        </p:txBody>
      </p:sp>
      <p:sp>
        <p:nvSpPr>
          <p:cNvPr id="105" name="Shape 31">
            <a:extLst>
              <a:ext uri="{FF2B5EF4-FFF2-40B4-BE49-F238E27FC236}">
                <a16:creationId xmlns:a16="http://schemas.microsoft.com/office/drawing/2014/main" id="{6D93704B-0834-9528-F53F-67A191322558}"/>
              </a:ext>
            </a:extLst>
          </p:cNvPr>
          <p:cNvSpPr/>
          <p:nvPr/>
        </p:nvSpPr>
        <p:spPr>
          <a:xfrm>
            <a:off x="548640" y="3657600"/>
            <a:ext cx="6629400" cy="17830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32">
            <a:extLst>
              <a:ext uri="{FF2B5EF4-FFF2-40B4-BE49-F238E27FC236}">
                <a16:creationId xmlns:a16="http://schemas.microsoft.com/office/drawing/2014/main" id="{D5CD78D1-FD1C-5DEA-99F6-3DC5A25ADBA3}"/>
              </a:ext>
            </a:extLst>
          </p:cNvPr>
          <p:cNvSpPr txBox="1"/>
          <p:nvPr/>
        </p:nvSpPr>
        <p:spPr>
          <a:xfrm>
            <a:off x="777240" y="3898819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Gx = 0 × 10 + 1 × 100 + (−1) × 10 + 0 × 100 = 90</a:t>
            </a:r>
            <a:endParaRPr lang="en-US" sz="1500" dirty="0"/>
          </a:p>
        </p:txBody>
      </p:sp>
      <p:sp>
        <p:nvSpPr>
          <p:cNvPr id="113" name="Text 33">
            <a:extLst>
              <a:ext uri="{FF2B5EF4-FFF2-40B4-BE49-F238E27FC236}">
                <a16:creationId xmlns:a16="http://schemas.microsoft.com/office/drawing/2014/main" id="{A3CA12BA-7DB6-4C0B-3418-07CD13FD319E}"/>
              </a:ext>
            </a:extLst>
          </p:cNvPr>
          <p:cNvSpPr txBox="1"/>
          <p:nvPr/>
        </p:nvSpPr>
        <p:spPr>
          <a:xfrm>
            <a:off x="777240" y="4310299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Gy = 1 × 10 + 0 × 100 + 0 × 10 + (−1) × 100 = −90</a:t>
            </a:r>
            <a:endParaRPr lang="en-US" sz="1500" dirty="0"/>
          </a:p>
        </p:txBody>
      </p:sp>
      <p:sp>
        <p:nvSpPr>
          <p:cNvPr id="117" name="Text 34">
            <a:extLst>
              <a:ext uri="{FF2B5EF4-FFF2-40B4-BE49-F238E27FC236}">
                <a16:creationId xmlns:a16="http://schemas.microsoft.com/office/drawing/2014/main" id="{C5C1E3C1-EFC6-DA1A-F994-FE23EFE05D82}"/>
              </a:ext>
            </a:extLst>
          </p:cNvPr>
          <p:cNvSpPr txBox="1"/>
          <p:nvPr/>
        </p:nvSpPr>
        <p:spPr>
          <a:xfrm>
            <a:off x="777240" y="4785787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8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√(90² + 90²) ≈ 127</a:t>
            </a:r>
            <a:endParaRPr lang="en-US" sz="1800" dirty="0"/>
          </a:p>
        </p:txBody>
      </p:sp>
      <p:sp>
        <p:nvSpPr>
          <p:cNvPr id="121" name="Shape 35">
            <a:extLst>
              <a:ext uri="{FF2B5EF4-FFF2-40B4-BE49-F238E27FC236}">
                <a16:creationId xmlns:a16="http://schemas.microsoft.com/office/drawing/2014/main" id="{9371FF45-3DDC-F504-59C7-9A5A6952FCCA}"/>
              </a:ext>
            </a:extLst>
          </p:cNvPr>
          <p:cNvSpPr/>
          <p:nvPr/>
        </p:nvSpPr>
        <p:spPr>
          <a:xfrm>
            <a:off x="7589520" y="1188720"/>
            <a:ext cx="420624" cy="42062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Text 36">
            <a:extLst>
              <a:ext uri="{FF2B5EF4-FFF2-40B4-BE49-F238E27FC236}">
                <a16:creationId xmlns:a16="http://schemas.microsoft.com/office/drawing/2014/main" id="{B67F6E67-B45F-60F7-5F7D-73B594A54061}"/>
              </a:ext>
            </a:extLst>
          </p:cNvPr>
          <p:cNvSpPr txBox="1"/>
          <p:nvPr/>
        </p:nvSpPr>
        <p:spPr>
          <a:xfrm>
            <a:off x="7589520" y="1188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9" name="Text 37">
            <a:extLst>
              <a:ext uri="{FF2B5EF4-FFF2-40B4-BE49-F238E27FC236}">
                <a16:creationId xmlns:a16="http://schemas.microsoft.com/office/drawing/2014/main" id="{95BF009D-B439-BB51-BF84-B51DA351EE20}"/>
              </a:ext>
            </a:extLst>
          </p:cNvPr>
          <p:cNvSpPr txBox="1"/>
          <p:nvPr/>
        </p:nvSpPr>
        <p:spPr>
          <a:xfrm>
            <a:off x="8156448" y="1161288"/>
            <a:ext cx="201786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localization</a:t>
            </a:r>
            <a:endParaRPr lang="en-US" sz="1800" dirty="0"/>
          </a:p>
        </p:txBody>
      </p:sp>
      <p:sp>
        <p:nvSpPr>
          <p:cNvPr id="133" name="Text 38">
            <a:extLst>
              <a:ext uri="{FF2B5EF4-FFF2-40B4-BE49-F238E27FC236}">
                <a16:creationId xmlns:a16="http://schemas.microsoft.com/office/drawing/2014/main" id="{5B110489-610C-BAD9-7E2B-D94AF9028706}"/>
              </a:ext>
            </a:extLst>
          </p:cNvPr>
          <p:cNvSpPr txBox="1"/>
          <p:nvPr/>
        </p:nvSpPr>
        <p:spPr>
          <a:xfrm>
            <a:off x="8156448" y="1554480"/>
            <a:ext cx="3483864" cy="49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tiny 2 × 2 window marks the edge very precisely.</a:t>
            </a:r>
            <a:endParaRPr lang="en-US" sz="1600" dirty="0"/>
          </a:p>
        </p:txBody>
      </p:sp>
      <p:sp>
        <p:nvSpPr>
          <p:cNvPr id="137" name="Shape 39">
            <a:extLst>
              <a:ext uri="{FF2B5EF4-FFF2-40B4-BE49-F238E27FC236}">
                <a16:creationId xmlns:a16="http://schemas.microsoft.com/office/drawing/2014/main" id="{01C4204E-B7B1-4F6F-F7C6-CA24FA830102}"/>
              </a:ext>
            </a:extLst>
          </p:cNvPr>
          <p:cNvSpPr/>
          <p:nvPr/>
        </p:nvSpPr>
        <p:spPr>
          <a:xfrm>
            <a:off x="7589520" y="2560320"/>
            <a:ext cx="420624" cy="42062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Text 40">
            <a:extLst>
              <a:ext uri="{FF2B5EF4-FFF2-40B4-BE49-F238E27FC236}">
                <a16:creationId xmlns:a16="http://schemas.microsoft.com/office/drawing/2014/main" id="{B575BA51-7BA2-6B75-9CA9-24D9BC2DF26F}"/>
              </a:ext>
            </a:extLst>
          </p:cNvPr>
          <p:cNvSpPr txBox="1"/>
          <p:nvPr/>
        </p:nvSpPr>
        <p:spPr>
          <a:xfrm>
            <a:off x="7589520" y="2560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5" name="Text 41">
            <a:extLst>
              <a:ext uri="{FF2B5EF4-FFF2-40B4-BE49-F238E27FC236}">
                <a16:creationId xmlns:a16="http://schemas.microsoft.com/office/drawing/2014/main" id="{DD656605-352D-093F-8FCA-B2D1FF4F9A0E}"/>
              </a:ext>
            </a:extLst>
          </p:cNvPr>
          <p:cNvSpPr txBox="1"/>
          <p:nvPr/>
        </p:nvSpPr>
        <p:spPr>
          <a:xfrm>
            <a:off x="8156448" y="2532888"/>
            <a:ext cx="201786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noise sensitive</a:t>
            </a:r>
            <a:endParaRPr lang="en-US" sz="1800" dirty="0"/>
          </a:p>
        </p:txBody>
      </p:sp>
      <p:sp>
        <p:nvSpPr>
          <p:cNvPr id="149" name="Text 42">
            <a:extLst>
              <a:ext uri="{FF2B5EF4-FFF2-40B4-BE49-F238E27FC236}">
                <a16:creationId xmlns:a16="http://schemas.microsoft.com/office/drawing/2014/main" id="{1D9F6099-29A5-36B6-950A-15F99C810891}"/>
              </a:ext>
            </a:extLst>
          </p:cNvPr>
          <p:cNvSpPr txBox="1"/>
          <p:nvPr/>
        </p:nvSpPr>
        <p:spPr>
          <a:xfrm>
            <a:off x="8156448" y="2926080"/>
            <a:ext cx="3483864" cy="496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smoothing at all: noise gives false edges.</a:t>
            </a:r>
            <a:endParaRPr lang="en-US" sz="1600" dirty="0"/>
          </a:p>
        </p:txBody>
      </p:sp>
      <p:sp>
        <p:nvSpPr>
          <p:cNvPr id="153" name="Shape 43">
            <a:extLst>
              <a:ext uri="{FF2B5EF4-FFF2-40B4-BE49-F238E27FC236}">
                <a16:creationId xmlns:a16="http://schemas.microsoft.com/office/drawing/2014/main" id="{A0B50107-5027-3B4D-0E24-16EEB61DD6DD}"/>
              </a:ext>
            </a:extLst>
          </p:cNvPr>
          <p:cNvSpPr/>
          <p:nvPr/>
        </p:nvSpPr>
        <p:spPr>
          <a:xfrm>
            <a:off x="7589520" y="3931920"/>
            <a:ext cx="420624" cy="42062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Text 44">
            <a:extLst>
              <a:ext uri="{FF2B5EF4-FFF2-40B4-BE49-F238E27FC236}">
                <a16:creationId xmlns:a16="http://schemas.microsoft.com/office/drawing/2014/main" id="{78AFECBB-EEB2-1D2B-B5CC-C2508319F6A1}"/>
              </a:ext>
            </a:extLst>
          </p:cNvPr>
          <p:cNvSpPr txBox="1"/>
          <p:nvPr/>
        </p:nvSpPr>
        <p:spPr>
          <a:xfrm>
            <a:off x="7589520" y="3931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1" name="Text 45">
            <a:extLst>
              <a:ext uri="{FF2B5EF4-FFF2-40B4-BE49-F238E27FC236}">
                <a16:creationId xmlns:a16="http://schemas.microsoft.com/office/drawing/2014/main" id="{BB30AFD1-F433-1394-97C3-4B3DCE985D5D}"/>
              </a:ext>
            </a:extLst>
          </p:cNvPr>
          <p:cNvSpPr txBox="1"/>
          <p:nvPr/>
        </p:nvSpPr>
        <p:spPr>
          <a:xfrm>
            <a:off x="8156448" y="3904488"/>
            <a:ext cx="201786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detection</a:t>
            </a:r>
            <a:endParaRPr lang="en-US" sz="1800" dirty="0"/>
          </a:p>
        </p:txBody>
      </p:sp>
      <p:sp>
        <p:nvSpPr>
          <p:cNvPr id="165" name="Text 46">
            <a:extLst>
              <a:ext uri="{FF2B5EF4-FFF2-40B4-BE49-F238E27FC236}">
                <a16:creationId xmlns:a16="http://schemas.microsoft.com/office/drawing/2014/main" id="{E71A9650-2B7C-445D-2836-7DDB9A7F19FB}"/>
              </a:ext>
            </a:extLst>
          </p:cNvPr>
          <p:cNvSpPr txBox="1"/>
          <p:nvPr/>
        </p:nvSpPr>
        <p:spPr>
          <a:xfrm>
            <a:off x="8156448" y="4297680"/>
            <a:ext cx="3483864" cy="32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edges are easily missed.</a:t>
            </a:r>
            <a:endParaRPr lang="en-US" sz="1600" dirty="0"/>
          </a:p>
        </p:txBody>
      </p:sp>
      <p:sp>
        <p:nvSpPr>
          <p:cNvPr id="169" name="Shape 47">
            <a:extLst>
              <a:ext uri="{FF2B5EF4-FFF2-40B4-BE49-F238E27FC236}">
                <a16:creationId xmlns:a16="http://schemas.microsoft.com/office/drawing/2014/main" id="{C1CA9704-D2CC-C17A-210F-B50EE631CC24}"/>
              </a:ext>
            </a:extLst>
          </p:cNvPr>
          <p:cNvSpPr/>
          <p:nvPr/>
        </p:nvSpPr>
        <p:spPr>
          <a:xfrm>
            <a:off x="548640" y="5596128"/>
            <a:ext cx="11091672" cy="566928"/>
          </a:xfrm>
          <a:prstGeom prst="rect">
            <a:avLst/>
          </a:prstGeom>
          <a:solidFill>
            <a:srgbClr val="F9E4E2"/>
          </a:solidFill>
          <a:ln w="12700">
            <a:solidFill>
              <a:srgbClr val="F9E4E2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Roberts is the simplest gradient operator: precise but noisy.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554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4ABBE-EC9E-D92F-1D24-95BCA0FCF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12100F5-B585-8FA0-22AB-ADBB6554FE43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9EE1E4B9-1730-DDE3-C328-BD53979581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20C2073-7299-AE52-ED13-1A1946AC9DE6}"/>
              </a:ext>
            </a:extLst>
          </p:cNvPr>
          <p:cNvCxnSpPr>
            <a:cxnSpLocks/>
          </p:cNvCxnSpPr>
          <p:nvPr/>
        </p:nvCxnSpPr>
        <p:spPr>
          <a:xfrm>
            <a:off x="435005" y="923068"/>
            <a:ext cx="11342725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C857471-548B-90E4-DE4A-8FC3A50BA00F}"/>
              </a:ext>
            </a:extLst>
          </p:cNvPr>
          <p:cNvSpPr txBox="1"/>
          <p:nvPr/>
        </p:nvSpPr>
        <p:spPr>
          <a:xfrm>
            <a:off x="550276" y="364476"/>
            <a:ext cx="74015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Prewitt: average + difference in one kernel</a:t>
            </a:r>
          </a:p>
        </p:txBody>
      </p:sp>
      <p:pic>
        <p:nvPicPr>
          <p:cNvPr id="56" name="Picture 55" descr="Logo&#10;&#10;Description automatically generated">
            <a:extLst>
              <a:ext uri="{FF2B5EF4-FFF2-40B4-BE49-F238E27FC236}">
                <a16:creationId xmlns:a16="http://schemas.microsoft.com/office/drawing/2014/main" id="{BF9C077A-51D9-5AB8-3406-59F082FFCBF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5" y="6487028"/>
            <a:ext cx="1747748" cy="3311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7E4A93E-6241-EF81-A205-48F7E04DF9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17328"/>
            <a:ext cx="578348" cy="578348"/>
          </a:xfrm>
          <a:prstGeom prst="rect">
            <a:avLst/>
          </a:prstGeom>
        </p:spPr>
      </p:pic>
      <p:sp>
        <p:nvSpPr>
          <p:cNvPr id="525" name="Parallelogram 41">
            <a:extLst>
              <a:ext uri="{FF2B5EF4-FFF2-40B4-BE49-F238E27FC236}">
                <a16:creationId xmlns:a16="http://schemas.microsoft.com/office/drawing/2014/main" id="{1445F428-91B7-5B8C-5CA9-C3E2449FAD1B}"/>
              </a:ext>
            </a:extLst>
          </p:cNvPr>
          <p:cNvSpPr/>
          <p:nvPr/>
        </p:nvSpPr>
        <p:spPr>
          <a:xfrm>
            <a:off x="11427012" y="6490706"/>
            <a:ext cx="764988" cy="3709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17/34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F376F5E5-0D22-6D4E-6212-08FD62C02924}"/>
              </a:ext>
            </a:extLst>
          </p:cNvPr>
          <p:cNvSpPr/>
          <p:nvPr/>
        </p:nvSpPr>
        <p:spPr>
          <a:xfrm>
            <a:off x="731520" y="1258268"/>
            <a:ext cx="566928" cy="566928"/>
          </a:xfrm>
          <a:prstGeom prst="rect">
            <a:avLst/>
          </a:prstGeom>
          <a:solidFill>
            <a:srgbClr val="E3F5F3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5813E1C9-6C68-CF18-1E0C-147B98135D50}"/>
              </a:ext>
            </a:extLst>
          </p:cNvPr>
          <p:cNvSpPr txBox="1"/>
          <p:nvPr/>
        </p:nvSpPr>
        <p:spPr>
          <a:xfrm>
            <a:off x="731520" y="12582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B5B8F04C-A85A-05B8-E1F4-80E501D7AFB5}"/>
              </a:ext>
            </a:extLst>
          </p:cNvPr>
          <p:cNvSpPr/>
          <p:nvPr/>
        </p:nvSpPr>
        <p:spPr>
          <a:xfrm>
            <a:off x="731520" y="1825196"/>
            <a:ext cx="566928" cy="566928"/>
          </a:xfrm>
          <a:prstGeom prst="rect">
            <a:avLst/>
          </a:prstGeom>
          <a:solidFill>
            <a:srgbClr val="E3F5F3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913D7A15-5D2D-7E19-D9FD-DBF737A74D6C}"/>
              </a:ext>
            </a:extLst>
          </p:cNvPr>
          <p:cNvSpPr txBox="1"/>
          <p:nvPr/>
        </p:nvSpPr>
        <p:spPr>
          <a:xfrm>
            <a:off x="731520" y="18251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F57AD440-C4CC-2A6F-DCE2-4156E4929012}"/>
              </a:ext>
            </a:extLst>
          </p:cNvPr>
          <p:cNvSpPr/>
          <p:nvPr/>
        </p:nvSpPr>
        <p:spPr>
          <a:xfrm>
            <a:off x="731520" y="2392124"/>
            <a:ext cx="566928" cy="566928"/>
          </a:xfrm>
          <a:prstGeom prst="rect">
            <a:avLst/>
          </a:prstGeom>
          <a:solidFill>
            <a:srgbClr val="E3F5F3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7BE9AD1A-99F7-49D6-6BD1-001793C2CD0C}"/>
              </a:ext>
            </a:extLst>
          </p:cNvPr>
          <p:cNvSpPr txBox="1"/>
          <p:nvPr/>
        </p:nvSpPr>
        <p:spPr>
          <a:xfrm>
            <a:off x="731520" y="23921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10EBA5A6-7170-7687-A7CE-F76E0755FD1E}"/>
              </a:ext>
            </a:extLst>
          </p:cNvPr>
          <p:cNvSpPr txBox="1"/>
          <p:nvPr/>
        </p:nvSpPr>
        <p:spPr>
          <a:xfrm>
            <a:off x="1463040" y="15783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2600" dirty="0"/>
          </a:p>
        </p:txBody>
      </p:sp>
      <p:sp>
        <p:nvSpPr>
          <p:cNvPr id="30" name="Shape 11">
            <a:extLst>
              <a:ext uri="{FF2B5EF4-FFF2-40B4-BE49-F238E27FC236}">
                <a16:creationId xmlns:a16="http://schemas.microsoft.com/office/drawing/2014/main" id="{73D9851D-1A2D-A91F-D6BA-AFCC807A9779}"/>
              </a:ext>
            </a:extLst>
          </p:cNvPr>
          <p:cNvSpPr/>
          <p:nvPr/>
        </p:nvSpPr>
        <p:spPr>
          <a:xfrm>
            <a:off x="2148840" y="1825196"/>
            <a:ext cx="566928" cy="566928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12">
            <a:extLst>
              <a:ext uri="{FF2B5EF4-FFF2-40B4-BE49-F238E27FC236}">
                <a16:creationId xmlns:a16="http://schemas.microsoft.com/office/drawing/2014/main" id="{826120CC-0D74-FE46-240D-FE3D57EF2C0D}"/>
              </a:ext>
            </a:extLst>
          </p:cNvPr>
          <p:cNvSpPr txBox="1"/>
          <p:nvPr/>
        </p:nvSpPr>
        <p:spPr>
          <a:xfrm>
            <a:off x="2148840" y="18251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600" dirty="0"/>
          </a:p>
        </p:txBody>
      </p:sp>
      <p:sp>
        <p:nvSpPr>
          <p:cNvPr id="36" name="Shape 13">
            <a:extLst>
              <a:ext uri="{FF2B5EF4-FFF2-40B4-BE49-F238E27FC236}">
                <a16:creationId xmlns:a16="http://schemas.microsoft.com/office/drawing/2014/main" id="{51D5B385-7883-800B-ED17-8A63E663C785}"/>
              </a:ext>
            </a:extLst>
          </p:cNvPr>
          <p:cNvSpPr/>
          <p:nvPr/>
        </p:nvSpPr>
        <p:spPr>
          <a:xfrm>
            <a:off x="2715768" y="1825196"/>
            <a:ext cx="566928" cy="566928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1F224A00-4679-869E-E851-8F4F24B6FBF9}"/>
              </a:ext>
            </a:extLst>
          </p:cNvPr>
          <p:cNvSpPr txBox="1"/>
          <p:nvPr/>
        </p:nvSpPr>
        <p:spPr>
          <a:xfrm>
            <a:off x="2715768" y="18251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41" name="Shape 15">
            <a:extLst>
              <a:ext uri="{FF2B5EF4-FFF2-40B4-BE49-F238E27FC236}">
                <a16:creationId xmlns:a16="http://schemas.microsoft.com/office/drawing/2014/main" id="{A44D84AB-E6A2-6C96-5E6E-FB497D3017EF}"/>
              </a:ext>
            </a:extLst>
          </p:cNvPr>
          <p:cNvSpPr/>
          <p:nvPr/>
        </p:nvSpPr>
        <p:spPr>
          <a:xfrm>
            <a:off x="3282696" y="1825196"/>
            <a:ext cx="566928" cy="566928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16">
            <a:extLst>
              <a:ext uri="{FF2B5EF4-FFF2-40B4-BE49-F238E27FC236}">
                <a16:creationId xmlns:a16="http://schemas.microsoft.com/office/drawing/2014/main" id="{0BAD29C2-7CBF-BF71-E606-C4DC5E80487D}"/>
              </a:ext>
            </a:extLst>
          </p:cNvPr>
          <p:cNvSpPr txBox="1"/>
          <p:nvPr/>
        </p:nvSpPr>
        <p:spPr>
          <a:xfrm>
            <a:off x="3282696" y="18251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6" name="Text 17">
            <a:extLst>
              <a:ext uri="{FF2B5EF4-FFF2-40B4-BE49-F238E27FC236}">
                <a16:creationId xmlns:a16="http://schemas.microsoft.com/office/drawing/2014/main" id="{41CB08E7-4E2E-3ED0-8095-9D035650474B}"/>
              </a:ext>
            </a:extLst>
          </p:cNvPr>
          <p:cNvSpPr txBox="1"/>
          <p:nvPr/>
        </p:nvSpPr>
        <p:spPr>
          <a:xfrm>
            <a:off x="3977640" y="15783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600" dirty="0"/>
          </a:p>
        </p:txBody>
      </p:sp>
      <p:sp>
        <p:nvSpPr>
          <p:cNvPr id="49" name="Shape 18">
            <a:extLst>
              <a:ext uri="{FF2B5EF4-FFF2-40B4-BE49-F238E27FC236}">
                <a16:creationId xmlns:a16="http://schemas.microsoft.com/office/drawing/2014/main" id="{3DF1683E-F610-579D-7DE3-3492B309ED1B}"/>
              </a:ext>
            </a:extLst>
          </p:cNvPr>
          <p:cNvSpPr/>
          <p:nvPr/>
        </p:nvSpPr>
        <p:spPr>
          <a:xfrm>
            <a:off x="4663440" y="1258268"/>
            <a:ext cx="566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19">
            <a:extLst>
              <a:ext uri="{FF2B5EF4-FFF2-40B4-BE49-F238E27FC236}">
                <a16:creationId xmlns:a16="http://schemas.microsoft.com/office/drawing/2014/main" id="{FFE0BF66-CAC5-F541-EA2D-17DFC7B42E1F}"/>
              </a:ext>
            </a:extLst>
          </p:cNvPr>
          <p:cNvSpPr txBox="1"/>
          <p:nvPr/>
        </p:nvSpPr>
        <p:spPr>
          <a:xfrm>
            <a:off x="4663440" y="12582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800" dirty="0"/>
          </a:p>
        </p:txBody>
      </p:sp>
      <p:sp>
        <p:nvSpPr>
          <p:cNvPr id="54" name="Shape 20">
            <a:extLst>
              <a:ext uri="{FF2B5EF4-FFF2-40B4-BE49-F238E27FC236}">
                <a16:creationId xmlns:a16="http://schemas.microsoft.com/office/drawing/2014/main" id="{A6910383-FE73-9504-DF73-3194B1FA5588}"/>
              </a:ext>
            </a:extLst>
          </p:cNvPr>
          <p:cNvSpPr/>
          <p:nvPr/>
        </p:nvSpPr>
        <p:spPr>
          <a:xfrm>
            <a:off x="5230368" y="1258268"/>
            <a:ext cx="566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21">
            <a:extLst>
              <a:ext uri="{FF2B5EF4-FFF2-40B4-BE49-F238E27FC236}">
                <a16:creationId xmlns:a16="http://schemas.microsoft.com/office/drawing/2014/main" id="{3AD3DBC5-F1C0-D5CD-CF03-70209BE8C192}"/>
              </a:ext>
            </a:extLst>
          </p:cNvPr>
          <p:cNvSpPr txBox="1"/>
          <p:nvPr/>
        </p:nvSpPr>
        <p:spPr>
          <a:xfrm>
            <a:off x="5230368" y="12582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61" name="Shape 22">
            <a:extLst>
              <a:ext uri="{FF2B5EF4-FFF2-40B4-BE49-F238E27FC236}">
                <a16:creationId xmlns:a16="http://schemas.microsoft.com/office/drawing/2014/main" id="{1ED28851-B95A-C07D-E50B-CF24186B8CAE}"/>
              </a:ext>
            </a:extLst>
          </p:cNvPr>
          <p:cNvSpPr/>
          <p:nvPr/>
        </p:nvSpPr>
        <p:spPr>
          <a:xfrm>
            <a:off x="5797296" y="1258268"/>
            <a:ext cx="566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23">
            <a:extLst>
              <a:ext uri="{FF2B5EF4-FFF2-40B4-BE49-F238E27FC236}">
                <a16:creationId xmlns:a16="http://schemas.microsoft.com/office/drawing/2014/main" id="{B290A246-5FC8-DD80-C32A-9CE83FF624FE}"/>
              </a:ext>
            </a:extLst>
          </p:cNvPr>
          <p:cNvSpPr txBox="1"/>
          <p:nvPr/>
        </p:nvSpPr>
        <p:spPr>
          <a:xfrm>
            <a:off x="5797296" y="12582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450" name="Shape 24">
            <a:extLst>
              <a:ext uri="{FF2B5EF4-FFF2-40B4-BE49-F238E27FC236}">
                <a16:creationId xmlns:a16="http://schemas.microsoft.com/office/drawing/2014/main" id="{AA509B31-497C-8F93-B2C6-3F483283105E}"/>
              </a:ext>
            </a:extLst>
          </p:cNvPr>
          <p:cNvSpPr/>
          <p:nvPr/>
        </p:nvSpPr>
        <p:spPr>
          <a:xfrm>
            <a:off x="4663440" y="1825196"/>
            <a:ext cx="566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4" name="Text 25">
            <a:extLst>
              <a:ext uri="{FF2B5EF4-FFF2-40B4-BE49-F238E27FC236}">
                <a16:creationId xmlns:a16="http://schemas.microsoft.com/office/drawing/2014/main" id="{72EBC975-C5C7-59C2-9C12-87B48AE849FD}"/>
              </a:ext>
            </a:extLst>
          </p:cNvPr>
          <p:cNvSpPr txBox="1"/>
          <p:nvPr/>
        </p:nvSpPr>
        <p:spPr>
          <a:xfrm>
            <a:off x="4663440" y="18251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800" dirty="0"/>
          </a:p>
        </p:txBody>
      </p:sp>
      <p:sp>
        <p:nvSpPr>
          <p:cNvPr id="458" name="Shape 26">
            <a:extLst>
              <a:ext uri="{FF2B5EF4-FFF2-40B4-BE49-F238E27FC236}">
                <a16:creationId xmlns:a16="http://schemas.microsoft.com/office/drawing/2014/main" id="{74580531-FA55-075E-F461-608DFC11AC5C}"/>
              </a:ext>
            </a:extLst>
          </p:cNvPr>
          <p:cNvSpPr/>
          <p:nvPr/>
        </p:nvSpPr>
        <p:spPr>
          <a:xfrm>
            <a:off x="5230368" y="1825196"/>
            <a:ext cx="566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2" name="Text 27">
            <a:extLst>
              <a:ext uri="{FF2B5EF4-FFF2-40B4-BE49-F238E27FC236}">
                <a16:creationId xmlns:a16="http://schemas.microsoft.com/office/drawing/2014/main" id="{44CAA1CA-A842-9CE9-B6CB-EC7457487FD3}"/>
              </a:ext>
            </a:extLst>
          </p:cNvPr>
          <p:cNvSpPr txBox="1"/>
          <p:nvPr/>
        </p:nvSpPr>
        <p:spPr>
          <a:xfrm>
            <a:off x="5230368" y="18251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466" name="Shape 28">
            <a:extLst>
              <a:ext uri="{FF2B5EF4-FFF2-40B4-BE49-F238E27FC236}">
                <a16:creationId xmlns:a16="http://schemas.microsoft.com/office/drawing/2014/main" id="{BDD1980F-ECD2-2EEB-D8D1-BE23C7A598D2}"/>
              </a:ext>
            </a:extLst>
          </p:cNvPr>
          <p:cNvSpPr/>
          <p:nvPr/>
        </p:nvSpPr>
        <p:spPr>
          <a:xfrm>
            <a:off x="5797296" y="1825196"/>
            <a:ext cx="566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0" name="Text 29">
            <a:extLst>
              <a:ext uri="{FF2B5EF4-FFF2-40B4-BE49-F238E27FC236}">
                <a16:creationId xmlns:a16="http://schemas.microsoft.com/office/drawing/2014/main" id="{929803AB-A380-EC77-220A-4DF3DE62E518}"/>
              </a:ext>
            </a:extLst>
          </p:cNvPr>
          <p:cNvSpPr txBox="1"/>
          <p:nvPr/>
        </p:nvSpPr>
        <p:spPr>
          <a:xfrm>
            <a:off x="5797296" y="18251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474" name="Shape 30">
            <a:extLst>
              <a:ext uri="{FF2B5EF4-FFF2-40B4-BE49-F238E27FC236}">
                <a16:creationId xmlns:a16="http://schemas.microsoft.com/office/drawing/2014/main" id="{55930243-BC6E-5249-E3DA-C7EC31D6F382}"/>
              </a:ext>
            </a:extLst>
          </p:cNvPr>
          <p:cNvSpPr/>
          <p:nvPr/>
        </p:nvSpPr>
        <p:spPr>
          <a:xfrm>
            <a:off x="4663440" y="2392124"/>
            <a:ext cx="566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8" name="Text 31">
            <a:extLst>
              <a:ext uri="{FF2B5EF4-FFF2-40B4-BE49-F238E27FC236}">
                <a16:creationId xmlns:a16="http://schemas.microsoft.com/office/drawing/2014/main" id="{C0186D5E-791E-2CCB-F8A2-4951A57108FA}"/>
              </a:ext>
            </a:extLst>
          </p:cNvPr>
          <p:cNvSpPr txBox="1"/>
          <p:nvPr/>
        </p:nvSpPr>
        <p:spPr>
          <a:xfrm>
            <a:off x="4663440" y="23921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800" dirty="0"/>
          </a:p>
        </p:txBody>
      </p:sp>
      <p:sp>
        <p:nvSpPr>
          <p:cNvPr id="482" name="Shape 32">
            <a:extLst>
              <a:ext uri="{FF2B5EF4-FFF2-40B4-BE49-F238E27FC236}">
                <a16:creationId xmlns:a16="http://schemas.microsoft.com/office/drawing/2014/main" id="{FE831610-E3C1-7DCC-267B-1B317C075228}"/>
              </a:ext>
            </a:extLst>
          </p:cNvPr>
          <p:cNvSpPr/>
          <p:nvPr/>
        </p:nvSpPr>
        <p:spPr>
          <a:xfrm>
            <a:off x="5230368" y="2392124"/>
            <a:ext cx="566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6" name="Text 33">
            <a:extLst>
              <a:ext uri="{FF2B5EF4-FFF2-40B4-BE49-F238E27FC236}">
                <a16:creationId xmlns:a16="http://schemas.microsoft.com/office/drawing/2014/main" id="{700CD93D-3A83-A95C-F014-EAE94A659533}"/>
              </a:ext>
            </a:extLst>
          </p:cNvPr>
          <p:cNvSpPr txBox="1"/>
          <p:nvPr/>
        </p:nvSpPr>
        <p:spPr>
          <a:xfrm>
            <a:off x="5230368" y="23921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490" name="Shape 34">
            <a:extLst>
              <a:ext uri="{FF2B5EF4-FFF2-40B4-BE49-F238E27FC236}">
                <a16:creationId xmlns:a16="http://schemas.microsoft.com/office/drawing/2014/main" id="{36DB89C1-4A23-36A0-CD7A-717DCC7C5C6D}"/>
              </a:ext>
            </a:extLst>
          </p:cNvPr>
          <p:cNvSpPr/>
          <p:nvPr/>
        </p:nvSpPr>
        <p:spPr>
          <a:xfrm>
            <a:off x="5797296" y="2392124"/>
            <a:ext cx="566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4" name="Text 35">
            <a:extLst>
              <a:ext uri="{FF2B5EF4-FFF2-40B4-BE49-F238E27FC236}">
                <a16:creationId xmlns:a16="http://schemas.microsoft.com/office/drawing/2014/main" id="{0E9477D5-500E-5BC3-EDB8-52F2C9250B2B}"/>
              </a:ext>
            </a:extLst>
          </p:cNvPr>
          <p:cNvSpPr txBox="1"/>
          <p:nvPr/>
        </p:nvSpPr>
        <p:spPr>
          <a:xfrm>
            <a:off x="5797296" y="23921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498" name="Text 36">
            <a:extLst>
              <a:ext uri="{FF2B5EF4-FFF2-40B4-BE49-F238E27FC236}">
                <a16:creationId xmlns:a16="http://schemas.microsoft.com/office/drawing/2014/main" id="{45092C82-5720-1D13-651C-1B62FED728EF}"/>
              </a:ext>
            </a:extLst>
          </p:cNvPr>
          <p:cNvSpPr txBox="1"/>
          <p:nvPr/>
        </p:nvSpPr>
        <p:spPr>
          <a:xfrm>
            <a:off x="457200" y="30413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6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rows</a:t>
            </a:r>
            <a:endParaRPr lang="en-US" sz="1400" dirty="0"/>
          </a:p>
        </p:txBody>
      </p:sp>
      <p:sp>
        <p:nvSpPr>
          <p:cNvPr id="502" name="Text 37">
            <a:extLst>
              <a:ext uri="{FF2B5EF4-FFF2-40B4-BE49-F238E27FC236}">
                <a16:creationId xmlns:a16="http://schemas.microsoft.com/office/drawing/2014/main" id="{366962FC-250C-2288-91D4-E54F29E599C2}"/>
              </a:ext>
            </a:extLst>
          </p:cNvPr>
          <p:cNvSpPr txBox="1"/>
          <p:nvPr/>
        </p:nvSpPr>
        <p:spPr>
          <a:xfrm>
            <a:off x="1874520" y="25384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difference: right − left</a:t>
            </a:r>
            <a:endParaRPr lang="en-US" sz="1400" dirty="0"/>
          </a:p>
        </p:txBody>
      </p:sp>
      <p:sp>
        <p:nvSpPr>
          <p:cNvPr id="506" name="Text 38">
            <a:extLst>
              <a:ext uri="{FF2B5EF4-FFF2-40B4-BE49-F238E27FC236}">
                <a16:creationId xmlns:a16="http://schemas.microsoft.com/office/drawing/2014/main" id="{3794409B-DC6B-F66A-8567-825EE1012D9D}"/>
              </a:ext>
            </a:extLst>
          </p:cNvPr>
          <p:cNvSpPr txBox="1"/>
          <p:nvPr/>
        </p:nvSpPr>
        <p:spPr>
          <a:xfrm>
            <a:off x="4480560" y="304134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Prewitt Gx</a:t>
            </a:r>
            <a:endParaRPr lang="en-US" sz="1600" dirty="0"/>
          </a:p>
        </p:txBody>
      </p:sp>
      <p:sp>
        <p:nvSpPr>
          <p:cNvPr id="120" name="Text 57">
            <a:extLst>
              <a:ext uri="{FF2B5EF4-FFF2-40B4-BE49-F238E27FC236}">
                <a16:creationId xmlns:a16="http://schemas.microsoft.com/office/drawing/2014/main" id="{C6338249-D987-6A71-358E-F84D6C58AD11}"/>
              </a:ext>
            </a:extLst>
          </p:cNvPr>
          <p:cNvSpPr txBox="1"/>
          <p:nvPr/>
        </p:nvSpPr>
        <p:spPr>
          <a:xfrm>
            <a:off x="4274820" y="513983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Prewitt Gy (rotated 90°)</a:t>
            </a:r>
            <a:endParaRPr lang="en-US" sz="1400" dirty="0"/>
          </a:p>
        </p:txBody>
      </p:sp>
      <p:sp>
        <p:nvSpPr>
          <p:cNvPr id="124" name="Shape 58">
            <a:extLst>
              <a:ext uri="{FF2B5EF4-FFF2-40B4-BE49-F238E27FC236}">
                <a16:creationId xmlns:a16="http://schemas.microsoft.com/office/drawing/2014/main" id="{A19B461B-5E77-0A1C-FAC4-2688E0987743}"/>
              </a:ext>
            </a:extLst>
          </p:cNvPr>
          <p:cNvSpPr/>
          <p:nvPr/>
        </p:nvSpPr>
        <p:spPr>
          <a:xfrm>
            <a:off x="7589520" y="1234440"/>
            <a:ext cx="420624" cy="420624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2" name="Text 59">
            <a:extLst>
              <a:ext uri="{FF2B5EF4-FFF2-40B4-BE49-F238E27FC236}">
                <a16:creationId xmlns:a16="http://schemas.microsoft.com/office/drawing/2014/main" id="{706582E6-F520-B7B7-9C0B-F660FADB8F6A}"/>
              </a:ext>
            </a:extLst>
          </p:cNvPr>
          <p:cNvSpPr txBox="1"/>
          <p:nvPr/>
        </p:nvSpPr>
        <p:spPr>
          <a:xfrm>
            <a:off x="7589520" y="1234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16" name="Text 60">
            <a:extLst>
              <a:ext uri="{FF2B5EF4-FFF2-40B4-BE49-F238E27FC236}">
                <a16:creationId xmlns:a16="http://schemas.microsoft.com/office/drawing/2014/main" id="{DD80EFC2-4644-212D-8C7C-930FDCC1C38D}"/>
              </a:ext>
            </a:extLst>
          </p:cNvPr>
          <p:cNvSpPr txBox="1"/>
          <p:nvPr/>
        </p:nvSpPr>
        <p:spPr>
          <a:xfrm>
            <a:off x="8156448" y="1197864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minus left</a:t>
            </a:r>
            <a:endParaRPr lang="en-US" sz="1900" dirty="0"/>
          </a:p>
        </p:txBody>
      </p:sp>
      <p:sp>
        <p:nvSpPr>
          <p:cNvPr id="520" name="Text 61">
            <a:extLst>
              <a:ext uri="{FF2B5EF4-FFF2-40B4-BE49-F238E27FC236}">
                <a16:creationId xmlns:a16="http://schemas.microsoft.com/office/drawing/2014/main" id="{A02952BD-21B2-7280-A2EE-6BC8231671F6}"/>
              </a:ext>
            </a:extLst>
          </p:cNvPr>
          <p:cNvSpPr txBox="1"/>
          <p:nvPr/>
        </p:nvSpPr>
        <p:spPr>
          <a:xfrm>
            <a:off x="8156448" y="1600200"/>
            <a:ext cx="34838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 on the left column, +1 on the right column.</a:t>
            </a:r>
            <a:endParaRPr lang="en-US" sz="1600" dirty="0"/>
          </a:p>
        </p:txBody>
      </p:sp>
      <p:sp>
        <p:nvSpPr>
          <p:cNvPr id="524" name="Shape 62">
            <a:extLst>
              <a:ext uri="{FF2B5EF4-FFF2-40B4-BE49-F238E27FC236}">
                <a16:creationId xmlns:a16="http://schemas.microsoft.com/office/drawing/2014/main" id="{72BC99D7-1DEF-5025-ADE9-788BC299323B}"/>
              </a:ext>
            </a:extLst>
          </p:cNvPr>
          <p:cNvSpPr/>
          <p:nvPr/>
        </p:nvSpPr>
        <p:spPr>
          <a:xfrm>
            <a:off x="7589520" y="2560320"/>
            <a:ext cx="420624" cy="420624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7" name="Text 63">
            <a:extLst>
              <a:ext uri="{FF2B5EF4-FFF2-40B4-BE49-F238E27FC236}">
                <a16:creationId xmlns:a16="http://schemas.microsoft.com/office/drawing/2014/main" id="{D05F0B26-DA8C-B144-714A-8001C14EC354}"/>
              </a:ext>
            </a:extLst>
          </p:cNvPr>
          <p:cNvSpPr txBox="1"/>
          <p:nvPr/>
        </p:nvSpPr>
        <p:spPr>
          <a:xfrm>
            <a:off x="7589520" y="2560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529" name="Text 64">
            <a:extLst>
              <a:ext uri="{FF2B5EF4-FFF2-40B4-BE49-F238E27FC236}">
                <a16:creationId xmlns:a16="http://schemas.microsoft.com/office/drawing/2014/main" id="{0F0D50D7-B783-103C-0050-4236258DAA35}"/>
              </a:ext>
            </a:extLst>
          </p:cNvPr>
          <p:cNvSpPr txBox="1"/>
          <p:nvPr/>
        </p:nvSpPr>
        <p:spPr>
          <a:xfrm>
            <a:off x="8156448" y="2523744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Averaged over 3 rows</a:t>
            </a:r>
            <a:endParaRPr lang="en-US" sz="1900" dirty="0"/>
          </a:p>
        </p:txBody>
      </p:sp>
      <p:sp>
        <p:nvSpPr>
          <p:cNvPr id="531" name="Text 65">
            <a:extLst>
              <a:ext uri="{FF2B5EF4-FFF2-40B4-BE49-F238E27FC236}">
                <a16:creationId xmlns:a16="http://schemas.microsoft.com/office/drawing/2014/main" id="{BA869AC9-C066-2845-0EC5-8A8C6325576D}"/>
              </a:ext>
            </a:extLst>
          </p:cNvPr>
          <p:cNvSpPr txBox="1"/>
          <p:nvPr/>
        </p:nvSpPr>
        <p:spPr>
          <a:xfrm>
            <a:off x="8156448" y="2926080"/>
            <a:ext cx="3483864" cy="33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smooths the noise along the edge.</a:t>
            </a:r>
            <a:endParaRPr lang="en-US" sz="1600" dirty="0"/>
          </a:p>
        </p:txBody>
      </p:sp>
      <p:sp>
        <p:nvSpPr>
          <p:cNvPr id="533" name="Shape 66">
            <a:extLst>
              <a:ext uri="{FF2B5EF4-FFF2-40B4-BE49-F238E27FC236}">
                <a16:creationId xmlns:a16="http://schemas.microsoft.com/office/drawing/2014/main" id="{3846E9A6-FFCF-1552-A00C-D71BAFB65BC4}"/>
              </a:ext>
            </a:extLst>
          </p:cNvPr>
          <p:cNvSpPr/>
          <p:nvPr/>
        </p:nvSpPr>
        <p:spPr>
          <a:xfrm>
            <a:off x="7589520" y="3886200"/>
            <a:ext cx="420624" cy="420624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5" name="Text 67">
            <a:extLst>
              <a:ext uri="{FF2B5EF4-FFF2-40B4-BE49-F238E27FC236}">
                <a16:creationId xmlns:a16="http://schemas.microsoft.com/office/drawing/2014/main" id="{75782ACA-E9AA-24D5-D2FD-CD75A658E5FE}"/>
              </a:ext>
            </a:extLst>
          </p:cNvPr>
          <p:cNvSpPr txBox="1"/>
          <p:nvPr/>
        </p:nvSpPr>
        <p:spPr>
          <a:xfrm>
            <a:off x="7589520" y="3886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537" name="Text 68">
            <a:extLst>
              <a:ext uri="{FF2B5EF4-FFF2-40B4-BE49-F238E27FC236}">
                <a16:creationId xmlns:a16="http://schemas.microsoft.com/office/drawing/2014/main" id="{17F75DA9-ED3D-E940-9029-07D711331037}"/>
              </a:ext>
            </a:extLst>
          </p:cNvPr>
          <p:cNvSpPr txBox="1"/>
          <p:nvPr/>
        </p:nvSpPr>
        <p:spPr>
          <a:xfrm>
            <a:off x="8156448" y="3849624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Sums to zero</a:t>
            </a:r>
            <a:endParaRPr lang="en-US" sz="1900" dirty="0"/>
          </a:p>
        </p:txBody>
      </p:sp>
      <p:sp>
        <p:nvSpPr>
          <p:cNvPr id="539" name="Text 69">
            <a:extLst>
              <a:ext uri="{FF2B5EF4-FFF2-40B4-BE49-F238E27FC236}">
                <a16:creationId xmlns:a16="http://schemas.microsoft.com/office/drawing/2014/main" id="{6F21A4C9-E7D3-5876-E433-502C84CA8AB7}"/>
              </a:ext>
            </a:extLst>
          </p:cNvPr>
          <p:cNvSpPr txBox="1"/>
          <p:nvPr/>
        </p:nvSpPr>
        <p:spPr>
          <a:xfrm>
            <a:off x="8156448" y="4251960"/>
            <a:ext cx="21337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flat area always gives 0.</a:t>
            </a:r>
            <a:endParaRPr lang="en-US" sz="1600" dirty="0"/>
          </a:p>
        </p:txBody>
      </p:sp>
      <p:sp>
        <p:nvSpPr>
          <p:cNvPr id="541" name="Shape 70">
            <a:extLst>
              <a:ext uri="{FF2B5EF4-FFF2-40B4-BE49-F238E27FC236}">
                <a16:creationId xmlns:a16="http://schemas.microsoft.com/office/drawing/2014/main" id="{0C14A8DA-1C33-E1C1-5F52-F1A60F5BB108}"/>
              </a:ext>
            </a:extLst>
          </p:cNvPr>
          <p:cNvSpPr/>
          <p:nvPr/>
        </p:nvSpPr>
        <p:spPr>
          <a:xfrm>
            <a:off x="548640" y="5596128"/>
            <a:ext cx="11091672" cy="566928"/>
          </a:xfrm>
          <a:prstGeom prst="rect">
            <a:avLst/>
          </a:prstGeom>
          <a:solidFill>
            <a:srgbClr val="E3EFF9"/>
          </a:solidFill>
          <a:ln w="12700">
            <a:solidFill>
              <a:srgbClr val="E3EFF9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Prewitt Gx = (average of 3 rows) × (right − left). Gy is the same kernel turned by 90°.</a:t>
            </a:r>
            <a:endParaRPr lang="en-US" dirty="0"/>
          </a:p>
        </p:txBody>
      </p:sp>
      <p:sp>
        <p:nvSpPr>
          <p:cNvPr id="5" name="Shape 18">
            <a:extLst>
              <a:ext uri="{FF2B5EF4-FFF2-40B4-BE49-F238E27FC236}">
                <a16:creationId xmlns:a16="http://schemas.microsoft.com/office/drawing/2014/main" id="{257CC00C-4C58-717C-AF11-27C9775FAFBA}"/>
              </a:ext>
            </a:extLst>
          </p:cNvPr>
          <p:cNvSpPr/>
          <p:nvPr/>
        </p:nvSpPr>
        <p:spPr>
          <a:xfrm>
            <a:off x="4678680" y="3383280"/>
            <a:ext cx="566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19">
            <a:extLst>
              <a:ext uri="{FF2B5EF4-FFF2-40B4-BE49-F238E27FC236}">
                <a16:creationId xmlns:a16="http://schemas.microsoft.com/office/drawing/2014/main" id="{7F0BA2FB-C0B8-6466-0E26-8D3B7C876721}"/>
              </a:ext>
            </a:extLst>
          </p:cNvPr>
          <p:cNvSpPr txBox="1"/>
          <p:nvPr/>
        </p:nvSpPr>
        <p:spPr>
          <a:xfrm>
            <a:off x="4678680" y="3383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800" dirty="0"/>
          </a:p>
        </p:txBody>
      </p:sp>
      <p:sp>
        <p:nvSpPr>
          <p:cNvPr id="12" name="Shape 20">
            <a:extLst>
              <a:ext uri="{FF2B5EF4-FFF2-40B4-BE49-F238E27FC236}">
                <a16:creationId xmlns:a16="http://schemas.microsoft.com/office/drawing/2014/main" id="{34FA7AA5-CC93-1EBD-FB58-76AD9F9DDA1D}"/>
              </a:ext>
            </a:extLst>
          </p:cNvPr>
          <p:cNvSpPr/>
          <p:nvPr/>
        </p:nvSpPr>
        <p:spPr>
          <a:xfrm>
            <a:off x="5245608" y="3383280"/>
            <a:ext cx="566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21">
            <a:extLst>
              <a:ext uri="{FF2B5EF4-FFF2-40B4-BE49-F238E27FC236}">
                <a16:creationId xmlns:a16="http://schemas.microsoft.com/office/drawing/2014/main" id="{6103B71B-AFD3-F646-F27F-2C39987A0E03}"/>
              </a:ext>
            </a:extLst>
          </p:cNvPr>
          <p:cNvSpPr txBox="1"/>
          <p:nvPr/>
        </p:nvSpPr>
        <p:spPr>
          <a:xfrm>
            <a:off x="5245608" y="3383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dirty="0"/>
          </a:p>
        </p:txBody>
      </p:sp>
      <p:sp>
        <p:nvSpPr>
          <p:cNvPr id="18" name="Shape 22">
            <a:extLst>
              <a:ext uri="{FF2B5EF4-FFF2-40B4-BE49-F238E27FC236}">
                <a16:creationId xmlns:a16="http://schemas.microsoft.com/office/drawing/2014/main" id="{3065DFAC-9CF7-1F85-62B4-835F7BFAE3DE}"/>
              </a:ext>
            </a:extLst>
          </p:cNvPr>
          <p:cNvSpPr/>
          <p:nvPr/>
        </p:nvSpPr>
        <p:spPr>
          <a:xfrm>
            <a:off x="5812536" y="3383280"/>
            <a:ext cx="566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23">
            <a:extLst>
              <a:ext uri="{FF2B5EF4-FFF2-40B4-BE49-F238E27FC236}">
                <a16:creationId xmlns:a16="http://schemas.microsoft.com/office/drawing/2014/main" id="{E5995ED3-6F09-99DF-C57C-19E1F04AA9A1}"/>
              </a:ext>
            </a:extLst>
          </p:cNvPr>
          <p:cNvSpPr txBox="1"/>
          <p:nvPr/>
        </p:nvSpPr>
        <p:spPr>
          <a:xfrm>
            <a:off x="5812536" y="3383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dirty="0"/>
          </a:p>
        </p:txBody>
      </p:sp>
      <p:sp>
        <p:nvSpPr>
          <p:cNvPr id="25" name="Shape 24">
            <a:extLst>
              <a:ext uri="{FF2B5EF4-FFF2-40B4-BE49-F238E27FC236}">
                <a16:creationId xmlns:a16="http://schemas.microsoft.com/office/drawing/2014/main" id="{9957CEB8-63BC-ABF1-1313-DC4AEF92C11B}"/>
              </a:ext>
            </a:extLst>
          </p:cNvPr>
          <p:cNvSpPr/>
          <p:nvPr/>
        </p:nvSpPr>
        <p:spPr>
          <a:xfrm>
            <a:off x="4678680" y="3950208"/>
            <a:ext cx="566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23360A69-A204-5A68-9678-6EFC4B16E6E0}"/>
              </a:ext>
            </a:extLst>
          </p:cNvPr>
          <p:cNvSpPr txBox="1"/>
          <p:nvPr/>
        </p:nvSpPr>
        <p:spPr>
          <a:xfrm>
            <a:off x="4678680" y="39502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dirty="0"/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4BE7BB7E-44B8-9CDA-3DCB-6DA4C4AB3CC1}"/>
              </a:ext>
            </a:extLst>
          </p:cNvPr>
          <p:cNvSpPr/>
          <p:nvPr/>
        </p:nvSpPr>
        <p:spPr>
          <a:xfrm>
            <a:off x="5245608" y="3950208"/>
            <a:ext cx="566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7">
            <a:extLst>
              <a:ext uri="{FF2B5EF4-FFF2-40B4-BE49-F238E27FC236}">
                <a16:creationId xmlns:a16="http://schemas.microsoft.com/office/drawing/2014/main" id="{E59BE5D0-8774-13F6-9053-E0ECD324C5A4}"/>
              </a:ext>
            </a:extLst>
          </p:cNvPr>
          <p:cNvSpPr txBox="1"/>
          <p:nvPr/>
        </p:nvSpPr>
        <p:spPr>
          <a:xfrm>
            <a:off x="5245608" y="39502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39" name="Shape 28">
            <a:extLst>
              <a:ext uri="{FF2B5EF4-FFF2-40B4-BE49-F238E27FC236}">
                <a16:creationId xmlns:a16="http://schemas.microsoft.com/office/drawing/2014/main" id="{2109CF33-D412-10AF-F36B-C5C15AFC5F5F}"/>
              </a:ext>
            </a:extLst>
          </p:cNvPr>
          <p:cNvSpPr/>
          <p:nvPr/>
        </p:nvSpPr>
        <p:spPr>
          <a:xfrm>
            <a:off x="5812536" y="3950208"/>
            <a:ext cx="566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29">
            <a:extLst>
              <a:ext uri="{FF2B5EF4-FFF2-40B4-BE49-F238E27FC236}">
                <a16:creationId xmlns:a16="http://schemas.microsoft.com/office/drawing/2014/main" id="{8B429CE6-4439-E87D-287C-F8AC7FC4E5D6}"/>
              </a:ext>
            </a:extLst>
          </p:cNvPr>
          <p:cNvSpPr txBox="1"/>
          <p:nvPr/>
        </p:nvSpPr>
        <p:spPr>
          <a:xfrm>
            <a:off x="5812536" y="39502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dirty="0"/>
          </a:p>
        </p:txBody>
      </p:sp>
      <p:sp>
        <p:nvSpPr>
          <p:cNvPr id="45" name="Shape 30">
            <a:extLst>
              <a:ext uri="{FF2B5EF4-FFF2-40B4-BE49-F238E27FC236}">
                <a16:creationId xmlns:a16="http://schemas.microsoft.com/office/drawing/2014/main" id="{6B36A2A0-A150-2872-A4D6-A8030AA5BFCD}"/>
              </a:ext>
            </a:extLst>
          </p:cNvPr>
          <p:cNvSpPr/>
          <p:nvPr/>
        </p:nvSpPr>
        <p:spPr>
          <a:xfrm>
            <a:off x="4678680" y="4517136"/>
            <a:ext cx="566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31">
            <a:extLst>
              <a:ext uri="{FF2B5EF4-FFF2-40B4-BE49-F238E27FC236}">
                <a16:creationId xmlns:a16="http://schemas.microsoft.com/office/drawing/2014/main" id="{0E8BAF6C-502C-55DB-AE2E-141E8AD0464E}"/>
              </a:ext>
            </a:extLst>
          </p:cNvPr>
          <p:cNvSpPr txBox="1"/>
          <p:nvPr/>
        </p:nvSpPr>
        <p:spPr>
          <a:xfrm>
            <a:off x="4678680" y="45171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/>
          </a:p>
        </p:txBody>
      </p:sp>
      <p:sp>
        <p:nvSpPr>
          <p:cNvPr id="51" name="Shape 32">
            <a:extLst>
              <a:ext uri="{FF2B5EF4-FFF2-40B4-BE49-F238E27FC236}">
                <a16:creationId xmlns:a16="http://schemas.microsoft.com/office/drawing/2014/main" id="{9F02C4A3-574D-DC37-0A5D-B839E090A2FB}"/>
              </a:ext>
            </a:extLst>
          </p:cNvPr>
          <p:cNvSpPr/>
          <p:nvPr/>
        </p:nvSpPr>
        <p:spPr>
          <a:xfrm>
            <a:off x="5245608" y="4517136"/>
            <a:ext cx="566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33">
            <a:extLst>
              <a:ext uri="{FF2B5EF4-FFF2-40B4-BE49-F238E27FC236}">
                <a16:creationId xmlns:a16="http://schemas.microsoft.com/office/drawing/2014/main" id="{CB655148-A980-541D-1F7B-3A313945D62B}"/>
              </a:ext>
            </a:extLst>
          </p:cNvPr>
          <p:cNvSpPr txBox="1"/>
          <p:nvPr/>
        </p:nvSpPr>
        <p:spPr>
          <a:xfrm>
            <a:off x="5245608" y="45171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/>
          </a:p>
        </p:txBody>
      </p:sp>
      <p:sp>
        <p:nvSpPr>
          <p:cNvPr id="59" name="Shape 34">
            <a:extLst>
              <a:ext uri="{FF2B5EF4-FFF2-40B4-BE49-F238E27FC236}">
                <a16:creationId xmlns:a16="http://schemas.microsoft.com/office/drawing/2014/main" id="{B535CD72-F169-3C69-B30F-662BAEC31463}"/>
              </a:ext>
            </a:extLst>
          </p:cNvPr>
          <p:cNvSpPr/>
          <p:nvPr/>
        </p:nvSpPr>
        <p:spPr>
          <a:xfrm>
            <a:off x="5812536" y="4517136"/>
            <a:ext cx="566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35">
            <a:extLst>
              <a:ext uri="{FF2B5EF4-FFF2-40B4-BE49-F238E27FC236}">
                <a16:creationId xmlns:a16="http://schemas.microsoft.com/office/drawing/2014/main" id="{8FB83F49-8095-FC29-CBDD-E872C3D06F73}"/>
              </a:ext>
            </a:extLst>
          </p:cNvPr>
          <p:cNvSpPr txBox="1"/>
          <p:nvPr/>
        </p:nvSpPr>
        <p:spPr>
          <a:xfrm>
            <a:off x="5812536" y="45171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936134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B803B-593D-5BD3-399F-7410FD7DF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73E8F9A-104E-DC27-5F09-519818E134BB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E6F14CC2-9381-8A2B-F458-B24CB1856E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CB822E2-DF9E-8E35-193A-E4D3264F5767}"/>
              </a:ext>
            </a:extLst>
          </p:cNvPr>
          <p:cNvCxnSpPr>
            <a:cxnSpLocks/>
          </p:cNvCxnSpPr>
          <p:nvPr/>
        </p:nvCxnSpPr>
        <p:spPr>
          <a:xfrm>
            <a:off x="435005" y="923068"/>
            <a:ext cx="11310527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59EFFD4-7F43-577E-FA66-853990051C4D}"/>
              </a:ext>
            </a:extLst>
          </p:cNvPr>
          <p:cNvSpPr txBox="1"/>
          <p:nvPr/>
        </p:nvSpPr>
        <p:spPr>
          <a:xfrm>
            <a:off x="550276" y="364476"/>
            <a:ext cx="28945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Prewitt by hand</a:t>
            </a:r>
          </a:p>
        </p:txBody>
      </p:sp>
      <p:pic>
        <p:nvPicPr>
          <p:cNvPr id="56" name="Picture 55" descr="Logo&#10;&#10;Description automatically generated">
            <a:extLst>
              <a:ext uri="{FF2B5EF4-FFF2-40B4-BE49-F238E27FC236}">
                <a16:creationId xmlns:a16="http://schemas.microsoft.com/office/drawing/2014/main" id="{AD40F515-3F93-794A-2851-1745098D8AB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5" y="6487028"/>
            <a:ext cx="1747748" cy="3311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372F7F4-8B3F-43B9-AB43-28C11A5298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17328"/>
            <a:ext cx="578348" cy="578348"/>
          </a:xfrm>
          <a:prstGeom prst="rect">
            <a:avLst/>
          </a:prstGeom>
        </p:spPr>
      </p:pic>
      <p:sp>
        <p:nvSpPr>
          <p:cNvPr id="496" name="Parallelogram 41">
            <a:extLst>
              <a:ext uri="{FF2B5EF4-FFF2-40B4-BE49-F238E27FC236}">
                <a16:creationId xmlns:a16="http://schemas.microsoft.com/office/drawing/2014/main" id="{D87CD139-7A85-AB26-A71F-138B1CA3B340}"/>
              </a:ext>
            </a:extLst>
          </p:cNvPr>
          <p:cNvSpPr/>
          <p:nvPr/>
        </p:nvSpPr>
        <p:spPr>
          <a:xfrm>
            <a:off x="11427012" y="6490706"/>
            <a:ext cx="764988" cy="3709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18/34</a:t>
            </a:r>
          </a:p>
        </p:txBody>
      </p:sp>
      <p:sp>
        <p:nvSpPr>
          <p:cNvPr id="687" name="Shape 136">
            <a:extLst>
              <a:ext uri="{FF2B5EF4-FFF2-40B4-BE49-F238E27FC236}">
                <a16:creationId xmlns:a16="http://schemas.microsoft.com/office/drawing/2014/main" id="{8665BE8B-C6BA-C595-8F89-D8137BCB0383}"/>
              </a:ext>
            </a:extLst>
          </p:cNvPr>
          <p:cNvSpPr/>
          <p:nvPr/>
        </p:nvSpPr>
        <p:spPr>
          <a:xfrm>
            <a:off x="548640" y="5596128"/>
            <a:ext cx="11091672" cy="566928"/>
          </a:xfrm>
          <a:prstGeom prst="rect">
            <a:avLst/>
          </a:prstGeom>
          <a:solidFill>
            <a:srgbClr val="E3EFF9"/>
          </a:solidFill>
          <a:ln w="12700">
            <a:solidFill>
              <a:srgbClr val="E3EFF9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dirty="0">
                <a:solidFill>
                  <a:srgbClr val="1F2937"/>
                </a:solidFill>
                <a:latin typeface="Calibri" pitchFamily="34" charset="0"/>
                <a:cs typeface="Calibri" pitchFamily="34" charset="-120"/>
              </a:rPr>
              <a:t>Multip</a:t>
            </a:r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 cell by cell, add the nine products. Gx = 180 and Gy = 180, so the edge is diagonal (45°).</a:t>
            </a:r>
            <a:endParaRPr lang="en-US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4F566210-83F0-41AC-DA00-C1AD7D02C332}"/>
              </a:ext>
            </a:extLst>
          </p:cNvPr>
          <p:cNvSpPr txBox="1"/>
          <p:nvPr/>
        </p:nvSpPr>
        <p:spPr>
          <a:xfrm>
            <a:off x="548640" y="1828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Gx</a:t>
            </a:r>
            <a:endParaRPr lang="en-US" sz="2000" dirty="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51FC3EDA-8F00-73EC-478B-F47BFD7A7683}"/>
              </a:ext>
            </a:extLst>
          </p:cNvPr>
          <p:cNvSpPr/>
          <p:nvPr/>
        </p:nvSpPr>
        <p:spPr>
          <a:xfrm>
            <a:off x="1097280" y="1417320"/>
            <a:ext cx="438912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49CE9540-55C9-3384-AB07-7D822CEEEBE2}"/>
              </a:ext>
            </a:extLst>
          </p:cNvPr>
          <p:cNvSpPr txBox="1"/>
          <p:nvPr/>
        </p:nvSpPr>
        <p:spPr>
          <a:xfrm>
            <a:off x="1097280" y="1417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1E590707-C6FE-9DC1-43EF-4987A4A19254}"/>
              </a:ext>
            </a:extLst>
          </p:cNvPr>
          <p:cNvSpPr/>
          <p:nvPr/>
        </p:nvSpPr>
        <p:spPr>
          <a:xfrm>
            <a:off x="1536192" y="1417320"/>
            <a:ext cx="438912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711971AA-7F81-9CA1-FA62-D144F2F96863}"/>
              </a:ext>
            </a:extLst>
          </p:cNvPr>
          <p:cNvSpPr txBox="1"/>
          <p:nvPr/>
        </p:nvSpPr>
        <p:spPr>
          <a:xfrm>
            <a:off x="1536192" y="1417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0682676A-7E58-8DFD-7CA7-42399C6599DE}"/>
              </a:ext>
            </a:extLst>
          </p:cNvPr>
          <p:cNvSpPr/>
          <p:nvPr/>
        </p:nvSpPr>
        <p:spPr>
          <a:xfrm>
            <a:off x="1975104" y="1417320"/>
            <a:ext cx="438912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6A516564-7CA9-0DA3-3D6C-D06786ECF494}"/>
              </a:ext>
            </a:extLst>
          </p:cNvPr>
          <p:cNvSpPr txBox="1"/>
          <p:nvPr/>
        </p:nvSpPr>
        <p:spPr>
          <a:xfrm>
            <a:off x="1975104" y="1417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30" name="Shape 11">
            <a:extLst>
              <a:ext uri="{FF2B5EF4-FFF2-40B4-BE49-F238E27FC236}">
                <a16:creationId xmlns:a16="http://schemas.microsoft.com/office/drawing/2014/main" id="{568A07F9-27E7-36EC-4E3E-414CBA712EC9}"/>
              </a:ext>
            </a:extLst>
          </p:cNvPr>
          <p:cNvSpPr/>
          <p:nvPr/>
        </p:nvSpPr>
        <p:spPr>
          <a:xfrm>
            <a:off x="1097280" y="1856232"/>
            <a:ext cx="438912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33" name="Text 12">
            <a:extLst>
              <a:ext uri="{FF2B5EF4-FFF2-40B4-BE49-F238E27FC236}">
                <a16:creationId xmlns:a16="http://schemas.microsoft.com/office/drawing/2014/main" id="{25AFE6DE-6933-06C4-5007-77050D08852A}"/>
              </a:ext>
            </a:extLst>
          </p:cNvPr>
          <p:cNvSpPr txBox="1"/>
          <p:nvPr/>
        </p:nvSpPr>
        <p:spPr>
          <a:xfrm>
            <a:off x="1097280" y="18562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36" name="Shape 13">
            <a:extLst>
              <a:ext uri="{FF2B5EF4-FFF2-40B4-BE49-F238E27FC236}">
                <a16:creationId xmlns:a16="http://schemas.microsoft.com/office/drawing/2014/main" id="{4A605C46-7D1F-058C-C283-6EE2286ACAA4}"/>
              </a:ext>
            </a:extLst>
          </p:cNvPr>
          <p:cNvSpPr/>
          <p:nvPr/>
        </p:nvSpPr>
        <p:spPr>
          <a:xfrm>
            <a:off x="1536192" y="1856232"/>
            <a:ext cx="438912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39" name="Text 14">
            <a:extLst>
              <a:ext uri="{FF2B5EF4-FFF2-40B4-BE49-F238E27FC236}">
                <a16:creationId xmlns:a16="http://schemas.microsoft.com/office/drawing/2014/main" id="{C6F96237-A501-8A95-4A2E-C22A73B45CE4}"/>
              </a:ext>
            </a:extLst>
          </p:cNvPr>
          <p:cNvSpPr txBox="1"/>
          <p:nvPr/>
        </p:nvSpPr>
        <p:spPr>
          <a:xfrm>
            <a:off x="1536192" y="18562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2" name="Shape 15">
            <a:extLst>
              <a:ext uri="{FF2B5EF4-FFF2-40B4-BE49-F238E27FC236}">
                <a16:creationId xmlns:a16="http://schemas.microsoft.com/office/drawing/2014/main" id="{90FE5A69-BD64-5E29-A32C-49D87659A8AF}"/>
              </a:ext>
            </a:extLst>
          </p:cNvPr>
          <p:cNvSpPr/>
          <p:nvPr/>
        </p:nvSpPr>
        <p:spPr>
          <a:xfrm>
            <a:off x="1975104" y="1856232"/>
            <a:ext cx="438912" cy="438912"/>
          </a:xfrm>
          <a:prstGeom prst="rect">
            <a:avLst/>
          </a:prstGeom>
          <a:solidFill>
            <a:srgbClr val="D9DEE6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45" name="Text 16">
            <a:extLst>
              <a:ext uri="{FF2B5EF4-FFF2-40B4-BE49-F238E27FC236}">
                <a16:creationId xmlns:a16="http://schemas.microsoft.com/office/drawing/2014/main" id="{780B721E-CCAC-1364-61A8-4C8CA73C305C}"/>
              </a:ext>
            </a:extLst>
          </p:cNvPr>
          <p:cNvSpPr txBox="1"/>
          <p:nvPr/>
        </p:nvSpPr>
        <p:spPr>
          <a:xfrm>
            <a:off x="1975104" y="18562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400" dirty="0"/>
          </a:p>
        </p:txBody>
      </p:sp>
      <p:sp>
        <p:nvSpPr>
          <p:cNvPr id="48" name="Shape 17">
            <a:extLst>
              <a:ext uri="{FF2B5EF4-FFF2-40B4-BE49-F238E27FC236}">
                <a16:creationId xmlns:a16="http://schemas.microsoft.com/office/drawing/2014/main" id="{5C1E57D5-EB38-B524-7F85-A58E25DC7316}"/>
              </a:ext>
            </a:extLst>
          </p:cNvPr>
          <p:cNvSpPr/>
          <p:nvPr/>
        </p:nvSpPr>
        <p:spPr>
          <a:xfrm>
            <a:off x="1097280" y="2295144"/>
            <a:ext cx="438912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0" name="Text 18">
            <a:extLst>
              <a:ext uri="{FF2B5EF4-FFF2-40B4-BE49-F238E27FC236}">
                <a16:creationId xmlns:a16="http://schemas.microsoft.com/office/drawing/2014/main" id="{FC99998D-3DD4-1C89-4A9F-094262D32996}"/>
              </a:ext>
            </a:extLst>
          </p:cNvPr>
          <p:cNvSpPr txBox="1"/>
          <p:nvPr/>
        </p:nvSpPr>
        <p:spPr>
          <a:xfrm>
            <a:off x="1097280" y="22951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53" name="Shape 19">
            <a:extLst>
              <a:ext uri="{FF2B5EF4-FFF2-40B4-BE49-F238E27FC236}">
                <a16:creationId xmlns:a16="http://schemas.microsoft.com/office/drawing/2014/main" id="{9A8DD9FA-61D7-BEC3-B19A-505FBF0290C1}"/>
              </a:ext>
            </a:extLst>
          </p:cNvPr>
          <p:cNvSpPr/>
          <p:nvPr/>
        </p:nvSpPr>
        <p:spPr>
          <a:xfrm>
            <a:off x="1536192" y="2295144"/>
            <a:ext cx="438912" cy="438912"/>
          </a:xfrm>
          <a:prstGeom prst="rect">
            <a:avLst/>
          </a:prstGeom>
          <a:solidFill>
            <a:srgbClr val="D9DEE6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7" name="Text 20">
            <a:extLst>
              <a:ext uri="{FF2B5EF4-FFF2-40B4-BE49-F238E27FC236}">
                <a16:creationId xmlns:a16="http://schemas.microsoft.com/office/drawing/2014/main" id="{D777BBD6-39C4-14C9-FDFD-EC5E23914748}"/>
              </a:ext>
            </a:extLst>
          </p:cNvPr>
          <p:cNvSpPr txBox="1"/>
          <p:nvPr/>
        </p:nvSpPr>
        <p:spPr>
          <a:xfrm>
            <a:off x="1536192" y="22951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400" dirty="0"/>
          </a:p>
        </p:txBody>
      </p:sp>
      <p:sp>
        <p:nvSpPr>
          <p:cNvPr id="60" name="Shape 21">
            <a:extLst>
              <a:ext uri="{FF2B5EF4-FFF2-40B4-BE49-F238E27FC236}">
                <a16:creationId xmlns:a16="http://schemas.microsoft.com/office/drawing/2014/main" id="{385BD32D-5FA7-98AA-98C8-6E3CB7EB8EB6}"/>
              </a:ext>
            </a:extLst>
          </p:cNvPr>
          <p:cNvSpPr/>
          <p:nvPr/>
        </p:nvSpPr>
        <p:spPr>
          <a:xfrm>
            <a:off x="1975104" y="2295144"/>
            <a:ext cx="438912" cy="438912"/>
          </a:xfrm>
          <a:prstGeom prst="rect">
            <a:avLst/>
          </a:prstGeom>
          <a:solidFill>
            <a:srgbClr val="D9DEE6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63" name="Text 22">
            <a:extLst>
              <a:ext uri="{FF2B5EF4-FFF2-40B4-BE49-F238E27FC236}">
                <a16:creationId xmlns:a16="http://schemas.microsoft.com/office/drawing/2014/main" id="{0E972EDA-96E2-63AB-B5D9-14C4CD25484A}"/>
              </a:ext>
            </a:extLst>
          </p:cNvPr>
          <p:cNvSpPr txBox="1"/>
          <p:nvPr/>
        </p:nvSpPr>
        <p:spPr>
          <a:xfrm>
            <a:off x="1975104" y="22951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400" dirty="0"/>
          </a:p>
        </p:txBody>
      </p:sp>
      <p:sp>
        <p:nvSpPr>
          <p:cNvPr id="450" name="Text 23">
            <a:extLst>
              <a:ext uri="{FF2B5EF4-FFF2-40B4-BE49-F238E27FC236}">
                <a16:creationId xmlns:a16="http://schemas.microsoft.com/office/drawing/2014/main" id="{7F64B2E3-9908-E641-8DAF-4DFC7C7460D3}"/>
              </a:ext>
            </a:extLst>
          </p:cNvPr>
          <p:cNvSpPr txBox="1"/>
          <p:nvPr/>
        </p:nvSpPr>
        <p:spPr>
          <a:xfrm>
            <a:off x="2468880" y="184708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2600" dirty="0"/>
          </a:p>
        </p:txBody>
      </p:sp>
      <p:sp>
        <p:nvSpPr>
          <p:cNvPr id="453" name="Shape 24">
            <a:extLst>
              <a:ext uri="{FF2B5EF4-FFF2-40B4-BE49-F238E27FC236}">
                <a16:creationId xmlns:a16="http://schemas.microsoft.com/office/drawing/2014/main" id="{8E065B92-E563-3A1C-9667-4171C4A3164A}"/>
              </a:ext>
            </a:extLst>
          </p:cNvPr>
          <p:cNvSpPr/>
          <p:nvPr/>
        </p:nvSpPr>
        <p:spPr>
          <a:xfrm>
            <a:off x="2880360" y="1417320"/>
            <a:ext cx="438912" cy="438912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456" name="Text 25">
            <a:extLst>
              <a:ext uri="{FF2B5EF4-FFF2-40B4-BE49-F238E27FC236}">
                <a16:creationId xmlns:a16="http://schemas.microsoft.com/office/drawing/2014/main" id="{1BCC4C45-CB64-F007-D7D8-3D2F65AA17F4}"/>
              </a:ext>
            </a:extLst>
          </p:cNvPr>
          <p:cNvSpPr txBox="1"/>
          <p:nvPr/>
        </p:nvSpPr>
        <p:spPr>
          <a:xfrm>
            <a:off x="2880360" y="1417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400" dirty="0"/>
          </a:p>
        </p:txBody>
      </p:sp>
      <p:sp>
        <p:nvSpPr>
          <p:cNvPr id="460" name="Shape 26">
            <a:extLst>
              <a:ext uri="{FF2B5EF4-FFF2-40B4-BE49-F238E27FC236}">
                <a16:creationId xmlns:a16="http://schemas.microsoft.com/office/drawing/2014/main" id="{50C9D240-AF4D-9019-4FF0-72FB6634EC96}"/>
              </a:ext>
            </a:extLst>
          </p:cNvPr>
          <p:cNvSpPr/>
          <p:nvPr/>
        </p:nvSpPr>
        <p:spPr>
          <a:xfrm>
            <a:off x="3319272" y="1417320"/>
            <a:ext cx="438912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463" name="Text 27">
            <a:extLst>
              <a:ext uri="{FF2B5EF4-FFF2-40B4-BE49-F238E27FC236}">
                <a16:creationId xmlns:a16="http://schemas.microsoft.com/office/drawing/2014/main" id="{694D45F3-5A77-6E25-54BC-568CF9BEF1D5}"/>
              </a:ext>
            </a:extLst>
          </p:cNvPr>
          <p:cNvSpPr txBox="1"/>
          <p:nvPr/>
        </p:nvSpPr>
        <p:spPr>
          <a:xfrm>
            <a:off x="3319272" y="1417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466" name="Shape 28">
            <a:extLst>
              <a:ext uri="{FF2B5EF4-FFF2-40B4-BE49-F238E27FC236}">
                <a16:creationId xmlns:a16="http://schemas.microsoft.com/office/drawing/2014/main" id="{0B232A63-8584-E73B-7C2D-B0D0D3A26763}"/>
              </a:ext>
            </a:extLst>
          </p:cNvPr>
          <p:cNvSpPr/>
          <p:nvPr/>
        </p:nvSpPr>
        <p:spPr>
          <a:xfrm>
            <a:off x="3758184" y="1417320"/>
            <a:ext cx="438912" cy="438912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469" name="Text 29">
            <a:extLst>
              <a:ext uri="{FF2B5EF4-FFF2-40B4-BE49-F238E27FC236}">
                <a16:creationId xmlns:a16="http://schemas.microsoft.com/office/drawing/2014/main" id="{E519C67C-9870-C768-504A-E236F098DA88}"/>
              </a:ext>
            </a:extLst>
          </p:cNvPr>
          <p:cNvSpPr txBox="1"/>
          <p:nvPr/>
        </p:nvSpPr>
        <p:spPr>
          <a:xfrm>
            <a:off x="3758184" y="1417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72" name="Shape 30">
            <a:extLst>
              <a:ext uri="{FF2B5EF4-FFF2-40B4-BE49-F238E27FC236}">
                <a16:creationId xmlns:a16="http://schemas.microsoft.com/office/drawing/2014/main" id="{17307C7D-E342-B57C-76B4-60D262A9B510}"/>
              </a:ext>
            </a:extLst>
          </p:cNvPr>
          <p:cNvSpPr/>
          <p:nvPr/>
        </p:nvSpPr>
        <p:spPr>
          <a:xfrm>
            <a:off x="2880360" y="1856232"/>
            <a:ext cx="438912" cy="438912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476" name="Text 31">
            <a:extLst>
              <a:ext uri="{FF2B5EF4-FFF2-40B4-BE49-F238E27FC236}">
                <a16:creationId xmlns:a16="http://schemas.microsoft.com/office/drawing/2014/main" id="{E6C9B29F-2541-5EF7-A467-08BC5A15C738}"/>
              </a:ext>
            </a:extLst>
          </p:cNvPr>
          <p:cNvSpPr txBox="1"/>
          <p:nvPr/>
        </p:nvSpPr>
        <p:spPr>
          <a:xfrm>
            <a:off x="2880360" y="18562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400" dirty="0"/>
          </a:p>
        </p:txBody>
      </p:sp>
      <p:sp>
        <p:nvSpPr>
          <p:cNvPr id="479" name="Shape 32">
            <a:extLst>
              <a:ext uri="{FF2B5EF4-FFF2-40B4-BE49-F238E27FC236}">
                <a16:creationId xmlns:a16="http://schemas.microsoft.com/office/drawing/2014/main" id="{CFA164DD-B89F-549B-F127-65D91145BD5E}"/>
              </a:ext>
            </a:extLst>
          </p:cNvPr>
          <p:cNvSpPr/>
          <p:nvPr/>
        </p:nvSpPr>
        <p:spPr>
          <a:xfrm>
            <a:off x="3319272" y="1856232"/>
            <a:ext cx="438912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482" name="Text 33">
            <a:extLst>
              <a:ext uri="{FF2B5EF4-FFF2-40B4-BE49-F238E27FC236}">
                <a16:creationId xmlns:a16="http://schemas.microsoft.com/office/drawing/2014/main" id="{C5C4B824-A3CF-91C3-EE77-DADA7F86F7ED}"/>
              </a:ext>
            </a:extLst>
          </p:cNvPr>
          <p:cNvSpPr txBox="1"/>
          <p:nvPr/>
        </p:nvSpPr>
        <p:spPr>
          <a:xfrm>
            <a:off x="3319272" y="18562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485" name="Shape 34">
            <a:extLst>
              <a:ext uri="{FF2B5EF4-FFF2-40B4-BE49-F238E27FC236}">
                <a16:creationId xmlns:a16="http://schemas.microsoft.com/office/drawing/2014/main" id="{3240E46F-0292-DF11-5AD2-113275ACB9D8}"/>
              </a:ext>
            </a:extLst>
          </p:cNvPr>
          <p:cNvSpPr/>
          <p:nvPr/>
        </p:nvSpPr>
        <p:spPr>
          <a:xfrm>
            <a:off x="3758184" y="1856232"/>
            <a:ext cx="438912" cy="438912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489" name="Text 35">
            <a:extLst>
              <a:ext uri="{FF2B5EF4-FFF2-40B4-BE49-F238E27FC236}">
                <a16:creationId xmlns:a16="http://schemas.microsoft.com/office/drawing/2014/main" id="{9CE8498F-C15C-F920-992E-DC9DFACEF22B}"/>
              </a:ext>
            </a:extLst>
          </p:cNvPr>
          <p:cNvSpPr txBox="1"/>
          <p:nvPr/>
        </p:nvSpPr>
        <p:spPr>
          <a:xfrm>
            <a:off x="3758184" y="18562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93" name="Shape 36">
            <a:extLst>
              <a:ext uri="{FF2B5EF4-FFF2-40B4-BE49-F238E27FC236}">
                <a16:creationId xmlns:a16="http://schemas.microsoft.com/office/drawing/2014/main" id="{3EB742D2-BEDA-D0A1-4AF8-E16C8B2DAD49}"/>
              </a:ext>
            </a:extLst>
          </p:cNvPr>
          <p:cNvSpPr/>
          <p:nvPr/>
        </p:nvSpPr>
        <p:spPr>
          <a:xfrm>
            <a:off x="2880360" y="2295144"/>
            <a:ext cx="438912" cy="438912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498" name="Text 37">
            <a:extLst>
              <a:ext uri="{FF2B5EF4-FFF2-40B4-BE49-F238E27FC236}">
                <a16:creationId xmlns:a16="http://schemas.microsoft.com/office/drawing/2014/main" id="{4E806E3D-F4D2-0A61-AC19-B681406596B0}"/>
              </a:ext>
            </a:extLst>
          </p:cNvPr>
          <p:cNvSpPr txBox="1"/>
          <p:nvPr/>
        </p:nvSpPr>
        <p:spPr>
          <a:xfrm>
            <a:off x="2880360" y="22951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400" dirty="0"/>
          </a:p>
        </p:txBody>
      </p:sp>
      <p:sp>
        <p:nvSpPr>
          <p:cNvPr id="502" name="Shape 38">
            <a:extLst>
              <a:ext uri="{FF2B5EF4-FFF2-40B4-BE49-F238E27FC236}">
                <a16:creationId xmlns:a16="http://schemas.microsoft.com/office/drawing/2014/main" id="{57072250-36AE-123E-B80C-4E08468607A7}"/>
              </a:ext>
            </a:extLst>
          </p:cNvPr>
          <p:cNvSpPr/>
          <p:nvPr/>
        </p:nvSpPr>
        <p:spPr>
          <a:xfrm>
            <a:off x="3319272" y="2295144"/>
            <a:ext cx="438912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06" name="Text 39">
            <a:extLst>
              <a:ext uri="{FF2B5EF4-FFF2-40B4-BE49-F238E27FC236}">
                <a16:creationId xmlns:a16="http://schemas.microsoft.com/office/drawing/2014/main" id="{E6562225-7453-91B0-0969-4ED4616D6334}"/>
              </a:ext>
            </a:extLst>
          </p:cNvPr>
          <p:cNvSpPr txBox="1"/>
          <p:nvPr/>
        </p:nvSpPr>
        <p:spPr>
          <a:xfrm>
            <a:off x="3319272" y="22951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510" name="Shape 40">
            <a:extLst>
              <a:ext uri="{FF2B5EF4-FFF2-40B4-BE49-F238E27FC236}">
                <a16:creationId xmlns:a16="http://schemas.microsoft.com/office/drawing/2014/main" id="{7893CB7F-1FCE-45EA-B38F-220A8CA96995}"/>
              </a:ext>
            </a:extLst>
          </p:cNvPr>
          <p:cNvSpPr/>
          <p:nvPr/>
        </p:nvSpPr>
        <p:spPr>
          <a:xfrm>
            <a:off x="3758184" y="2295144"/>
            <a:ext cx="438912" cy="438912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14" name="Text 41">
            <a:extLst>
              <a:ext uri="{FF2B5EF4-FFF2-40B4-BE49-F238E27FC236}">
                <a16:creationId xmlns:a16="http://schemas.microsoft.com/office/drawing/2014/main" id="{7A075B0F-82AF-7D7A-3549-B600DEBEAC14}"/>
              </a:ext>
            </a:extLst>
          </p:cNvPr>
          <p:cNvSpPr txBox="1"/>
          <p:nvPr/>
        </p:nvSpPr>
        <p:spPr>
          <a:xfrm>
            <a:off x="3758184" y="22951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18" name="Text 42">
            <a:extLst>
              <a:ext uri="{FF2B5EF4-FFF2-40B4-BE49-F238E27FC236}">
                <a16:creationId xmlns:a16="http://schemas.microsoft.com/office/drawing/2014/main" id="{92C9C5F6-970B-BFD8-F340-E7C3BA18634C}"/>
              </a:ext>
            </a:extLst>
          </p:cNvPr>
          <p:cNvSpPr txBox="1"/>
          <p:nvPr/>
        </p:nvSpPr>
        <p:spPr>
          <a:xfrm>
            <a:off x="4251960" y="184708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600" dirty="0"/>
          </a:p>
        </p:txBody>
      </p:sp>
      <p:sp>
        <p:nvSpPr>
          <p:cNvPr id="522" name="Shape 43">
            <a:extLst>
              <a:ext uri="{FF2B5EF4-FFF2-40B4-BE49-F238E27FC236}">
                <a16:creationId xmlns:a16="http://schemas.microsoft.com/office/drawing/2014/main" id="{6932A686-B76B-F406-1F6B-9B8E6ACBB7C6}"/>
              </a:ext>
            </a:extLst>
          </p:cNvPr>
          <p:cNvSpPr/>
          <p:nvPr/>
        </p:nvSpPr>
        <p:spPr>
          <a:xfrm>
            <a:off x="4663440" y="1417320"/>
            <a:ext cx="438912" cy="438912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26" name="Text 44">
            <a:extLst>
              <a:ext uri="{FF2B5EF4-FFF2-40B4-BE49-F238E27FC236}">
                <a16:creationId xmlns:a16="http://schemas.microsoft.com/office/drawing/2014/main" id="{646B2281-DB8B-1972-2941-7C3527205FF2}"/>
              </a:ext>
            </a:extLst>
          </p:cNvPr>
          <p:cNvSpPr txBox="1"/>
          <p:nvPr/>
        </p:nvSpPr>
        <p:spPr>
          <a:xfrm>
            <a:off x="4663440" y="1417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</a:t>
            </a:r>
            <a:endParaRPr lang="en-US" sz="1200" dirty="0"/>
          </a:p>
        </p:txBody>
      </p:sp>
      <p:sp>
        <p:nvSpPr>
          <p:cNvPr id="530" name="Shape 45">
            <a:extLst>
              <a:ext uri="{FF2B5EF4-FFF2-40B4-BE49-F238E27FC236}">
                <a16:creationId xmlns:a16="http://schemas.microsoft.com/office/drawing/2014/main" id="{50478B6A-1397-3491-B6DE-391996F688B5}"/>
              </a:ext>
            </a:extLst>
          </p:cNvPr>
          <p:cNvSpPr/>
          <p:nvPr/>
        </p:nvSpPr>
        <p:spPr>
          <a:xfrm>
            <a:off x="5102352" y="1417320"/>
            <a:ext cx="438912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34" name="Text 46">
            <a:extLst>
              <a:ext uri="{FF2B5EF4-FFF2-40B4-BE49-F238E27FC236}">
                <a16:creationId xmlns:a16="http://schemas.microsoft.com/office/drawing/2014/main" id="{CAD586C0-76B4-168F-C77C-20B28B14D4FD}"/>
              </a:ext>
            </a:extLst>
          </p:cNvPr>
          <p:cNvSpPr txBox="1"/>
          <p:nvPr/>
        </p:nvSpPr>
        <p:spPr>
          <a:xfrm>
            <a:off x="5102352" y="1417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538" name="Shape 47">
            <a:extLst>
              <a:ext uri="{FF2B5EF4-FFF2-40B4-BE49-F238E27FC236}">
                <a16:creationId xmlns:a16="http://schemas.microsoft.com/office/drawing/2014/main" id="{B333486D-3F5A-BACC-43AC-394E78E9ED9B}"/>
              </a:ext>
            </a:extLst>
          </p:cNvPr>
          <p:cNvSpPr/>
          <p:nvPr/>
        </p:nvSpPr>
        <p:spPr>
          <a:xfrm>
            <a:off x="5541264" y="1417320"/>
            <a:ext cx="438912" cy="438912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42" name="Text 48">
            <a:extLst>
              <a:ext uri="{FF2B5EF4-FFF2-40B4-BE49-F238E27FC236}">
                <a16:creationId xmlns:a16="http://schemas.microsoft.com/office/drawing/2014/main" id="{6E002F1E-FEBC-CC9D-497C-8BC623843056}"/>
              </a:ext>
            </a:extLst>
          </p:cNvPr>
          <p:cNvSpPr txBox="1"/>
          <p:nvPr/>
        </p:nvSpPr>
        <p:spPr>
          <a:xfrm>
            <a:off x="5541264" y="1417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546" name="Shape 49">
            <a:extLst>
              <a:ext uri="{FF2B5EF4-FFF2-40B4-BE49-F238E27FC236}">
                <a16:creationId xmlns:a16="http://schemas.microsoft.com/office/drawing/2014/main" id="{7D493005-62AB-1F1B-8C33-B071EF00EF8A}"/>
              </a:ext>
            </a:extLst>
          </p:cNvPr>
          <p:cNvSpPr/>
          <p:nvPr/>
        </p:nvSpPr>
        <p:spPr>
          <a:xfrm>
            <a:off x="4663440" y="1856232"/>
            <a:ext cx="438912" cy="438912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50" name="Text 50">
            <a:extLst>
              <a:ext uri="{FF2B5EF4-FFF2-40B4-BE49-F238E27FC236}">
                <a16:creationId xmlns:a16="http://schemas.microsoft.com/office/drawing/2014/main" id="{A0A2EE35-8184-A639-AC8C-B897541989CE}"/>
              </a:ext>
            </a:extLst>
          </p:cNvPr>
          <p:cNvSpPr txBox="1"/>
          <p:nvPr/>
        </p:nvSpPr>
        <p:spPr>
          <a:xfrm>
            <a:off x="4663440" y="18562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</a:t>
            </a:r>
            <a:endParaRPr lang="en-US" sz="1200" dirty="0"/>
          </a:p>
        </p:txBody>
      </p:sp>
      <p:sp>
        <p:nvSpPr>
          <p:cNvPr id="554" name="Shape 51">
            <a:extLst>
              <a:ext uri="{FF2B5EF4-FFF2-40B4-BE49-F238E27FC236}">
                <a16:creationId xmlns:a16="http://schemas.microsoft.com/office/drawing/2014/main" id="{A7E44946-DE4B-51F4-4B7D-BCAB9F7AFF47}"/>
              </a:ext>
            </a:extLst>
          </p:cNvPr>
          <p:cNvSpPr/>
          <p:nvPr/>
        </p:nvSpPr>
        <p:spPr>
          <a:xfrm>
            <a:off x="5102352" y="1856232"/>
            <a:ext cx="438912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58" name="Text 52">
            <a:extLst>
              <a:ext uri="{FF2B5EF4-FFF2-40B4-BE49-F238E27FC236}">
                <a16:creationId xmlns:a16="http://schemas.microsoft.com/office/drawing/2014/main" id="{536120F7-BDAE-ECD4-8F41-F8DCAEA3A6A3}"/>
              </a:ext>
            </a:extLst>
          </p:cNvPr>
          <p:cNvSpPr txBox="1"/>
          <p:nvPr/>
        </p:nvSpPr>
        <p:spPr>
          <a:xfrm>
            <a:off x="5102352" y="18562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562" name="Shape 53">
            <a:extLst>
              <a:ext uri="{FF2B5EF4-FFF2-40B4-BE49-F238E27FC236}">
                <a16:creationId xmlns:a16="http://schemas.microsoft.com/office/drawing/2014/main" id="{2DF46991-31BC-2A61-53E0-20A79B49F331}"/>
              </a:ext>
            </a:extLst>
          </p:cNvPr>
          <p:cNvSpPr/>
          <p:nvPr/>
        </p:nvSpPr>
        <p:spPr>
          <a:xfrm>
            <a:off x="5541264" y="1856232"/>
            <a:ext cx="438912" cy="438912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66" name="Text 54">
            <a:extLst>
              <a:ext uri="{FF2B5EF4-FFF2-40B4-BE49-F238E27FC236}">
                <a16:creationId xmlns:a16="http://schemas.microsoft.com/office/drawing/2014/main" id="{B53A9DD7-2F70-4C15-17E8-D553CC0B6D5E}"/>
              </a:ext>
            </a:extLst>
          </p:cNvPr>
          <p:cNvSpPr txBox="1"/>
          <p:nvPr/>
        </p:nvSpPr>
        <p:spPr>
          <a:xfrm>
            <a:off x="5541264" y="18562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200" dirty="0"/>
          </a:p>
        </p:txBody>
      </p:sp>
      <p:sp>
        <p:nvSpPr>
          <p:cNvPr id="570" name="Shape 55">
            <a:extLst>
              <a:ext uri="{FF2B5EF4-FFF2-40B4-BE49-F238E27FC236}">
                <a16:creationId xmlns:a16="http://schemas.microsoft.com/office/drawing/2014/main" id="{C48D9A31-D171-6025-8CF3-E3CDC5BCA10C}"/>
              </a:ext>
            </a:extLst>
          </p:cNvPr>
          <p:cNvSpPr/>
          <p:nvPr/>
        </p:nvSpPr>
        <p:spPr>
          <a:xfrm>
            <a:off x="4663440" y="2295144"/>
            <a:ext cx="438912" cy="438912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74" name="Text 56">
            <a:extLst>
              <a:ext uri="{FF2B5EF4-FFF2-40B4-BE49-F238E27FC236}">
                <a16:creationId xmlns:a16="http://schemas.microsoft.com/office/drawing/2014/main" id="{9F99F34E-63BA-111A-DBF0-81B7281E79FA}"/>
              </a:ext>
            </a:extLst>
          </p:cNvPr>
          <p:cNvSpPr txBox="1"/>
          <p:nvPr/>
        </p:nvSpPr>
        <p:spPr>
          <a:xfrm>
            <a:off x="4663440" y="22951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</a:t>
            </a:r>
            <a:endParaRPr lang="en-US" sz="1200" dirty="0"/>
          </a:p>
        </p:txBody>
      </p:sp>
      <p:sp>
        <p:nvSpPr>
          <p:cNvPr id="578" name="Shape 57">
            <a:extLst>
              <a:ext uri="{FF2B5EF4-FFF2-40B4-BE49-F238E27FC236}">
                <a16:creationId xmlns:a16="http://schemas.microsoft.com/office/drawing/2014/main" id="{6C8B9146-1D07-3243-44FC-20694A807A6F}"/>
              </a:ext>
            </a:extLst>
          </p:cNvPr>
          <p:cNvSpPr/>
          <p:nvPr/>
        </p:nvSpPr>
        <p:spPr>
          <a:xfrm>
            <a:off x="5102352" y="2295144"/>
            <a:ext cx="438912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82" name="Text 58">
            <a:extLst>
              <a:ext uri="{FF2B5EF4-FFF2-40B4-BE49-F238E27FC236}">
                <a16:creationId xmlns:a16="http://schemas.microsoft.com/office/drawing/2014/main" id="{9EFF6D62-CF59-B271-DF99-CAA6D49AC9C2}"/>
              </a:ext>
            </a:extLst>
          </p:cNvPr>
          <p:cNvSpPr txBox="1"/>
          <p:nvPr/>
        </p:nvSpPr>
        <p:spPr>
          <a:xfrm>
            <a:off x="5102352" y="22951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586" name="Shape 59">
            <a:extLst>
              <a:ext uri="{FF2B5EF4-FFF2-40B4-BE49-F238E27FC236}">
                <a16:creationId xmlns:a16="http://schemas.microsoft.com/office/drawing/2014/main" id="{97BA62F5-B06B-AE91-8AAA-8A53FCF90D2A}"/>
              </a:ext>
            </a:extLst>
          </p:cNvPr>
          <p:cNvSpPr/>
          <p:nvPr/>
        </p:nvSpPr>
        <p:spPr>
          <a:xfrm>
            <a:off x="5541264" y="2295144"/>
            <a:ext cx="438912" cy="438912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90" name="Text 60">
            <a:extLst>
              <a:ext uri="{FF2B5EF4-FFF2-40B4-BE49-F238E27FC236}">
                <a16:creationId xmlns:a16="http://schemas.microsoft.com/office/drawing/2014/main" id="{CDCCE68F-3445-A288-25AE-CD27BA396666}"/>
              </a:ext>
            </a:extLst>
          </p:cNvPr>
          <p:cNvSpPr txBox="1"/>
          <p:nvPr/>
        </p:nvSpPr>
        <p:spPr>
          <a:xfrm>
            <a:off x="5541264" y="22951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200" dirty="0"/>
          </a:p>
        </p:txBody>
      </p:sp>
      <p:sp>
        <p:nvSpPr>
          <p:cNvPr id="594" name="Text 61">
            <a:extLst>
              <a:ext uri="{FF2B5EF4-FFF2-40B4-BE49-F238E27FC236}">
                <a16:creationId xmlns:a16="http://schemas.microsoft.com/office/drawing/2014/main" id="{6FF0B4B9-1E38-401E-D960-F683A8471CC8}"/>
              </a:ext>
            </a:extLst>
          </p:cNvPr>
          <p:cNvSpPr txBox="1"/>
          <p:nvPr/>
        </p:nvSpPr>
        <p:spPr>
          <a:xfrm>
            <a:off x="5989320" y="184708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598" name="Text 62">
            <a:extLst>
              <a:ext uri="{FF2B5EF4-FFF2-40B4-BE49-F238E27FC236}">
                <a16:creationId xmlns:a16="http://schemas.microsoft.com/office/drawing/2014/main" id="{39A9C68E-0A02-DEB1-6F2C-E85E9AAC43C1}"/>
              </a:ext>
            </a:extLst>
          </p:cNvPr>
          <p:cNvSpPr txBox="1"/>
          <p:nvPr/>
        </p:nvSpPr>
        <p:spPr>
          <a:xfrm>
            <a:off x="6400800" y="169164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</a:t>
            </a:r>
            <a:endParaRPr lang="en-US" sz="3000" dirty="0"/>
          </a:p>
        </p:txBody>
      </p:sp>
      <p:sp>
        <p:nvSpPr>
          <p:cNvPr id="602" name="Text 63">
            <a:extLst>
              <a:ext uri="{FF2B5EF4-FFF2-40B4-BE49-F238E27FC236}">
                <a16:creationId xmlns:a16="http://schemas.microsoft.com/office/drawing/2014/main" id="{E07EAC75-6346-87C5-5EB8-44F85EF3E188}"/>
              </a:ext>
            </a:extLst>
          </p:cNvPr>
          <p:cNvSpPr txBox="1"/>
          <p:nvPr/>
        </p:nvSpPr>
        <p:spPr>
          <a:xfrm>
            <a:off x="548640" y="3611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</a:t>
            </a:r>
            <a:endParaRPr lang="en-US" sz="2000" dirty="0"/>
          </a:p>
        </p:txBody>
      </p:sp>
      <p:sp>
        <p:nvSpPr>
          <p:cNvPr id="606" name="Shape 64">
            <a:extLst>
              <a:ext uri="{FF2B5EF4-FFF2-40B4-BE49-F238E27FC236}">
                <a16:creationId xmlns:a16="http://schemas.microsoft.com/office/drawing/2014/main" id="{3E7DE0ED-1679-9B46-4956-62771981CC05}"/>
              </a:ext>
            </a:extLst>
          </p:cNvPr>
          <p:cNvSpPr/>
          <p:nvPr/>
        </p:nvSpPr>
        <p:spPr>
          <a:xfrm>
            <a:off x="1097280" y="3200400"/>
            <a:ext cx="438912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610" name="Text 65">
            <a:extLst>
              <a:ext uri="{FF2B5EF4-FFF2-40B4-BE49-F238E27FC236}">
                <a16:creationId xmlns:a16="http://schemas.microsoft.com/office/drawing/2014/main" id="{1260D4F2-9EE1-CAFF-5237-F38394A19F1B}"/>
              </a:ext>
            </a:extLst>
          </p:cNvPr>
          <p:cNvSpPr txBox="1"/>
          <p:nvPr/>
        </p:nvSpPr>
        <p:spPr>
          <a:xfrm>
            <a:off x="1097280" y="3200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614" name="Shape 66">
            <a:extLst>
              <a:ext uri="{FF2B5EF4-FFF2-40B4-BE49-F238E27FC236}">
                <a16:creationId xmlns:a16="http://schemas.microsoft.com/office/drawing/2014/main" id="{E6438A09-16B5-4D1A-F15A-0817DA965F27}"/>
              </a:ext>
            </a:extLst>
          </p:cNvPr>
          <p:cNvSpPr/>
          <p:nvPr/>
        </p:nvSpPr>
        <p:spPr>
          <a:xfrm>
            <a:off x="1536192" y="3200400"/>
            <a:ext cx="438912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618" name="Text 67">
            <a:extLst>
              <a:ext uri="{FF2B5EF4-FFF2-40B4-BE49-F238E27FC236}">
                <a16:creationId xmlns:a16="http://schemas.microsoft.com/office/drawing/2014/main" id="{17994ADC-B495-858D-36C1-25E1C06BF14C}"/>
              </a:ext>
            </a:extLst>
          </p:cNvPr>
          <p:cNvSpPr txBox="1"/>
          <p:nvPr/>
        </p:nvSpPr>
        <p:spPr>
          <a:xfrm>
            <a:off x="1536192" y="3200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622" name="Shape 68">
            <a:extLst>
              <a:ext uri="{FF2B5EF4-FFF2-40B4-BE49-F238E27FC236}">
                <a16:creationId xmlns:a16="http://schemas.microsoft.com/office/drawing/2014/main" id="{84391AEE-D4AD-43EB-AF97-F6DAE750D273}"/>
              </a:ext>
            </a:extLst>
          </p:cNvPr>
          <p:cNvSpPr/>
          <p:nvPr/>
        </p:nvSpPr>
        <p:spPr>
          <a:xfrm>
            <a:off x="1975104" y="3200400"/>
            <a:ext cx="438912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626" name="Text 69">
            <a:extLst>
              <a:ext uri="{FF2B5EF4-FFF2-40B4-BE49-F238E27FC236}">
                <a16:creationId xmlns:a16="http://schemas.microsoft.com/office/drawing/2014/main" id="{3CA82038-EFD3-1C41-186D-76804839E40C}"/>
              </a:ext>
            </a:extLst>
          </p:cNvPr>
          <p:cNvSpPr txBox="1"/>
          <p:nvPr/>
        </p:nvSpPr>
        <p:spPr>
          <a:xfrm>
            <a:off x="1975104" y="3200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630" name="Shape 70">
            <a:extLst>
              <a:ext uri="{FF2B5EF4-FFF2-40B4-BE49-F238E27FC236}">
                <a16:creationId xmlns:a16="http://schemas.microsoft.com/office/drawing/2014/main" id="{4093E653-53CC-2238-BE6B-2414C0A7A662}"/>
              </a:ext>
            </a:extLst>
          </p:cNvPr>
          <p:cNvSpPr/>
          <p:nvPr/>
        </p:nvSpPr>
        <p:spPr>
          <a:xfrm>
            <a:off x="1097280" y="3639312"/>
            <a:ext cx="438912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634" name="Text 71">
            <a:extLst>
              <a:ext uri="{FF2B5EF4-FFF2-40B4-BE49-F238E27FC236}">
                <a16:creationId xmlns:a16="http://schemas.microsoft.com/office/drawing/2014/main" id="{7D75544B-4C31-16DD-C3E6-20381C7B9D0E}"/>
              </a:ext>
            </a:extLst>
          </p:cNvPr>
          <p:cNvSpPr txBox="1"/>
          <p:nvPr/>
        </p:nvSpPr>
        <p:spPr>
          <a:xfrm>
            <a:off x="1097280" y="3639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638" name="Shape 72">
            <a:extLst>
              <a:ext uri="{FF2B5EF4-FFF2-40B4-BE49-F238E27FC236}">
                <a16:creationId xmlns:a16="http://schemas.microsoft.com/office/drawing/2014/main" id="{87A32528-1D54-9B94-E7F7-73CF77028B62}"/>
              </a:ext>
            </a:extLst>
          </p:cNvPr>
          <p:cNvSpPr/>
          <p:nvPr/>
        </p:nvSpPr>
        <p:spPr>
          <a:xfrm>
            <a:off x="1536192" y="3639312"/>
            <a:ext cx="438912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642" name="Text 73">
            <a:extLst>
              <a:ext uri="{FF2B5EF4-FFF2-40B4-BE49-F238E27FC236}">
                <a16:creationId xmlns:a16="http://schemas.microsoft.com/office/drawing/2014/main" id="{D1BEB701-3C23-5A02-691B-BE26AFDA641B}"/>
              </a:ext>
            </a:extLst>
          </p:cNvPr>
          <p:cNvSpPr txBox="1"/>
          <p:nvPr/>
        </p:nvSpPr>
        <p:spPr>
          <a:xfrm>
            <a:off x="1536192" y="3639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646" name="Shape 74">
            <a:extLst>
              <a:ext uri="{FF2B5EF4-FFF2-40B4-BE49-F238E27FC236}">
                <a16:creationId xmlns:a16="http://schemas.microsoft.com/office/drawing/2014/main" id="{69EDCF00-CD13-AEB7-9F2D-DD8E7B330598}"/>
              </a:ext>
            </a:extLst>
          </p:cNvPr>
          <p:cNvSpPr/>
          <p:nvPr/>
        </p:nvSpPr>
        <p:spPr>
          <a:xfrm>
            <a:off x="1975104" y="3639312"/>
            <a:ext cx="438912" cy="438912"/>
          </a:xfrm>
          <a:prstGeom prst="rect">
            <a:avLst/>
          </a:prstGeom>
          <a:solidFill>
            <a:srgbClr val="D9DEE6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650" name="Text 75">
            <a:extLst>
              <a:ext uri="{FF2B5EF4-FFF2-40B4-BE49-F238E27FC236}">
                <a16:creationId xmlns:a16="http://schemas.microsoft.com/office/drawing/2014/main" id="{018D8BD5-E092-C366-2228-1137A6C2055B}"/>
              </a:ext>
            </a:extLst>
          </p:cNvPr>
          <p:cNvSpPr txBox="1"/>
          <p:nvPr/>
        </p:nvSpPr>
        <p:spPr>
          <a:xfrm>
            <a:off x="1975104" y="3639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400" dirty="0"/>
          </a:p>
        </p:txBody>
      </p:sp>
      <p:sp>
        <p:nvSpPr>
          <p:cNvPr id="654" name="Shape 76">
            <a:extLst>
              <a:ext uri="{FF2B5EF4-FFF2-40B4-BE49-F238E27FC236}">
                <a16:creationId xmlns:a16="http://schemas.microsoft.com/office/drawing/2014/main" id="{38790F82-B445-3F48-316A-263A37EF435E}"/>
              </a:ext>
            </a:extLst>
          </p:cNvPr>
          <p:cNvSpPr/>
          <p:nvPr/>
        </p:nvSpPr>
        <p:spPr>
          <a:xfrm>
            <a:off x="1097280" y="4078224"/>
            <a:ext cx="438912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658" name="Text 77">
            <a:extLst>
              <a:ext uri="{FF2B5EF4-FFF2-40B4-BE49-F238E27FC236}">
                <a16:creationId xmlns:a16="http://schemas.microsoft.com/office/drawing/2014/main" id="{F6220524-EE20-5CEE-5E86-B873472F40BE}"/>
              </a:ext>
            </a:extLst>
          </p:cNvPr>
          <p:cNvSpPr txBox="1"/>
          <p:nvPr/>
        </p:nvSpPr>
        <p:spPr>
          <a:xfrm>
            <a:off x="1097280" y="4078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662" name="Shape 78">
            <a:extLst>
              <a:ext uri="{FF2B5EF4-FFF2-40B4-BE49-F238E27FC236}">
                <a16:creationId xmlns:a16="http://schemas.microsoft.com/office/drawing/2014/main" id="{40C27AF1-4B89-2BA7-02EE-7BB159FFCF42}"/>
              </a:ext>
            </a:extLst>
          </p:cNvPr>
          <p:cNvSpPr/>
          <p:nvPr/>
        </p:nvSpPr>
        <p:spPr>
          <a:xfrm>
            <a:off x="1536192" y="4078224"/>
            <a:ext cx="438912" cy="438912"/>
          </a:xfrm>
          <a:prstGeom prst="rect">
            <a:avLst/>
          </a:prstGeom>
          <a:solidFill>
            <a:srgbClr val="D9DEE6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666" name="Text 79">
            <a:extLst>
              <a:ext uri="{FF2B5EF4-FFF2-40B4-BE49-F238E27FC236}">
                <a16:creationId xmlns:a16="http://schemas.microsoft.com/office/drawing/2014/main" id="{0CFC2AF8-FFC2-F28E-D927-DE1D86824606}"/>
              </a:ext>
            </a:extLst>
          </p:cNvPr>
          <p:cNvSpPr txBox="1"/>
          <p:nvPr/>
        </p:nvSpPr>
        <p:spPr>
          <a:xfrm>
            <a:off x="1536192" y="4078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400" dirty="0"/>
          </a:p>
        </p:txBody>
      </p:sp>
      <p:sp>
        <p:nvSpPr>
          <p:cNvPr id="670" name="Shape 80">
            <a:extLst>
              <a:ext uri="{FF2B5EF4-FFF2-40B4-BE49-F238E27FC236}">
                <a16:creationId xmlns:a16="http://schemas.microsoft.com/office/drawing/2014/main" id="{42C34836-201A-A400-F756-0B831938F1E4}"/>
              </a:ext>
            </a:extLst>
          </p:cNvPr>
          <p:cNvSpPr/>
          <p:nvPr/>
        </p:nvSpPr>
        <p:spPr>
          <a:xfrm>
            <a:off x="1975104" y="4078224"/>
            <a:ext cx="438912" cy="438912"/>
          </a:xfrm>
          <a:prstGeom prst="rect">
            <a:avLst/>
          </a:prstGeom>
          <a:solidFill>
            <a:srgbClr val="D9DEE6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674" name="Text 81">
            <a:extLst>
              <a:ext uri="{FF2B5EF4-FFF2-40B4-BE49-F238E27FC236}">
                <a16:creationId xmlns:a16="http://schemas.microsoft.com/office/drawing/2014/main" id="{A1D079D1-478D-7BD8-8E5F-07D2FCC43467}"/>
              </a:ext>
            </a:extLst>
          </p:cNvPr>
          <p:cNvSpPr txBox="1"/>
          <p:nvPr/>
        </p:nvSpPr>
        <p:spPr>
          <a:xfrm>
            <a:off x="1975104" y="4078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400" dirty="0"/>
          </a:p>
        </p:txBody>
      </p:sp>
      <p:sp>
        <p:nvSpPr>
          <p:cNvPr id="678" name="Text 82">
            <a:extLst>
              <a:ext uri="{FF2B5EF4-FFF2-40B4-BE49-F238E27FC236}">
                <a16:creationId xmlns:a16="http://schemas.microsoft.com/office/drawing/2014/main" id="{C97A3596-84CD-AB5D-8CD8-2D2A166F6EBF}"/>
              </a:ext>
            </a:extLst>
          </p:cNvPr>
          <p:cNvSpPr txBox="1"/>
          <p:nvPr/>
        </p:nvSpPr>
        <p:spPr>
          <a:xfrm>
            <a:off x="2468880" y="363016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2600" dirty="0"/>
          </a:p>
        </p:txBody>
      </p:sp>
      <p:sp>
        <p:nvSpPr>
          <p:cNvPr id="682" name="Shape 83">
            <a:extLst>
              <a:ext uri="{FF2B5EF4-FFF2-40B4-BE49-F238E27FC236}">
                <a16:creationId xmlns:a16="http://schemas.microsoft.com/office/drawing/2014/main" id="{6BC0E772-A644-10DB-D2B1-8BCBD44DBDF9}"/>
              </a:ext>
            </a:extLst>
          </p:cNvPr>
          <p:cNvSpPr/>
          <p:nvPr/>
        </p:nvSpPr>
        <p:spPr>
          <a:xfrm>
            <a:off x="2880360" y="3200400"/>
            <a:ext cx="438912" cy="438912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686" name="Text 84">
            <a:extLst>
              <a:ext uri="{FF2B5EF4-FFF2-40B4-BE49-F238E27FC236}">
                <a16:creationId xmlns:a16="http://schemas.microsoft.com/office/drawing/2014/main" id="{3D574B31-91D5-45F4-9E1E-1948EA3B559A}"/>
              </a:ext>
            </a:extLst>
          </p:cNvPr>
          <p:cNvSpPr txBox="1"/>
          <p:nvPr/>
        </p:nvSpPr>
        <p:spPr>
          <a:xfrm>
            <a:off x="2880360" y="3200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400" dirty="0"/>
          </a:p>
        </p:txBody>
      </p:sp>
      <p:sp>
        <p:nvSpPr>
          <p:cNvPr id="689" name="Shape 85">
            <a:extLst>
              <a:ext uri="{FF2B5EF4-FFF2-40B4-BE49-F238E27FC236}">
                <a16:creationId xmlns:a16="http://schemas.microsoft.com/office/drawing/2014/main" id="{D06BAD07-A328-024C-9538-76F4EFCDD0EF}"/>
              </a:ext>
            </a:extLst>
          </p:cNvPr>
          <p:cNvSpPr/>
          <p:nvPr/>
        </p:nvSpPr>
        <p:spPr>
          <a:xfrm>
            <a:off x="3319272" y="3200400"/>
            <a:ext cx="438912" cy="438912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691" name="Text 86">
            <a:extLst>
              <a:ext uri="{FF2B5EF4-FFF2-40B4-BE49-F238E27FC236}">
                <a16:creationId xmlns:a16="http://schemas.microsoft.com/office/drawing/2014/main" id="{C48008A2-B675-CBA0-92D4-71F7CB84F02A}"/>
              </a:ext>
            </a:extLst>
          </p:cNvPr>
          <p:cNvSpPr txBox="1"/>
          <p:nvPr/>
        </p:nvSpPr>
        <p:spPr>
          <a:xfrm>
            <a:off x="3319272" y="3200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400" dirty="0"/>
          </a:p>
        </p:txBody>
      </p:sp>
      <p:sp>
        <p:nvSpPr>
          <p:cNvPr id="693" name="Shape 87">
            <a:extLst>
              <a:ext uri="{FF2B5EF4-FFF2-40B4-BE49-F238E27FC236}">
                <a16:creationId xmlns:a16="http://schemas.microsoft.com/office/drawing/2014/main" id="{9ADA4AB9-52A3-5B39-3DB5-4EC203931F77}"/>
              </a:ext>
            </a:extLst>
          </p:cNvPr>
          <p:cNvSpPr/>
          <p:nvPr/>
        </p:nvSpPr>
        <p:spPr>
          <a:xfrm>
            <a:off x="3758184" y="3200400"/>
            <a:ext cx="438912" cy="438912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695" name="Text 88">
            <a:extLst>
              <a:ext uri="{FF2B5EF4-FFF2-40B4-BE49-F238E27FC236}">
                <a16:creationId xmlns:a16="http://schemas.microsoft.com/office/drawing/2014/main" id="{58A42961-33D1-5569-7846-477FB7FEEB37}"/>
              </a:ext>
            </a:extLst>
          </p:cNvPr>
          <p:cNvSpPr txBox="1"/>
          <p:nvPr/>
        </p:nvSpPr>
        <p:spPr>
          <a:xfrm>
            <a:off x="3758184" y="3200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400" dirty="0"/>
          </a:p>
        </p:txBody>
      </p:sp>
      <p:sp>
        <p:nvSpPr>
          <p:cNvPr id="697" name="Shape 89">
            <a:extLst>
              <a:ext uri="{FF2B5EF4-FFF2-40B4-BE49-F238E27FC236}">
                <a16:creationId xmlns:a16="http://schemas.microsoft.com/office/drawing/2014/main" id="{B29C6102-28D6-A111-2131-FE841380BD57}"/>
              </a:ext>
            </a:extLst>
          </p:cNvPr>
          <p:cNvSpPr/>
          <p:nvPr/>
        </p:nvSpPr>
        <p:spPr>
          <a:xfrm>
            <a:off x="2880360" y="3639312"/>
            <a:ext cx="438912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699" name="Text 90">
            <a:extLst>
              <a:ext uri="{FF2B5EF4-FFF2-40B4-BE49-F238E27FC236}">
                <a16:creationId xmlns:a16="http://schemas.microsoft.com/office/drawing/2014/main" id="{18C63534-3C46-1622-3EA7-5D1333D2F9AA}"/>
              </a:ext>
            </a:extLst>
          </p:cNvPr>
          <p:cNvSpPr txBox="1"/>
          <p:nvPr/>
        </p:nvSpPr>
        <p:spPr>
          <a:xfrm>
            <a:off x="2880360" y="3639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701" name="Shape 91">
            <a:extLst>
              <a:ext uri="{FF2B5EF4-FFF2-40B4-BE49-F238E27FC236}">
                <a16:creationId xmlns:a16="http://schemas.microsoft.com/office/drawing/2014/main" id="{3A46831E-2616-3F96-DF59-5F752FEA0507}"/>
              </a:ext>
            </a:extLst>
          </p:cNvPr>
          <p:cNvSpPr/>
          <p:nvPr/>
        </p:nvSpPr>
        <p:spPr>
          <a:xfrm>
            <a:off x="3319272" y="3639312"/>
            <a:ext cx="438912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703" name="Text 92">
            <a:extLst>
              <a:ext uri="{FF2B5EF4-FFF2-40B4-BE49-F238E27FC236}">
                <a16:creationId xmlns:a16="http://schemas.microsoft.com/office/drawing/2014/main" id="{6A162565-02E8-EF37-912E-8DB1CE6ADC5D}"/>
              </a:ext>
            </a:extLst>
          </p:cNvPr>
          <p:cNvSpPr txBox="1"/>
          <p:nvPr/>
        </p:nvSpPr>
        <p:spPr>
          <a:xfrm>
            <a:off x="3319272" y="3639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705" name="Shape 93">
            <a:extLst>
              <a:ext uri="{FF2B5EF4-FFF2-40B4-BE49-F238E27FC236}">
                <a16:creationId xmlns:a16="http://schemas.microsoft.com/office/drawing/2014/main" id="{C15869EE-AFC3-98F2-AD45-97ABABD33D9A}"/>
              </a:ext>
            </a:extLst>
          </p:cNvPr>
          <p:cNvSpPr/>
          <p:nvPr/>
        </p:nvSpPr>
        <p:spPr>
          <a:xfrm>
            <a:off x="3758184" y="3639312"/>
            <a:ext cx="438912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707" name="Text 94">
            <a:extLst>
              <a:ext uri="{FF2B5EF4-FFF2-40B4-BE49-F238E27FC236}">
                <a16:creationId xmlns:a16="http://schemas.microsoft.com/office/drawing/2014/main" id="{36EF706E-344F-A741-40B5-646809BC8C87}"/>
              </a:ext>
            </a:extLst>
          </p:cNvPr>
          <p:cNvSpPr txBox="1"/>
          <p:nvPr/>
        </p:nvSpPr>
        <p:spPr>
          <a:xfrm>
            <a:off x="3758184" y="3639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709" name="Shape 95">
            <a:extLst>
              <a:ext uri="{FF2B5EF4-FFF2-40B4-BE49-F238E27FC236}">
                <a16:creationId xmlns:a16="http://schemas.microsoft.com/office/drawing/2014/main" id="{708B4D9A-ABB1-2D86-F0F7-092303C40F64}"/>
              </a:ext>
            </a:extLst>
          </p:cNvPr>
          <p:cNvSpPr/>
          <p:nvPr/>
        </p:nvSpPr>
        <p:spPr>
          <a:xfrm>
            <a:off x="2880360" y="4078224"/>
            <a:ext cx="438912" cy="438912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711" name="Text 96">
            <a:extLst>
              <a:ext uri="{FF2B5EF4-FFF2-40B4-BE49-F238E27FC236}">
                <a16:creationId xmlns:a16="http://schemas.microsoft.com/office/drawing/2014/main" id="{FC8E00B4-83DB-7579-9CB9-523C7CA92A58}"/>
              </a:ext>
            </a:extLst>
          </p:cNvPr>
          <p:cNvSpPr txBox="1"/>
          <p:nvPr/>
        </p:nvSpPr>
        <p:spPr>
          <a:xfrm>
            <a:off x="2880360" y="4078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13" name="Shape 97">
            <a:extLst>
              <a:ext uri="{FF2B5EF4-FFF2-40B4-BE49-F238E27FC236}">
                <a16:creationId xmlns:a16="http://schemas.microsoft.com/office/drawing/2014/main" id="{FE8B57C9-9377-AA26-E980-92F46CE4F273}"/>
              </a:ext>
            </a:extLst>
          </p:cNvPr>
          <p:cNvSpPr/>
          <p:nvPr/>
        </p:nvSpPr>
        <p:spPr>
          <a:xfrm>
            <a:off x="3319272" y="4078224"/>
            <a:ext cx="438912" cy="438912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715" name="Text 98">
            <a:extLst>
              <a:ext uri="{FF2B5EF4-FFF2-40B4-BE49-F238E27FC236}">
                <a16:creationId xmlns:a16="http://schemas.microsoft.com/office/drawing/2014/main" id="{03071978-F71C-53E8-785C-5A66035A398F}"/>
              </a:ext>
            </a:extLst>
          </p:cNvPr>
          <p:cNvSpPr txBox="1"/>
          <p:nvPr/>
        </p:nvSpPr>
        <p:spPr>
          <a:xfrm>
            <a:off x="3319272" y="4078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17" name="Shape 99">
            <a:extLst>
              <a:ext uri="{FF2B5EF4-FFF2-40B4-BE49-F238E27FC236}">
                <a16:creationId xmlns:a16="http://schemas.microsoft.com/office/drawing/2014/main" id="{25F66D3B-A7D2-8AB5-9D5E-30244BBFCC41}"/>
              </a:ext>
            </a:extLst>
          </p:cNvPr>
          <p:cNvSpPr/>
          <p:nvPr/>
        </p:nvSpPr>
        <p:spPr>
          <a:xfrm>
            <a:off x="3758184" y="4078224"/>
            <a:ext cx="438912" cy="438912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719" name="Text 100">
            <a:extLst>
              <a:ext uri="{FF2B5EF4-FFF2-40B4-BE49-F238E27FC236}">
                <a16:creationId xmlns:a16="http://schemas.microsoft.com/office/drawing/2014/main" id="{010C1B46-12EB-6333-5893-75862A4D2051}"/>
              </a:ext>
            </a:extLst>
          </p:cNvPr>
          <p:cNvSpPr txBox="1"/>
          <p:nvPr/>
        </p:nvSpPr>
        <p:spPr>
          <a:xfrm>
            <a:off x="3758184" y="4078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21" name="Text 101">
            <a:extLst>
              <a:ext uri="{FF2B5EF4-FFF2-40B4-BE49-F238E27FC236}">
                <a16:creationId xmlns:a16="http://schemas.microsoft.com/office/drawing/2014/main" id="{93B89092-EDA5-8DCE-6D0E-163A5311128F}"/>
              </a:ext>
            </a:extLst>
          </p:cNvPr>
          <p:cNvSpPr txBox="1"/>
          <p:nvPr/>
        </p:nvSpPr>
        <p:spPr>
          <a:xfrm>
            <a:off x="4251960" y="363016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600" dirty="0"/>
          </a:p>
        </p:txBody>
      </p:sp>
      <p:sp>
        <p:nvSpPr>
          <p:cNvPr id="723" name="Shape 102">
            <a:extLst>
              <a:ext uri="{FF2B5EF4-FFF2-40B4-BE49-F238E27FC236}">
                <a16:creationId xmlns:a16="http://schemas.microsoft.com/office/drawing/2014/main" id="{51E03588-2E85-4801-6512-F923A40CB50C}"/>
              </a:ext>
            </a:extLst>
          </p:cNvPr>
          <p:cNvSpPr/>
          <p:nvPr/>
        </p:nvSpPr>
        <p:spPr>
          <a:xfrm>
            <a:off x="4663440" y="3200400"/>
            <a:ext cx="438912" cy="438912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725" name="Text 103">
            <a:extLst>
              <a:ext uri="{FF2B5EF4-FFF2-40B4-BE49-F238E27FC236}">
                <a16:creationId xmlns:a16="http://schemas.microsoft.com/office/drawing/2014/main" id="{77EBDC54-CE3C-3C33-A269-A360E6CD48FA}"/>
              </a:ext>
            </a:extLst>
          </p:cNvPr>
          <p:cNvSpPr txBox="1"/>
          <p:nvPr/>
        </p:nvSpPr>
        <p:spPr>
          <a:xfrm>
            <a:off x="4663440" y="3200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</a:t>
            </a:r>
            <a:endParaRPr lang="en-US" sz="1200" dirty="0"/>
          </a:p>
        </p:txBody>
      </p:sp>
      <p:sp>
        <p:nvSpPr>
          <p:cNvPr id="727" name="Shape 104">
            <a:extLst>
              <a:ext uri="{FF2B5EF4-FFF2-40B4-BE49-F238E27FC236}">
                <a16:creationId xmlns:a16="http://schemas.microsoft.com/office/drawing/2014/main" id="{EF042120-CA5A-789D-9795-FEA8A2F42F1F}"/>
              </a:ext>
            </a:extLst>
          </p:cNvPr>
          <p:cNvSpPr/>
          <p:nvPr/>
        </p:nvSpPr>
        <p:spPr>
          <a:xfrm>
            <a:off x="5102352" y="3200400"/>
            <a:ext cx="438912" cy="438912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729" name="Text 105">
            <a:extLst>
              <a:ext uri="{FF2B5EF4-FFF2-40B4-BE49-F238E27FC236}">
                <a16:creationId xmlns:a16="http://schemas.microsoft.com/office/drawing/2014/main" id="{7E0430C1-9F00-943C-3E81-E452EABD2193}"/>
              </a:ext>
            </a:extLst>
          </p:cNvPr>
          <p:cNvSpPr txBox="1"/>
          <p:nvPr/>
        </p:nvSpPr>
        <p:spPr>
          <a:xfrm>
            <a:off x="5102352" y="3200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</a:t>
            </a:r>
            <a:endParaRPr lang="en-US" sz="1200" dirty="0"/>
          </a:p>
        </p:txBody>
      </p:sp>
      <p:sp>
        <p:nvSpPr>
          <p:cNvPr id="731" name="Shape 106">
            <a:extLst>
              <a:ext uri="{FF2B5EF4-FFF2-40B4-BE49-F238E27FC236}">
                <a16:creationId xmlns:a16="http://schemas.microsoft.com/office/drawing/2014/main" id="{E70543E9-4E5F-11DF-C57C-AD0588569ABA}"/>
              </a:ext>
            </a:extLst>
          </p:cNvPr>
          <p:cNvSpPr/>
          <p:nvPr/>
        </p:nvSpPr>
        <p:spPr>
          <a:xfrm>
            <a:off x="5541264" y="3200400"/>
            <a:ext cx="438912" cy="438912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733" name="Text 107">
            <a:extLst>
              <a:ext uri="{FF2B5EF4-FFF2-40B4-BE49-F238E27FC236}">
                <a16:creationId xmlns:a16="http://schemas.microsoft.com/office/drawing/2014/main" id="{F35E7CD4-D707-47C0-A4BB-5B26C1FF1B9F}"/>
              </a:ext>
            </a:extLst>
          </p:cNvPr>
          <p:cNvSpPr txBox="1"/>
          <p:nvPr/>
        </p:nvSpPr>
        <p:spPr>
          <a:xfrm>
            <a:off x="5541264" y="3200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</a:t>
            </a:r>
            <a:endParaRPr lang="en-US" sz="1200" dirty="0"/>
          </a:p>
        </p:txBody>
      </p:sp>
      <p:sp>
        <p:nvSpPr>
          <p:cNvPr id="735" name="Shape 108">
            <a:extLst>
              <a:ext uri="{FF2B5EF4-FFF2-40B4-BE49-F238E27FC236}">
                <a16:creationId xmlns:a16="http://schemas.microsoft.com/office/drawing/2014/main" id="{551B2DD2-C96B-5402-B0CF-7F7E637D691C}"/>
              </a:ext>
            </a:extLst>
          </p:cNvPr>
          <p:cNvSpPr/>
          <p:nvPr/>
        </p:nvSpPr>
        <p:spPr>
          <a:xfrm>
            <a:off x="4663440" y="3639312"/>
            <a:ext cx="438912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737" name="Text 109">
            <a:extLst>
              <a:ext uri="{FF2B5EF4-FFF2-40B4-BE49-F238E27FC236}">
                <a16:creationId xmlns:a16="http://schemas.microsoft.com/office/drawing/2014/main" id="{426091FC-AC60-7673-9D42-5DF80A23EBEC}"/>
              </a:ext>
            </a:extLst>
          </p:cNvPr>
          <p:cNvSpPr txBox="1"/>
          <p:nvPr/>
        </p:nvSpPr>
        <p:spPr>
          <a:xfrm>
            <a:off x="4663440" y="3639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739" name="Shape 110">
            <a:extLst>
              <a:ext uri="{FF2B5EF4-FFF2-40B4-BE49-F238E27FC236}">
                <a16:creationId xmlns:a16="http://schemas.microsoft.com/office/drawing/2014/main" id="{646A5218-43CE-4527-92E5-1AA19F05D1BF}"/>
              </a:ext>
            </a:extLst>
          </p:cNvPr>
          <p:cNvSpPr/>
          <p:nvPr/>
        </p:nvSpPr>
        <p:spPr>
          <a:xfrm>
            <a:off x="5102352" y="3639312"/>
            <a:ext cx="438912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741" name="Text 111">
            <a:extLst>
              <a:ext uri="{FF2B5EF4-FFF2-40B4-BE49-F238E27FC236}">
                <a16:creationId xmlns:a16="http://schemas.microsoft.com/office/drawing/2014/main" id="{A26EF2AC-9445-1509-C0D0-3E92C1EF3CD2}"/>
              </a:ext>
            </a:extLst>
          </p:cNvPr>
          <p:cNvSpPr txBox="1"/>
          <p:nvPr/>
        </p:nvSpPr>
        <p:spPr>
          <a:xfrm>
            <a:off x="5102352" y="3639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743" name="Shape 112">
            <a:extLst>
              <a:ext uri="{FF2B5EF4-FFF2-40B4-BE49-F238E27FC236}">
                <a16:creationId xmlns:a16="http://schemas.microsoft.com/office/drawing/2014/main" id="{BEC090B2-BBC2-6492-BA8A-1CAEDC862DD6}"/>
              </a:ext>
            </a:extLst>
          </p:cNvPr>
          <p:cNvSpPr/>
          <p:nvPr/>
        </p:nvSpPr>
        <p:spPr>
          <a:xfrm>
            <a:off x="5541264" y="3639312"/>
            <a:ext cx="438912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745" name="Text 113">
            <a:extLst>
              <a:ext uri="{FF2B5EF4-FFF2-40B4-BE49-F238E27FC236}">
                <a16:creationId xmlns:a16="http://schemas.microsoft.com/office/drawing/2014/main" id="{BDDBC5F7-FFE7-6831-5D02-33425E34E1B3}"/>
              </a:ext>
            </a:extLst>
          </p:cNvPr>
          <p:cNvSpPr txBox="1"/>
          <p:nvPr/>
        </p:nvSpPr>
        <p:spPr>
          <a:xfrm>
            <a:off x="5541264" y="3639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747" name="Shape 114">
            <a:extLst>
              <a:ext uri="{FF2B5EF4-FFF2-40B4-BE49-F238E27FC236}">
                <a16:creationId xmlns:a16="http://schemas.microsoft.com/office/drawing/2014/main" id="{1AC1164F-6962-E72B-07C6-846A3B04C945}"/>
              </a:ext>
            </a:extLst>
          </p:cNvPr>
          <p:cNvSpPr/>
          <p:nvPr/>
        </p:nvSpPr>
        <p:spPr>
          <a:xfrm>
            <a:off x="4663440" y="4078224"/>
            <a:ext cx="438912" cy="438912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749" name="Text 115">
            <a:extLst>
              <a:ext uri="{FF2B5EF4-FFF2-40B4-BE49-F238E27FC236}">
                <a16:creationId xmlns:a16="http://schemas.microsoft.com/office/drawing/2014/main" id="{D639D503-90B9-83D7-B487-8DAF9A34741A}"/>
              </a:ext>
            </a:extLst>
          </p:cNvPr>
          <p:cNvSpPr txBox="1"/>
          <p:nvPr/>
        </p:nvSpPr>
        <p:spPr>
          <a:xfrm>
            <a:off x="4663440" y="4078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751" name="Shape 116">
            <a:extLst>
              <a:ext uri="{FF2B5EF4-FFF2-40B4-BE49-F238E27FC236}">
                <a16:creationId xmlns:a16="http://schemas.microsoft.com/office/drawing/2014/main" id="{DF41AFAA-F2A0-F8F3-8EFF-B50135CF8A97}"/>
              </a:ext>
            </a:extLst>
          </p:cNvPr>
          <p:cNvSpPr/>
          <p:nvPr/>
        </p:nvSpPr>
        <p:spPr>
          <a:xfrm>
            <a:off x="5102352" y="4078224"/>
            <a:ext cx="438912" cy="438912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753" name="Text 117">
            <a:extLst>
              <a:ext uri="{FF2B5EF4-FFF2-40B4-BE49-F238E27FC236}">
                <a16:creationId xmlns:a16="http://schemas.microsoft.com/office/drawing/2014/main" id="{1440E62D-B73C-508B-8C08-C97C2935FD69}"/>
              </a:ext>
            </a:extLst>
          </p:cNvPr>
          <p:cNvSpPr txBox="1"/>
          <p:nvPr/>
        </p:nvSpPr>
        <p:spPr>
          <a:xfrm>
            <a:off x="5102352" y="4078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200" dirty="0"/>
          </a:p>
        </p:txBody>
      </p:sp>
      <p:sp>
        <p:nvSpPr>
          <p:cNvPr id="755" name="Shape 118">
            <a:extLst>
              <a:ext uri="{FF2B5EF4-FFF2-40B4-BE49-F238E27FC236}">
                <a16:creationId xmlns:a16="http://schemas.microsoft.com/office/drawing/2014/main" id="{5E294160-D28F-4848-2915-9EAF45D96791}"/>
              </a:ext>
            </a:extLst>
          </p:cNvPr>
          <p:cNvSpPr/>
          <p:nvPr/>
        </p:nvSpPr>
        <p:spPr>
          <a:xfrm>
            <a:off x="5541264" y="4078224"/>
            <a:ext cx="438912" cy="438912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757" name="Text 119">
            <a:extLst>
              <a:ext uri="{FF2B5EF4-FFF2-40B4-BE49-F238E27FC236}">
                <a16:creationId xmlns:a16="http://schemas.microsoft.com/office/drawing/2014/main" id="{EF998220-588F-7CD6-1ECF-4FDB035C104D}"/>
              </a:ext>
            </a:extLst>
          </p:cNvPr>
          <p:cNvSpPr txBox="1"/>
          <p:nvPr/>
        </p:nvSpPr>
        <p:spPr>
          <a:xfrm>
            <a:off x="5541264" y="4078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200" dirty="0"/>
          </a:p>
        </p:txBody>
      </p:sp>
      <p:sp>
        <p:nvSpPr>
          <p:cNvPr id="759" name="Text 120">
            <a:extLst>
              <a:ext uri="{FF2B5EF4-FFF2-40B4-BE49-F238E27FC236}">
                <a16:creationId xmlns:a16="http://schemas.microsoft.com/office/drawing/2014/main" id="{D317F702-8279-9314-B96C-36123C1AAD56}"/>
              </a:ext>
            </a:extLst>
          </p:cNvPr>
          <p:cNvSpPr txBox="1"/>
          <p:nvPr/>
        </p:nvSpPr>
        <p:spPr>
          <a:xfrm>
            <a:off x="5989320" y="363016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761" name="Text 121">
            <a:extLst>
              <a:ext uri="{FF2B5EF4-FFF2-40B4-BE49-F238E27FC236}">
                <a16:creationId xmlns:a16="http://schemas.microsoft.com/office/drawing/2014/main" id="{50E95B4A-7BD7-9424-83BA-ECB2A2684291}"/>
              </a:ext>
            </a:extLst>
          </p:cNvPr>
          <p:cNvSpPr txBox="1"/>
          <p:nvPr/>
        </p:nvSpPr>
        <p:spPr>
          <a:xfrm>
            <a:off x="6400800" y="34747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</a:t>
            </a:r>
            <a:endParaRPr lang="en-US" sz="3000" dirty="0"/>
          </a:p>
        </p:txBody>
      </p:sp>
      <p:sp>
        <p:nvSpPr>
          <p:cNvPr id="763" name="Text 122">
            <a:extLst>
              <a:ext uri="{FF2B5EF4-FFF2-40B4-BE49-F238E27FC236}">
                <a16:creationId xmlns:a16="http://schemas.microsoft.com/office/drawing/2014/main" id="{A58E4F6B-98BE-8C46-405F-F975C8754387}"/>
              </a:ext>
            </a:extLst>
          </p:cNvPr>
          <p:cNvSpPr txBox="1"/>
          <p:nvPr/>
        </p:nvSpPr>
        <p:spPr>
          <a:xfrm>
            <a:off x="1097280" y="46634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 ×  kernel  =  products  →  add all nine</a:t>
            </a:r>
            <a:endParaRPr lang="en-US" sz="1400" dirty="0"/>
          </a:p>
        </p:txBody>
      </p:sp>
      <p:sp>
        <p:nvSpPr>
          <p:cNvPr id="765" name="Shape 123">
            <a:extLst>
              <a:ext uri="{FF2B5EF4-FFF2-40B4-BE49-F238E27FC236}">
                <a16:creationId xmlns:a16="http://schemas.microsoft.com/office/drawing/2014/main" id="{857BF083-E4F0-C10C-45C9-F59D42A9FEB5}"/>
              </a:ext>
            </a:extLst>
          </p:cNvPr>
          <p:cNvSpPr/>
          <p:nvPr/>
        </p:nvSpPr>
        <p:spPr>
          <a:xfrm>
            <a:off x="7589520" y="1143000"/>
            <a:ext cx="4050792" cy="4251960"/>
          </a:xfrm>
          <a:prstGeom prst="roundRect">
            <a:avLst>
              <a:gd name="adj" fmla="val 135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767" name="Text 124">
            <a:extLst>
              <a:ext uri="{FF2B5EF4-FFF2-40B4-BE49-F238E27FC236}">
                <a16:creationId xmlns:a16="http://schemas.microsoft.com/office/drawing/2014/main" id="{B34904C5-5F7F-6737-2285-B6F276C3AD0F}"/>
              </a:ext>
            </a:extLst>
          </p:cNvPr>
          <p:cNvSpPr txBox="1"/>
          <p:nvPr/>
        </p:nvSpPr>
        <p:spPr>
          <a:xfrm>
            <a:off x="7818120" y="1280160"/>
            <a:ext cx="3593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900" dirty="0"/>
          </a:p>
        </p:txBody>
      </p:sp>
      <p:sp>
        <p:nvSpPr>
          <p:cNvPr id="769" name="Text 125">
            <a:extLst>
              <a:ext uri="{FF2B5EF4-FFF2-40B4-BE49-F238E27FC236}">
                <a16:creationId xmlns:a16="http://schemas.microsoft.com/office/drawing/2014/main" id="{8DCF4E99-7031-97FA-EC36-42FCBF957595}"/>
              </a:ext>
            </a:extLst>
          </p:cNvPr>
          <p:cNvSpPr txBox="1"/>
          <p:nvPr/>
        </p:nvSpPr>
        <p:spPr>
          <a:xfrm>
            <a:off x="7818120" y="1783080"/>
            <a:ext cx="3593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Gx = 180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Gy = 180</a:t>
            </a:r>
            <a:endParaRPr lang="en-US" sz="1700" dirty="0"/>
          </a:p>
        </p:txBody>
      </p:sp>
      <p:sp>
        <p:nvSpPr>
          <p:cNvPr id="771" name="Text 126">
            <a:extLst>
              <a:ext uri="{FF2B5EF4-FFF2-40B4-BE49-F238E27FC236}">
                <a16:creationId xmlns:a16="http://schemas.microsoft.com/office/drawing/2014/main" id="{61934243-9576-AD04-2C13-C586AF3348AB}"/>
              </a:ext>
            </a:extLst>
          </p:cNvPr>
          <p:cNvSpPr txBox="1"/>
          <p:nvPr/>
        </p:nvSpPr>
        <p:spPr>
          <a:xfrm>
            <a:off x="7818120" y="2743200"/>
            <a:ext cx="29228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08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√(180² + 180²)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E08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≈ 254.6</a:t>
            </a:r>
            <a:endParaRPr lang="en-US" sz="1700" dirty="0"/>
          </a:p>
        </p:txBody>
      </p:sp>
      <p:sp>
        <p:nvSpPr>
          <p:cNvPr id="773" name="Text 127">
            <a:extLst>
              <a:ext uri="{FF2B5EF4-FFF2-40B4-BE49-F238E27FC236}">
                <a16:creationId xmlns:a16="http://schemas.microsoft.com/office/drawing/2014/main" id="{AC037045-78CC-5FD6-4E5E-F1A3036A8534}"/>
              </a:ext>
            </a:extLst>
          </p:cNvPr>
          <p:cNvSpPr txBox="1"/>
          <p:nvPr/>
        </p:nvSpPr>
        <p:spPr>
          <a:xfrm>
            <a:off x="7818120" y="3703320"/>
            <a:ext cx="3593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2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θ = tan⁻¹(180/180) = 45°</a:t>
            </a:r>
            <a:endParaRPr lang="en-US" sz="1700" dirty="0"/>
          </a:p>
        </p:txBody>
      </p:sp>
      <p:sp>
        <p:nvSpPr>
          <p:cNvPr id="775" name="Text 128">
            <a:extLst>
              <a:ext uri="{FF2B5EF4-FFF2-40B4-BE49-F238E27FC236}">
                <a16:creationId xmlns:a16="http://schemas.microsoft.com/office/drawing/2014/main" id="{87A2AB03-D20B-1A68-EE68-F544BC73E502}"/>
              </a:ext>
            </a:extLst>
          </p:cNvPr>
          <p:cNvSpPr txBox="1"/>
          <p:nvPr/>
        </p:nvSpPr>
        <p:spPr>
          <a:xfrm>
            <a:off x="7792849" y="4413590"/>
            <a:ext cx="3593592" cy="660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gradient points down-right (towards the bright pixels); the edge runs diagonally.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2396334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B2A89-0695-3384-2A8D-77B551701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01A2773-B58F-C76E-E11E-7399A417D4FA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D9007B05-49DF-74E5-EB7D-26330CF4F7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CF2C71F-25FE-9F62-C563-BAA78C7FEBA5}"/>
              </a:ext>
            </a:extLst>
          </p:cNvPr>
          <p:cNvCxnSpPr>
            <a:cxnSpLocks/>
          </p:cNvCxnSpPr>
          <p:nvPr/>
        </p:nvCxnSpPr>
        <p:spPr>
          <a:xfrm>
            <a:off x="435005" y="923068"/>
            <a:ext cx="11342725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9E9BCF3-DC74-948D-7319-48841B22D376}"/>
              </a:ext>
            </a:extLst>
          </p:cNvPr>
          <p:cNvSpPr txBox="1"/>
          <p:nvPr/>
        </p:nvSpPr>
        <p:spPr>
          <a:xfrm>
            <a:off x="550276" y="364476"/>
            <a:ext cx="71997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Sobel: Prewitt with a stronger center row</a:t>
            </a:r>
          </a:p>
        </p:txBody>
      </p:sp>
      <p:pic>
        <p:nvPicPr>
          <p:cNvPr id="56" name="Picture 55" descr="Logo&#10;&#10;Description automatically generated">
            <a:extLst>
              <a:ext uri="{FF2B5EF4-FFF2-40B4-BE49-F238E27FC236}">
                <a16:creationId xmlns:a16="http://schemas.microsoft.com/office/drawing/2014/main" id="{4D0044A4-577C-2568-75B8-01E5C892DEE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5" y="6487028"/>
            <a:ext cx="1747748" cy="3311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578F0D7-9CB2-A476-A85A-AA47043A69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17328"/>
            <a:ext cx="578348" cy="578348"/>
          </a:xfrm>
          <a:prstGeom prst="rect">
            <a:avLst/>
          </a:prstGeom>
        </p:spPr>
      </p:pic>
      <p:sp>
        <p:nvSpPr>
          <p:cNvPr id="38" name="Parallelogram 41">
            <a:extLst>
              <a:ext uri="{FF2B5EF4-FFF2-40B4-BE49-F238E27FC236}">
                <a16:creationId xmlns:a16="http://schemas.microsoft.com/office/drawing/2014/main" id="{891C42C1-0239-7D0E-AB22-897F95EE2A96}"/>
              </a:ext>
            </a:extLst>
          </p:cNvPr>
          <p:cNvSpPr/>
          <p:nvPr/>
        </p:nvSpPr>
        <p:spPr>
          <a:xfrm>
            <a:off x="11427012" y="6490706"/>
            <a:ext cx="764988" cy="3709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19/34</a:t>
            </a:r>
          </a:p>
        </p:txBody>
      </p:sp>
      <p:sp>
        <p:nvSpPr>
          <p:cNvPr id="115" name="Shape 54">
            <a:extLst>
              <a:ext uri="{FF2B5EF4-FFF2-40B4-BE49-F238E27FC236}">
                <a16:creationId xmlns:a16="http://schemas.microsoft.com/office/drawing/2014/main" id="{160BF2D9-3343-AFBA-5925-19A5F53BD04D}"/>
              </a:ext>
            </a:extLst>
          </p:cNvPr>
          <p:cNvSpPr/>
          <p:nvPr/>
        </p:nvSpPr>
        <p:spPr>
          <a:xfrm>
            <a:off x="548640" y="5596128"/>
            <a:ext cx="11091672" cy="566928"/>
          </a:xfrm>
          <a:prstGeom prst="rect">
            <a:avLst/>
          </a:prstGeom>
          <a:solidFill>
            <a:srgbClr val="E3EFF9"/>
          </a:solidFill>
          <a:ln w="12700">
            <a:solidFill>
              <a:srgbClr val="E3EFF9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Sobel = (1-2-1 weighted average) × (right − left). Same idea as Prewitt, with more weight in the middle.</a:t>
            </a:r>
            <a:endParaRPr lang="en-US" dirty="0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B9765CE0-AC62-47C8-F6F1-83AD3938B8B8}"/>
              </a:ext>
            </a:extLst>
          </p:cNvPr>
          <p:cNvSpPr/>
          <p:nvPr/>
        </p:nvSpPr>
        <p:spPr>
          <a:xfrm>
            <a:off x="640080" y="1691640"/>
            <a:ext cx="548640" cy="548640"/>
          </a:xfrm>
          <a:prstGeom prst="rect">
            <a:avLst/>
          </a:prstGeom>
          <a:solidFill>
            <a:srgbClr val="E3F5F3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48F0AD64-084E-7082-1ABD-034764C251D3}"/>
              </a:ext>
            </a:extLst>
          </p:cNvPr>
          <p:cNvSpPr txBox="1"/>
          <p:nvPr/>
        </p:nvSpPr>
        <p:spPr>
          <a:xfrm>
            <a:off x="6400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17909FEB-01D4-3F7F-FF3D-05CA5610FC9A}"/>
              </a:ext>
            </a:extLst>
          </p:cNvPr>
          <p:cNvSpPr/>
          <p:nvPr/>
        </p:nvSpPr>
        <p:spPr>
          <a:xfrm>
            <a:off x="640080" y="2240280"/>
            <a:ext cx="548640" cy="548640"/>
          </a:xfrm>
          <a:prstGeom prst="rect">
            <a:avLst/>
          </a:prstGeom>
          <a:solidFill>
            <a:srgbClr val="FDE7C0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020491CE-BAAF-96F3-504F-5DEAD455310F}"/>
              </a:ext>
            </a:extLst>
          </p:cNvPr>
          <p:cNvSpPr txBox="1"/>
          <p:nvPr/>
        </p:nvSpPr>
        <p:spPr>
          <a:xfrm>
            <a:off x="64008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Shape 8">
            <a:extLst>
              <a:ext uri="{FF2B5EF4-FFF2-40B4-BE49-F238E27FC236}">
                <a16:creationId xmlns:a16="http://schemas.microsoft.com/office/drawing/2014/main" id="{00349A01-15F2-0D2B-85BF-143B6A28EB6A}"/>
              </a:ext>
            </a:extLst>
          </p:cNvPr>
          <p:cNvSpPr/>
          <p:nvPr/>
        </p:nvSpPr>
        <p:spPr>
          <a:xfrm>
            <a:off x="640080" y="2788920"/>
            <a:ext cx="548640" cy="548640"/>
          </a:xfrm>
          <a:prstGeom prst="rect">
            <a:avLst/>
          </a:prstGeom>
          <a:solidFill>
            <a:srgbClr val="E3F5F3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2EA21888-263A-DD86-E657-E26F0AADE843}"/>
              </a:ext>
            </a:extLst>
          </p:cNvPr>
          <p:cNvSpPr txBox="1"/>
          <p:nvPr/>
        </p:nvSpPr>
        <p:spPr>
          <a:xfrm>
            <a:off x="64008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8871E0C0-07A7-F65F-95CE-A55D7D3DEA3F}"/>
              </a:ext>
            </a:extLst>
          </p:cNvPr>
          <p:cNvSpPr txBox="1"/>
          <p:nvPr/>
        </p:nvSpPr>
        <p:spPr>
          <a:xfrm>
            <a:off x="132588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2600" dirty="0"/>
          </a:p>
        </p:txBody>
      </p:sp>
      <p:sp>
        <p:nvSpPr>
          <p:cNvPr id="31" name="Shape 12">
            <a:extLst>
              <a:ext uri="{FF2B5EF4-FFF2-40B4-BE49-F238E27FC236}">
                <a16:creationId xmlns:a16="http://schemas.microsoft.com/office/drawing/2014/main" id="{D00BBB50-DA48-3116-88CF-DA3F62176466}"/>
              </a:ext>
            </a:extLst>
          </p:cNvPr>
          <p:cNvSpPr/>
          <p:nvPr/>
        </p:nvSpPr>
        <p:spPr>
          <a:xfrm>
            <a:off x="1920240" y="2240280"/>
            <a:ext cx="548640" cy="548640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603AA67F-8D9A-A82C-5928-C17DAF8430F1}"/>
              </a:ext>
            </a:extLst>
          </p:cNvPr>
          <p:cNvSpPr txBox="1"/>
          <p:nvPr/>
        </p:nvSpPr>
        <p:spPr>
          <a:xfrm>
            <a:off x="192024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800" dirty="0"/>
          </a:p>
        </p:txBody>
      </p:sp>
      <p:sp>
        <p:nvSpPr>
          <p:cNvPr id="39" name="Shape 14">
            <a:extLst>
              <a:ext uri="{FF2B5EF4-FFF2-40B4-BE49-F238E27FC236}">
                <a16:creationId xmlns:a16="http://schemas.microsoft.com/office/drawing/2014/main" id="{CC5E2174-B406-5D14-A6E1-F78F14B8CDE7}"/>
              </a:ext>
            </a:extLst>
          </p:cNvPr>
          <p:cNvSpPr/>
          <p:nvPr/>
        </p:nvSpPr>
        <p:spPr>
          <a:xfrm>
            <a:off x="2468880" y="2240280"/>
            <a:ext cx="548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15">
            <a:extLst>
              <a:ext uri="{FF2B5EF4-FFF2-40B4-BE49-F238E27FC236}">
                <a16:creationId xmlns:a16="http://schemas.microsoft.com/office/drawing/2014/main" id="{4395771A-EE28-F97A-E073-90195A82A2FF}"/>
              </a:ext>
            </a:extLst>
          </p:cNvPr>
          <p:cNvSpPr txBox="1"/>
          <p:nvPr/>
        </p:nvSpPr>
        <p:spPr>
          <a:xfrm>
            <a:off x="246888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47" name="Shape 16">
            <a:extLst>
              <a:ext uri="{FF2B5EF4-FFF2-40B4-BE49-F238E27FC236}">
                <a16:creationId xmlns:a16="http://schemas.microsoft.com/office/drawing/2014/main" id="{5DE580CA-9060-5A99-BA7E-70497B66A8BE}"/>
              </a:ext>
            </a:extLst>
          </p:cNvPr>
          <p:cNvSpPr/>
          <p:nvPr/>
        </p:nvSpPr>
        <p:spPr>
          <a:xfrm>
            <a:off x="3017520" y="2240280"/>
            <a:ext cx="548640" cy="548640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17">
            <a:extLst>
              <a:ext uri="{FF2B5EF4-FFF2-40B4-BE49-F238E27FC236}">
                <a16:creationId xmlns:a16="http://schemas.microsoft.com/office/drawing/2014/main" id="{E49C67EB-B197-AE25-CBC8-A5750BE2552E}"/>
              </a:ext>
            </a:extLst>
          </p:cNvPr>
          <p:cNvSpPr txBox="1"/>
          <p:nvPr/>
        </p:nvSpPr>
        <p:spPr>
          <a:xfrm>
            <a:off x="301752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5" name="Text 18">
            <a:extLst>
              <a:ext uri="{FF2B5EF4-FFF2-40B4-BE49-F238E27FC236}">
                <a16:creationId xmlns:a16="http://schemas.microsoft.com/office/drawing/2014/main" id="{2032BF4C-ED76-D679-E770-A39FF1BA2077}"/>
              </a:ext>
            </a:extLst>
          </p:cNvPr>
          <p:cNvSpPr txBox="1"/>
          <p:nvPr/>
        </p:nvSpPr>
        <p:spPr>
          <a:xfrm>
            <a:off x="1645920" y="2880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difference: right − left</a:t>
            </a:r>
            <a:endParaRPr lang="en-US" sz="1400" dirty="0"/>
          </a:p>
        </p:txBody>
      </p:sp>
      <p:sp>
        <p:nvSpPr>
          <p:cNvPr id="60" name="Text 19">
            <a:extLst>
              <a:ext uri="{FF2B5EF4-FFF2-40B4-BE49-F238E27FC236}">
                <a16:creationId xmlns:a16="http://schemas.microsoft.com/office/drawing/2014/main" id="{F62D564B-23F5-B743-ECAA-C46A9C839C49}"/>
              </a:ext>
            </a:extLst>
          </p:cNvPr>
          <p:cNvSpPr txBox="1"/>
          <p:nvPr/>
        </p:nvSpPr>
        <p:spPr>
          <a:xfrm>
            <a:off x="37033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600" dirty="0"/>
          </a:p>
        </p:txBody>
      </p:sp>
      <p:sp>
        <p:nvSpPr>
          <p:cNvPr id="64" name="Shape 20">
            <a:extLst>
              <a:ext uri="{FF2B5EF4-FFF2-40B4-BE49-F238E27FC236}">
                <a16:creationId xmlns:a16="http://schemas.microsoft.com/office/drawing/2014/main" id="{6D18F245-13AE-4D3F-E973-497A87A9D9B2}"/>
              </a:ext>
            </a:extLst>
          </p:cNvPr>
          <p:cNvSpPr/>
          <p:nvPr/>
        </p:nvSpPr>
        <p:spPr>
          <a:xfrm>
            <a:off x="4297680" y="1691640"/>
            <a:ext cx="548640" cy="548640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C0214BAB-7EC1-31D2-0631-917A35BAF42B}"/>
              </a:ext>
            </a:extLst>
          </p:cNvPr>
          <p:cNvSpPr txBox="1"/>
          <p:nvPr/>
        </p:nvSpPr>
        <p:spPr>
          <a:xfrm>
            <a:off x="42976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800" dirty="0"/>
          </a:p>
        </p:txBody>
      </p:sp>
      <p:sp>
        <p:nvSpPr>
          <p:cNvPr id="72" name="Shape 22">
            <a:extLst>
              <a:ext uri="{FF2B5EF4-FFF2-40B4-BE49-F238E27FC236}">
                <a16:creationId xmlns:a16="http://schemas.microsoft.com/office/drawing/2014/main" id="{B7DF8918-7F52-C70A-B467-3EA45B8F793B}"/>
              </a:ext>
            </a:extLst>
          </p:cNvPr>
          <p:cNvSpPr/>
          <p:nvPr/>
        </p:nvSpPr>
        <p:spPr>
          <a:xfrm>
            <a:off x="4846320" y="1691640"/>
            <a:ext cx="548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23">
            <a:extLst>
              <a:ext uri="{FF2B5EF4-FFF2-40B4-BE49-F238E27FC236}">
                <a16:creationId xmlns:a16="http://schemas.microsoft.com/office/drawing/2014/main" id="{D13E091E-52C4-CF16-F385-428EBB81523E}"/>
              </a:ext>
            </a:extLst>
          </p:cNvPr>
          <p:cNvSpPr txBox="1"/>
          <p:nvPr/>
        </p:nvSpPr>
        <p:spPr>
          <a:xfrm>
            <a:off x="48463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80" name="Shape 24">
            <a:extLst>
              <a:ext uri="{FF2B5EF4-FFF2-40B4-BE49-F238E27FC236}">
                <a16:creationId xmlns:a16="http://schemas.microsoft.com/office/drawing/2014/main" id="{5D7E9A72-F3E7-B956-19FA-48F8074D4F99}"/>
              </a:ext>
            </a:extLst>
          </p:cNvPr>
          <p:cNvSpPr/>
          <p:nvPr/>
        </p:nvSpPr>
        <p:spPr>
          <a:xfrm>
            <a:off x="5394960" y="1691640"/>
            <a:ext cx="548640" cy="548640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25">
            <a:extLst>
              <a:ext uri="{FF2B5EF4-FFF2-40B4-BE49-F238E27FC236}">
                <a16:creationId xmlns:a16="http://schemas.microsoft.com/office/drawing/2014/main" id="{9624BA8A-22A4-62DB-067F-68C3683E0E99}"/>
              </a:ext>
            </a:extLst>
          </p:cNvPr>
          <p:cNvSpPr txBox="1"/>
          <p:nvPr/>
        </p:nvSpPr>
        <p:spPr>
          <a:xfrm>
            <a:off x="539496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8" name="Shape 26">
            <a:extLst>
              <a:ext uri="{FF2B5EF4-FFF2-40B4-BE49-F238E27FC236}">
                <a16:creationId xmlns:a16="http://schemas.microsoft.com/office/drawing/2014/main" id="{753C275B-C5DD-1952-785A-23055BEDA198}"/>
              </a:ext>
            </a:extLst>
          </p:cNvPr>
          <p:cNvSpPr/>
          <p:nvPr/>
        </p:nvSpPr>
        <p:spPr>
          <a:xfrm>
            <a:off x="4297680" y="2240280"/>
            <a:ext cx="548640" cy="548640"/>
          </a:xfrm>
          <a:prstGeom prst="rect">
            <a:avLst/>
          </a:prstGeom>
          <a:solidFill>
            <a:srgbClr val="FDE7C0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27">
            <a:extLst>
              <a:ext uri="{FF2B5EF4-FFF2-40B4-BE49-F238E27FC236}">
                <a16:creationId xmlns:a16="http://schemas.microsoft.com/office/drawing/2014/main" id="{6AA5E27E-1296-74E5-8569-91E1E4F70674}"/>
              </a:ext>
            </a:extLst>
          </p:cNvPr>
          <p:cNvSpPr txBox="1"/>
          <p:nvPr/>
        </p:nvSpPr>
        <p:spPr>
          <a:xfrm>
            <a:off x="429768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</a:t>
            </a:r>
            <a:endParaRPr lang="en-US" sz="1800" dirty="0"/>
          </a:p>
        </p:txBody>
      </p:sp>
      <p:sp>
        <p:nvSpPr>
          <p:cNvPr id="96" name="Shape 28">
            <a:extLst>
              <a:ext uri="{FF2B5EF4-FFF2-40B4-BE49-F238E27FC236}">
                <a16:creationId xmlns:a16="http://schemas.microsoft.com/office/drawing/2014/main" id="{73C5CF39-3F81-00C3-2B89-F48331C1B301}"/>
              </a:ext>
            </a:extLst>
          </p:cNvPr>
          <p:cNvSpPr/>
          <p:nvPr/>
        </p:nvSpPr>
        <p:spPr>
          <a:xfrm>
            <a:off x="4846320" y="2240280"/>
            <a:ext cx="548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29">
            <a:extLst>
              <a:ext uri="{FF2B5EF4-FFF2-40B4-BE49-F238E27FC236}">
                <a16:creationId xmlns:a16="http://schemas.microsoft.com/office/drawing/2014/main" id="{0B953468-40CA-5812-6963-0279F7D393BE}"/>
              </a:ext>
            </a:extLst>
          </p:cNvPr>
          <p:cNvSpPr txBox="1"/>
          <p:nvPr/>
        </p:nvSpPr>
        <p:spPr>
          <a:xfrm>
            <a:off x="484632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104" name="Shape 30">
            <a:extLst>
              <a:ext uri="{FF2B5EF4-FFF2-40B4-BE49-F238E27FC236}">
                <a16:creationId xmlns:a16="http://schemas.microsoft.com/office/drawing/2014/main" id="{3721356F-73C7-908F-97E5-7FEEA99F7903}"/>
              </a:ext>
            </a:extLst>
          </p:cNvPr>
          <p:cNvSpPr/>
          <p:nvPr/>
        </p:nvSpPr>
        <p:spPr>
          <a:xfrm>
            <a:off x="5394960" y="2240280"/>
            <a:ext cx="548640" cy="548640"/>
          </a:xfrm>
          <a:prstGeom prst="rect">
            <a:avLst/>
          </a:prstGeom>
          <a:solidFill>
            <a:srgbClr val="FDE7C0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31">
            <a:extLst>
              <a:ext uri="{FF2B5EF4-FFF2-40B4-BE49-F238E27FC236}">
                <a16:creationId xmlns:a16="http://schemas.microsoft.com/office/drawing/2014/main" id="{B9B8680D-A9F0-D137-06AB-A59D5EB5777E}"/>
              </a:ext>
            </a:extLst>
          </p:cNvPr>
          <p:cNvSpPr txBox="1"/>
          <p:nvPr/>
        </p:nvSpPr>
        <p:spPr>
          <a:xfrm>
            <a:off x="539496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2" name="Shape 32">
            <a:extLst>
              <a:ext uri="{FF2B5EF4-FFF2-40B4-BE49-F238E27FC236}">
                <a16:creationId xmlns:a16="http://schemas.microsoft.com/office/drawing/2014/main" id="{383C0944-6ABD-1AE2-80D8-15669B00B364}"/>
              </a:ext>
            </a:extLst>
          </p:cNvPr>
          <p:cNvSpPr/>
          <p:nvPr/>
        </p:nvSpPr>
        <p:spPr>
          <a:xfrm>
            <a:off x="4297680" y="2788920"/>
            <a:ext cx="548640" cy="548640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Text 33">
            <a:extLst>
              <a:ext uri="{FF2B5EF4-FFF2-40B4-BE49-F238E27FC236}">
                <a16:creationId xmlns:a16="http://schemas.microsoft.com/office/drawing/2014/main" id="{EF400F2E-9D3A-2B6E-FE83-CFE3B57165C2}"/>
              </a:ext>
            </a:extLst>
          </p:cNvPr>
          <p:cNvSpPr txBox="1"/>
          <p:nvPr/>
        </p:nvSpPr>
        <p:spPr>
          <a:xfrm>
            <a:off x="429768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800" dirty="0"/>
          </a:p>
        </p:txBody>
      </p:sp>
      <p:sp>
        <p:nvSpPr>
          <p:cNvPr id="118" name="Shape 34">
            <a:extLst>
              <a:ext uri="{FF2B5EF4-FFF2-40B4-BE49-F238E27FC236}">
                <a16:creationId xmlns:a16="http://schemas.microsoft.com/office/drawing/2014/main" id="{5EFE3F6D-D8F0-6005-4AB3-E51367D07E58}"/>
              </a:ext>
            </a:extLst>
          </p:cNvPr>
          <p:cNvSpPr/>
          <p:nvPr/>
        </p:nvSpPr>
        <p:spPr>
          <a:xfrm>
            <a:off x="4846320" y="2788920"/>
            <a:ext cx="548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Text 35">
            <a:extLst>
              <a:ext uri="{FF2B5EF4-FFF2-40B4-BE49-F238E27FC236}">
                <a16:creationId xmlns:a16="http://schemas.microsoft.com/office/drawing/2014/main" id="{B3B44414-627C-8F98-05BC-077C3727C14D}"/>
              </a:ext>
            </a:extLst>
          </p:cNvPr>
          <p:cNvSpPr txBox="1"/>
          <p:nvPr/>
        </p:nvSpPr>
        <p:spPr>
          <a:xfrm>
            <a:off x="484632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122" name="Shape 36">
            <a:extLst>
              <a:ext uri="{FF2B5EF4-FFF2-40B4-BE49-F238E27FC236}">
                <a16:creationId xmlns:a16="http://schemas.microsoft.com/office/drawing/2014/main" id="{B03D7252-1ECC-E1E4-1A9E-D339D81C6E70}"/>
              </a:ext>
            </a:extLst>
          </p:cNvPr>
          <p:cNvSpPr/>
          <p:nvPr/>
        </p:nvSpPr>
        <p:spPr>
          <a:xfrm>
            <a:off x="5394960" y="2788920"/>
            <a:ext cx="548640" cy="548640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Text 37">
            <a:extLst>
              <a:ext uri="{FF2B5EF4-FFF2-40B4-BE49-F238E27FC236}">
                <a16:creationId xmlns:a16="http://schemas.microsoft.com/office/drawing/2014/main" id="{F1C6A804-B74B-C855-BC6C-DC49733EFC60}"/>
              </a:ext>
            </a:extLst>
          </p:cNvPr>
          <p:cNvSpPr txBox="1"/>
          <p:nvPr/>
        </p:nvSpPr>
        <p:spPr>
          <a:xfrm>
            <a:off x="539496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6" name="Text 38">
            <a:extLst>
              <a:ext uri="{FF2B5EF4-FFF2-40B4-BE49-F238E27FC236}">
                <a16:creationId xmlns:a16="http://schemas.microsoft.com/office/drawing/2014/main" id="{F13B26CB-3463-84BC-910C-7EF9039B1FD9}"/>
              </a:ext>
            </a:extLst>
          </p:cNvPr>
          <p:cNvSpPr txBox="1"/>
          <p:nvPr/>
        </p:nvSpPr>
        <p:spPr>
          <a:xfrm>
            <a:off x="4297680" y="3429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Sobel Gx</a:t>
            </a:r>
            <a:endParaRPr lang="en-US" sz="1600" dirty="0"/>
          </a:p>
        </p:txBody>
      </p:sp>
      <p:sp>
        <p:nvSpPr>
          <p:cNvPr id="128" name="Shape 39">
            <a:extLst>
              <a:ext uri="{FF2B5EF4-FFF2-40B4-BE49-F238E27FC236}">
                <a16:creationId xmlns:a16="http://schemas.microsoft.com/office/drawing/2014/main" id="{4709499E-C371-117D-CAD3-8830D61AA296}"/>
              </a:ext>
            </a:extLst>
          </p:cNvPr>
          <p:cNvSpPr/>
          <p:nvPr/>
        </p:nvSpPr>
        <p:spPr>
          <a:xfrm>
            <a:off x="6035040" y="1691640"/>
            <a:ext cx="411480" cy="411480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 40">
            <a:extLst>
              <a:ext uri="{FF2B5EF4-FFF2-40B4-BE49-F238E27FC236}">
                <a16:creationId xmlns:a16="http://schemas.microsoft.com/office/drawing/2014/main" id="{E6993D8D-8200-F8DC-891E-D2162BD18229}"/>
              </a:ext>
            </a:extLst>
          </p:cNvPr>
          <p:cNvSpPr txBox="1"/>
          <p:nvPr/>
        </p:nvSpPr>
        <p:spPr>
          <a:xfrm>
            <a:off x="603504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400" dirty="0"/>
          </a:p>
        </p:txBody>
      </p:sp>
      <p:sp>
        <p:nvSpPr>
          <p:cNvPr id="132" name="Shape 41">
            <a:extLst>
              <a:ext uri="{FF2B5EF4-FFF2-40B4-BE49-F238E27FC236}">
                <a16:creationId xmlns:a16="http://schemas.microsoft.com/office/drawing/2014/main" id="{F1653E79-7C8F-1919-A550-B873B4BF5A39}"/>
              </a:ext>
            </a:extLst>
          </p:cNvPr>
          <p:cNvSpPr/>
          <p:nvPr/>
        </p:nvSpPr>
        <p:spPr>
          <a:xfrm>
            <a:off x="6446520" y="1691640"/>
            <a:ext cx="411480" cy="411480"/>
          </a:xfrm>
          <a:prstGeom prst="rect">
            <a:avLst/>
          </a:prstGeom>
          <a:solidFill>
            <a:srgbClr val="FDE7C0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Text 42">
            <a:extLst>
              <a:ext uri="{FF2B5EF4-FFF2-40B4-BE49-F238E27FC236}">
                <a16:creationId xmlns:a16="http://schemas.microsoft.com/office/drawing/2014/main" id="{95454C31-6513-0266-02FA-88A59E64D8AF}"/>
              </a:ext>
            </a:extLst>
          </p:cNvPr>
          <p:cNvSpPr txBox="1"/>
          <p:nvPr/>
        </p:nvSpPr>
        <p:spPr>
          <a:xfrm>
            <a:off x="644652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</a:t>
            </a:r>
            <a:endParaRPr lang="en-US" sz="1400" dirty="0"/>
          </a:p>
        </p:txBody>
      </p:sp>
      <p:sp>
        <p:nvSpPr>
          <p:cNvPr id="136" name="Shape 43">
            <a:extLst>
              <a:ext uri="{FF2B5EF4-FFF2-40B4-BE49-F238E27FC236}">
                <a16:creationId xmlns:a16="http://schemas.microsoft.com/office/drawing/2014/main" id="{43DA2BC0-A5C0-B853-F54A-8527B83C5CD8}"/>
              </a:ext>
            </a:extLst>
          </p:cNvPr>
          <p:cNvSpPr/>
          <p:nvPr/>
        </p:nvSpPr>
        <p:spPr>
          <a:xfrm>
            <a:off x="6858000" y="1691640"/>
            <a:ext cx="411480" cy="411480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Text 44">
            <a:extLst>
              <a:ext uri="{FF2B5EF4-FFF2-40B4-BE49-F238E27FC236}">
                <a16:creationId xmlns:a16="http://schemas.microsoft.com/office/drawing/2014/main" id="{D706809D-E499-0A21-1EF0-EAFC61A9F50F}"/>
              </a:ext>
            </a:extLst>
          </p:cNvPr>
          <p:cNvSpPr txBox="1"/>
          <p:nvPr/>
        </p:nvSpPr>
        <p:spPr>
          <a:xfrm>
            <a:off x="685800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400" dirty="0"/>
          </a:p>
        </p:txBody>
      </p:sp>
      <p:sp>
        <p:nvSpPr>
          <p:cNvPr id="140" name="Shape 45">
            <a:extLst>
              <a:ext uri="{FF2B5EF4-FFF2-40B4-BE49-F238E27FC236}">
                <a16:creationId xmlns:a16="http://schemas.microsoft.com/office/drawing/2014/main" id="{D17F612A-A635-7543-C57E-0D662AAF240B}"/>
              </a:ext>
            </a:extLst>
          </p:cNvPr>
          <p:cNvSpPr/>
          <p:nvPr/>
        </p:nvSpPr>
        <p:spPr>
          <a:xfrm>
            <a:off x="6035040" y="2103120"/>
            <a:ext cx="41148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Text 46">
            <a:extLst>
              <a:ext uri="{FF2B5EF4-FFF2-40B4-BE49-F238E27FC236}">
                <a16:creationId xmlns:a16="http://schemas.microsoft.com/office/drawing/2014/main" id="{B79B88E6-4848-24B4-473C-E403C5782A30}"/>
              </a:ext>
            </a:extLst>
          </p:cNvPr>
          <p:cNvSpPr txBox="1"/>
          <p:nvPr/>
        </p:nvSpPr>
        <p:spPr>
          <a:xfrm>
            <a:off x="603504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144" name="Shape 47">
            <a:extLst>
              <a:ext uri="{FF2B5EF4-FFF2-40B4-BE49-F238E27FC236}">
                <a16:creationId xmlns:a16="http://schemas.microsoft.com/office/drawing/2014/main" id="{C596A857-32BD-37C9-A79E-DF22A2134300}"/>
              </a:ext>
            </a:extLst>
          </p:cNvPr>
          <p:cNvSpPr/>
          <p:nvPr/>
        </p:nvSpPr>
        <p:spPr>
          <a:xfrm>
            <a:off x="6446520" y="2103120"/>
            <a:ext cx="41148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Text 48">
            <a:extLst>
              <a:ext uri="{FF2B5EF4-FFF2-40B4-BE49-F238E27FC236}">
                <a16:creationId xmlns:a16="http://schemas.microsoft.com/office/drawing/2014/main" id="{C0B78795-978E-B2FA-20CD-43D7260FFEFE}"/>
              </a:ext>
            </a:extLst>
          </p:cNvPr>
          <p:cNvSpPr txBox="1"/>
          <p:nvPr/>
        </p:nvSpPr>
        <p:spPr>
          <a:xfrm>
            <a:off x="644652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148" name="Shape 49">
            <a:extLst>
              <a:ext uri="{FF2B5EF4-FFF2-40B4-BE49-F238E27FC236}">
                <a16:creationId xmlns:a16="http://schemas.microsoft.com/office/drawing/2014/main" id="{82062417-9072-6D2E-6A11-A42F16F95535}"/>
              </a:ext>
            </a:extLst>
          </p:cNvPr>
          <p:cNvSpPr/>
          <p:nvPr/>
        </p:nvSpPr>
        <p:spPr>
          <a:xfrm>
            <a:off x="6858000" y="2103120"/>
            <a:ext cx="41148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Text 50">
            <a:extLst>
              <a:ext uri="{FF2B5EF4-FFF2-40B4-BE49-F238E27FC236}">
                <a16:creationId xmlns:a16="http://schemas.microsoft.com/office/drawing/2014/main" id="{197A8B81-6C0C-F332-458F-138177FA35AF}"/>
              </a:ext>
            </a:extLst>
          </p:cNvPr>
          <p:cNvSpPr txBox="1"/>
          <p:nvPr/>
        </p:nvSpPr>
        <p:spPr>
          <a:xfrm>
            <a:off x="685800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152" name="Shape 51">
            <a:extLst>
              <a:ext uri="{FF2B5EF4-FFF2-40B4-BE49-F238E27FC236}">
                <a16:creationId xmlns:a16="http://schemas.microsoft.com/office/drawing/2014/main" id="{F58EBDEA-B2CA-F10C-DA04-B850D61E570B}"/>
              </a:ext>
            </a:extLst>
          </p:cNvPr>
          <p:cNvSpPr/>
          <p:nvPr/>
        </p:nvSpPr>
        <p:spPr>
          <a:xfrm>
            <a:off x="6035040" y="2514600"/>
            <a:ext cx="411480" cy="411480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Text 52">
            <a:extLst>
              <a:ext uri="{FF2B5EF4-FFF2-40B4-BE49-F238E27FC236}">
                <a16:creationId xmlns:a16="http://schemas.microsoft.com/office/drawing/2014/main" id="{4D1D152D-76EC-6052-F396-11ED56191515}"/>
              </a:ext>
            </a:extLst>
          </p:cNvPr>
          <p:cNvSpPr txBox="1"/>
          <p:nvPr/>
        </p:nvSpPr>
        <p:spPr>
          <a:xfrm>
            <a:off x="6035040" y="2514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6" name="Shape 53">
            <a:extLst>
              <a:ext uri="{FF2B5EF4-FFF2-40B4-BE49-F238E27FC236}">
                <a16:creationId xmlns:a16="http://schemas.microsoft.com/office/drawing/2014/main" id="{DA982FC3-0A71-F761-7DEF-0BE183C1791E}"/>
              </a:ext>
            </a:extLst>
          </p:cNvPr>
          <p:cNvSpPr/>
          <p:nvPr/>
        </p:nvSpPr>
        <p:spPr>
          <a:xfrm>
            <a:off x="6446520" y="2514600"/>
            <a:ext cx="411480" cy="411480"/>
          </a:xfrm>
          <a:prstGeom prst="rect">
            <a:avLst/>
          </a:prstGeom>
          <a:solidFill>
            <a:srgbClr val="FDE7C0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Text 54">
            <a:extLst>
              <a:ext uri="{FF2B5EF4-FFF2-40B4-BE49-F238E27FC236}">
                <a16:creationId xmlns:a16="http://schemas.microsoft.com/office/drawing/2014/main" id="{F432A1AF-BA8B-22C0-0043-81020282D18A}"/>
              </a:ext>
            </a:extLst>
          </p:cNvPr>
          <p:cNvSpPr txBox="1"/>
          <p:nvPr/>
        </p:nvSpPr>
        <p:spPr>
          <a:xfrm>
            <a:off x="6446520" y="2514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0" name="Shape 55">
            <a:extLst>
              <a:ext uri="{FF2B5EF4-FFF2-40B4-BE49-F238E27FC236}">
                <a16:creationId xmlns:a16="http://schemas.microsoft.com/office/drawing/2014/main" id="{1FA96960-09DB-DF32-8A43-00BD3F526777}"/>
              </a:ext>
            </a:extLst>
          </p:cNvPr>
          <p:cNvSpPr/>
          <p:nvPr/>
        </p:nvSpPr>
        <p:spPr>
          <a:xfrm>
            <a:off x="6858000" y="2514600"/>
            <a:ext cx="411480" cy="411480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Text 56">
            <a:extLst>
              <a:ext uri="{FF2B5EF4-FFF2-40B4-BE49-F238E27FC236}">
                <a16:creationId xmlns:a16="http://schemas.microsoft.com/office/drawing/2014/main" id="{9FC94FC0-9C8B-2263-9E88-9E25FF1767E9}"/>
              </a:ext>
            </a:extLst>
          </p:cNvPr>
          <p:cNvSpPr txBox="1"/>
          <p:nvPr/>
        </p:nvSpPr>
        <p:spPr>
          <a:xfrm>
            <a:off x="6858000" y="2514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64" name="Text 57">
            <a:extLst>
              <a:ext uri="{FF2B5EF4-FFF2-40B4-BE49-F238E27FC236}">
                <a16:creationId xmlns:a16="http://schemas.microsoft.com/office/drawing/2014/main" id="{F3A09A75-2F69-5F18-16B5-B70FE45AAE07}"/>
              </a:ext>
            </a:extLst>
          </p:cNvPr>
          <p:cNvSpPr txBox="1"/>
          <p:nvPr/>
        </p:nvSpPr>
        <p:spPr>
          <a:xfrm>
            <a:off x="5852160" y="29718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Sobel Gy</a:t>
            </a:r>
            <a:endParaRPr lang="en-US" sz="1400" dirty="0"/>
          </a:p>
        </p:txBody>
      </p:sp>
      <p:sp>
        <p:nvSpPr>
          <p:cNvPr id="166" name="Shape 58">
            <a:extLst>
              <a:ext uri="{FF2B5EF4-FFF2-40B4-BE49-F238E27FC236}">
                <a16:creationId xmlns:a16="http://schemas.microsoft.com/office/drawing/2014/main" id="{592B24BA-CCD6-6D09-006B-0F92735CD19F}"/>
              </a:ext>
            </a:extLst>
          </p:cNvPr>
          <p:cNvSpPr/>
          <p:nvPr/>
        </p:nvSpPr>
        <p:spPr>
          <a:xfrm>
            <a:off x="548640" y="4160520"/>
            <a:ext cx="6766560" cy="128016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change from Prewitt: </a:t>
            </a:r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center row (highlighted) counts 2 instead of 1, so the pixel's own row matters most.</a:t>
            </a:r>
            <a:endParaRPr lang="en-US" dirty="0"/>
          </a:p>
        </p:txBody>
      </p:sp>
      <p:sp>
        <p:nvSpPr>
          <p:cNvPr id="170" name="Shape 60">
            <a:extLst>
              <a:ext uri="{FF2B5EF4-FFF2-40B4-BE49-F238E27FC236}">
                <a16:creationId xmlns:a16="http://schemas.microsoft.com/office/drawing/2014/main" id="{588C4D34-D785-9CBC-0F8A-ECCEE1058405}"/>
              </a:ext>
            </a:extLst>
          </p:cNvPr>
          <p:cNvSpPr/>
          <p:nvPr/>
        </p:nvSpPr>
        <p:spPr>
          <a:xfrm>
            <a:off x="7589520" y="1188720"/>
            <a:ext cx="420624" cy="420624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Text 61">
            <a:extLst>
              <a:ext uri="{FF2B5EF4-FFF2-40B4-BE49-F238E27FC236}">
                <a16:creationId xmlns:a16="http://schemas.microsoft.com/office/drawing/2014/main" id="{07886211-503C-A324-9BB0-86C7052F4DD2}"/>
              </a:ext>
            </a:extLst>
          </p:cNvPr>
          <p:cNvSpPr txBox="1"/>
          <p:nvPr/>
        </p:nvSpPr>
        <p:spPr>
          <a:xfrm>
            <a:off x="7589520" y="1188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4" name="Text 62">
            <a:extLst>
              <a:ext uri="{FF2B5EF4-FFF2-40B4-BE49-F238E27FC236}">
                <a16:creationId xmlns:a16="http://schemas.microsoft.com/office/drawing/2014/main" id="{255AB756-A228-B16F-2A1A-69CEE53619C7}"/>
              </a:ext>
            </a:extLst>
          </p:cNvPr>
          <p:cNvSpPr txBox="1"/>
          <p:nvPr/>
        </p:nvSpPr>
        <p:spPr>
          <a:xfrm>
            <a:off x="8156448" y="1161288"/>
            <a:ext cx="2056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change</a:t>
            </a:r>
            <a:endParaRPr lang="en-US" sz="1800" dirty="0"/>
          </a:p>
        </p:txBody>
      </p:sp>
      <p:sp>
        <p:nvSpPr>
          <p:cNvPr id="176" name="Text 63">
            <a:extLst>
              <a:ext uri="{FF2B5EF4-FFF2-40B4-BE49-F238E27FC236}">
                <a16:creationId xmlns:a16="http://schemas.microsoft.com/office/drawing/2014/main" id="{015B63D4-A911-FC28-4119-736B2CAA0A8D}"/>
              </a:ext>
            </a:extLst>
          </p:cNvPr>
          <p:cNvSpPr txBox="1"/>
          <p:nvPr/>
        </p:nvSpPr>
        <p:spPr>
          <a:xfrm>
            <a:off x="8156448" y="1554480"/>
            <a:ext cx="3483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middle row counts 2, not 1.</a:t>
            </a:r>
            <a:endParaRPr lang="en-US" sz="1600" dirty="0"/>
          </a:p>
        </p:txBody>
      </p:sp>
      <p:sp>
        <p:nvSpPr>
          <p:cNvPr id="178" name="Shape 64">
            <a:extLst>
              <a:ext uri="{FF2B5EF4-FFF2-40B4-BE49-F238E27FC236}">
                <a16:creationId xmlns:a16="http://schemas.microsoft.com/office/drawing/2014/main" id="{35096496-E24F-FD9F-737F-E4223E6BCCBD}"/>
              </a:ext>
            </a:extLst>
          </p:cNvPr>
          <p:cNvSpPr/>
          <p:nvPr/>
        </p:nvSpPr>
        <p:spPr>
          <a:xfrm>
            <a:off x="7589520" y="2560320"/>
            <a:ext cx="420624" cy="420624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Text 65">
            <a:extLst>
              <a:ext uri="{FF2B5EF4-FFF2-40B4-BE49-F238E27FC236}">
                <a16:creationId xmlns:a16="http://schemas.microsoft.com/office/drawing/2014/main" id="{B15E1627-1136-2559-B98B-8799B9468064}"/>
              </a:ext>
            </a:extLst>
          </p:cNvPr>
          <p:cNvSpPr txBox="1"/>
          <p:nvPr/>
        </p:nvSpPr>
        <p:spPr>
          <a:xfrm>
            <a:off x="7589520" y="2560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2" name="Text 66">
            <a:extLst>
              <a:ext uri="{FF2B5EF4-FFF2-40B4-BE49-F238E27FC236}">
                <a16:creationId xmlns:a16="http://schemas.microsoft.com/office/drawing/2014/main" id="{ED408ACD-CA01-DCF3-C341-247DECF17AA6}"/>
              </a:ext>
            </a:extLst>
          </p:cNvPr>
          <p:cNvSpPr txBox="1"/>
          <p:nvPr/>
        </p:nvSpPr>
        <p:spPr>
          <a:xfrm>
            <a:off x="8156448" y="2532888"/>
            <a:ext cx="2056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matters most</a:t>
            </a:r>
            <a:endParaRPr lang="en-US" sz="1800" dirty="0"/>
          </a:p>
        </p:txBody>
      </p:sp>
      <p:sp>
        <p:nvSpPr>
          <p:cNvPr id="184" name="Text 67">
            <a:extLst>
              <a:ext uri="{FF2B5EF4-FFF2-40B4-BE49-F238E27FC236}">
                <a16:creationId xmlns:a16="http://schemas.microsoft.com/office/drawing/2014/main" id="{B6D9C979-85D2-C82A-6716-6841D8746DDC}"/>
              </a:ext>
            </a:extLst>
          </p:cNvPr>
          <p:cNvSpPr txBox="1"/>
          <p:nvPr/>
        </p:nvSpPr>
        <p:spPr>
          <a:xfrm>
            <a:off x="8156448" y="2926080"/>
            <a:ext cx="3483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are located a little more precisely.</a:t>
            </a:r>
            <a:endParaRPr lang="en-US" sz="1600" dirty="0"/>
          </a:p>
        </p:txBody>
      </p:sp>
      <p:sp>
        <p:nvSpPr>
          <p:cNvPr id="186" name="Shape 68">
            <a:extLst>
              <a:ext uri="{FF2B5EF4-FFF2-40B4-BE49-F238E27FC236}">
                <a16:creationId xmlns:a16="http://schemas.microsoft.com/office/drawing/2014/main" id="{58C1264C-9B8B-CAAE-0650-85C92614EF63}"/>
              </a:ext>
            </a:extLst>
          </p:cNvPr>
          <p:cNvSpPr/>
          <p:nvPr/>
        </p:nvSpPr>
        <p:spPr>
          <a:xfrm>
            <a:off x="7589520" y="3931920"/>
            <a:ext cx="420624" cy="420624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Text 69">
            <a:extLst>
              <a:ext uri="{FF2B5EF4-FFF2-40B4-BE49-F238E27FC236}">
                <a16:creationId xmlns:a16="http://schemas.microsoft.com/office/drawing/2014/main" id="{185B0D0E-6AF1-AA61-7B9C-0F4D68FA0904}"/>
              </a:ext>
            </a:extLst>
          </p:cNvPr>
          <p:cNvSpPr txBox="1"/>
          <p:nvPr/>
        </p:nvSpPr>
        <p:spPr>
          <a:xfrm>
            <a:off x="7589520" y="3931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0" name="Text 70">
            <a:extLst>
              <a:ext uri="{FF2B5EF4-FFF2-40B4-BE49-F238E27FC236}">
                <a16:creationId xmlns:a16="http://schemas.microsoft.com/office/drawing/2014/main" id="{FE6FDD61-FFCF-B694-9821-41C549581D7F}"/>
              </a:ext>
            </a:extLst>
          </p:cNvPr>
          <p:cNvSpPr txBox="1"/>
          <p:nvPr/>
        </p:nvSpPr>
        <p:spPr>
          <a:xfrm>
            <a:off x="8156448" y="3904488"/>
            <a:ext cx="2056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inside Canny</a:t>
            </a:r>
            <a:endParaRPr lang="en-US" sz="1800" dirty="0"/>
          </a:p>
        </p:txBody>
      </p:sp>
      <p:sp>
        <p:nvSpPr>
          <p:cNvPr id="192" name="Text 71">
            <a:extLst>
              <a:ext uri="{FF2B5EF4-FFF2-40B4-BE49-F238E27FC236}">
                <a16:creationId xmlns:a16="http://schemas.microsoft.com/office/drawing/2014/main" id="{932B586E-0321-5777-E608-17A1260372AC}"/>
              </a:ext>
            </a:extLst>
          </p:cNvPr>
          <p:cNvSpPr txBox="1"/>
          <p:nvPr/>
        </p:nvSpPr>
        <p:spPr>
          <a:xfrm>
            <a:off x="8156448" y="4297680"/>
            <a:ext cx="34838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Sobel is the standard gradient operator.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9724003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2A452-B120-1E1E-3DC4-742D98C2B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F6BC304-2A3C-5CCB-26EA-D248CCDCEA68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EE79508C-C1E6-567B-3CB5-8B8D7C4DDE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8E2901A-EF92-7C05-5280-2C77B348A108}"/>
              </a:ext>
            </a:extLst>
          </p:cNvPr>
          <p:cNvCxnSpPr>
            <a:cxnSpLocks/>
          </p:cNvCxnSpPr>
          <p:nvPr/>
        </p:nvCxnSpPr>
        <p:spPr>
          <a:xfrm>
            <a:off x="435005" y="923068"/>
            <a:ext cx="11310527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224B1F4-5B82-B883-7866-7D3FF5E7627B}"/>
              </a:ext>
            </a:extLst>
          </p:cNvPr>
          <p:cNvSpPr txBox="1"/>
          <p:nvPr/>
        </p:nvSpPr>
        <p:spPr>
          <a:xfrm>
            <a:off x="550276" y="364476"/>
            <a:ext cx="25853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Sobel by hand</a:t>
            </a:r>
          </a:p>
        </p:txBody>
      </p:sp>
      <p:pic>
        <p:nvPicPr>
          <p:cNvPr id="56" name="Picture 55" descr="Logo&#10;&#10;Description automatically generated">
            <a:extLst>
              <a:ext uri="{FF2B5EF4-FFF2-40B4-BE49-F238E27FC236}">
                <a16:creationId xmlns:a16="http://schemas.microsoft.com/office/drawing/2014/main" id="{A4A12A82-AA06-82E9-3DB0-75B4AE5CBDD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5" y="6487028"/>
            <a:ext cx="1747748" cy="3311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998B408-D370-7C23-A683-63E1628F96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17328"/>
            <a:ext cx="578348" cy="578348"/>
          </a:xfrm>
          <a:prstGeom prst="rect">
            <a:avLst/>
          </a:prstGeom>
        </p:spPr>
      </p:pic>
      <p:sp>
        <p:nvSpPr>
          <p:cNvPr id="496" name="Parallelogram 41">
            <a:extLst>
              <a:ext uri="{FF2B5EF4-FFF2-40B4-BE49-F238E27FC236}">
                <a16:creationId xmlns:a16="http://schemas.microsoft.com/office/drawing/2014/main" id="{3CCF4860-0D3A-BC71-03EF-46F4690F2709}"/>
              </a:ext>
            </a:extLst>
          </p:cNvPr>
          <p:cNvSpPr/>
          <p:nvPr/>
        </p:nvSpPr>
        <p:spPr>
          <a:xfrm>
            <a:off x="11427012" y="6490706"/>
            <a:ext cx="764988" cy="3709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20/34</a:t>
            </a:r>
          </a:p>
        </p:txBody>
      </p:sp>
      <p:sp>
        <p:nvSpPr>
          <p:cNvPr id="764" name="Text 4">
            <a:extLst>
              <a:ext uri="{FF2B5EF4-FFF2-40B4-BE49-F238E27FC236}">
                <a16:creationId xmlns:a16="http://schemas.microsoft.com/office/drawing/2014/main" id="{3BF9A0A2-76EA-CF6E-9307-4EDCA8E736C9}"/>
              </a:ext>
            </a:extLst>
          </p:cNvPr>
          <p:cNvSpPr txBox="1"/>
          <p:nvPr/>
        </p:nvSpPr>
        <p:spPr>
          <a:xfrm>
            <a:off x="548640" y="1828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Gx</a:t>
            </a:r>
            <a:endParaRPr lang="en-US" sz="2000" dirty="0"/>
          </a:p>
        </p:txBody>
      </p:sp>
      <p:sp>
        <p:nvSpPr>
          <p:cNvPr id="768" name="Shape 5">
            <a:extLst>
              <a:ext uri="{FF2B5EF4-FFF2-40B4-BE49-F238E27FC236}">
                <a16:creationId xmlns:a16="http://schemas.microsoft.com/office/drawing/2014/main" id="{C0A75B1A-460D-D457-9D53-5A2E26AA6E1B}"/>
              </a:ext>
            </a:extLst>
          </p:cNvPr>
          <p:cNvSpPr/>
          <p:nvPr/>
        </p:nvSpPr>
        <p:spPr>
          <a:xfrm>
            <a:off x="1097280" y="1417320"/>
            <a:ext cx="438912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2" name="Text 6">
            <a:extLst>
              <a:ext uri="{FF2B5EF4-FFF2-40B4-BE49-F238E27FC236}">
                <a16:creationId xmlns:a16="http://schemas.microsoft.com/office/drawing/2014/main" id="{42B5FE2A-1B75-E738-6088-9C347C25D751}"/>
              </a:ext>
            </a:extLst>
          </p:cNvPr>
          <p:cNvSpPr txBox="1"/>
          <p:nvPr/>
        </p:nvSpPr>
        <p:spPr>
          <a:xfrm>
            <a:off x="1097280" y="1417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776" name="Shape 7">
            <a:extLst>
              <a:ext uri="{FF2B5EF4-FFF2-40B4-BE49-F238E27FC236}">
                <a16:creationId xmlns:a16="http://schemas.microsoft.com/office/drawing/2014/main" id="{BDFC1D24-050E-5DC0-5CB9-18ACA76C3808}"/>
              </a:ext>
            </a:extLst>
          </p:cNvPr>
          <p:cNvSpPr/>
          <p:nvPr/>
        </p:nvSpPr>
        <p:spPr>
          <a:xfrm>
            <a:off x="1536192" y="1417320"/>
            <a:ext cx="438912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8" name="Text 8">
            <a:extLst>
              <a:ext uri="{FF2B5EF4-FFF2-40B4-BE49-F238E27FC236}">
                <a16:creationId xmlns:a16="http://schemas.microsoft.com/office/drawing/2014/main" id="{DCA4876B-8170-514E-4683-F12B8F32BD8A}"/>
              </a:ext>
            </a:extLst>
          </p:cNvPr>
          <p:cNvSpPr txBox="1"/>
          <p:nvPr/>
        </p:nvSpPr>
        <p:spPr>
          <a:xfrm>
            <a:off x="1536192" y="1417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780" name="Shape 9">
            <a:extLst>
              <a:ext uri="{FF2B5EF4-FFF2-40B4-BE49-F238E27FC236}">
                <a16:creationId xmlns:a16="http://schemas.microsoft.com/office/drawing/2014/main" id="{71EBBEA5-D6ED-3172-AFD6-95BDD767EE21}"/>
              </a:ext>
            </a:extLst>
          </p:cNvPr>
          <p:cNvSpPr/>
          <p:nvPr/>
        </p:nvSpPr>
        <p:spPr>
          <a:xfrm>
            <a:off x="1975104" y="1417320"/>
            <a:ext cx="438912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2" name="Text 10">
            <a:extLst>
              <a:ext uri="{FF2B5EF4-FFF2-40B4-BE49-F238E27FC236}">
                <a16:creationId xmlns:a16="http://schemas.microsoft.com/office/drawing/2014/main" id="{31C4EA22-E87C-0E05-BA38-1278312319B6}"/>
              </a:ext>
            </a:extLst>
          </p:cNvPr>
          <p:cNvSpPr txBox="1"/>
          <p:nvPr/>
        </p:nvSpPr>
        <p:spPr>
          <a:xfrm>
            <a:off x="1975104" y="1417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784" name="Shape 11">
            <a:extLst>
              <a:ext uri="{FF2B5EF4-FFF2-40B4-BE49-F238E27FC236}">
                <a16:creationId xmlns:a16="http://schemas.microsoft.com/office/drawing/2014/main" id="{82FA3207-8DAA-306D-15EE-0E188EF50D4C}"/>
              </a:ext>
            </a:extLst>
          </p:cNvPr>
          <p:cNvSpPr/>
          <p:nvPr/>
        </p:nvSpPr>
        <p:spPr>
          <a:xfrm>
            <a:off x="1097280" y="1856232"/>
            <a:ext cx="438912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6" name="Text 12">
            <a:extLst>
              <a:ext uri="{FF2B5EF4-FFF2-40B4-BE49-F238E27FC236}">
                <a16:creationId xmlns:a16="http://schemas.microsoft.com/office/drawing/2014/main" id="{EE3C70C0-29B0-D5BD-C6B3-9D50EB171861}"/>
              </a:ext>
            </a:extLst>
          </p:cNvPr>
          <p:cNvSpPr txBox="1"/>
          <p:nvPr/>
        </p:nvSpPr>
        <p:spPr>
          <a:xfrm>
            <a:off x="1097280" y="18562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788" name="Shape 13">
            <a:extLst>
              <a:ext uri="{FF2B5EF4-FFF2-40B4-BE49-F238E27FC236}">
                <a16:creationId xmlns:a16="http://schemas.microsoft.com/office/drawing/2014/main" id="{CEA3EEA5-3973-20FC-E2B0-2D757FE7036A}"/>
              </a:ext>
            </a:extLst>
          </p:cNvPr>
          <p:cNvSpPr/>
          <p:nvPr/>
        </p:nvSpPr>
        <p:spPr>
          <a:xfrm>
            <a:off x="1536192" y="1856232"/>
            <a:ext cx="438912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0" name="Text 14">
            <a:extLst>
              <a:ext uri="{FF2B5EF4-FFF2-40B4-BE49-F238E27FC236}">
                <a16:creationId xmlns:a16="http://schemas.microsoft.com/office/drawing/2014/main" id="{55BB9AE9-001D-5E7F-F700-8CB50BDC992A}"/>
              </a:ext>
            </a:extLst>
          </p:cNvPr>
          <p:cNvSpPr txBox="1"/>
          <p:nvPr/>
        </p:nvSpPr>
        <p:spPr>
          <a:xfrm>
            <a:off x="1536192" y="18562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792" name="Shape 15">
            <a:extLst>
              <a:ext uri="{FF2B5EF4-FFF2-40B4-BE49-F238E27FC236}">
                <a16:creationId xmlns:a16="http://schemas.microsoft.com/office/drawing/2014/main" id="{60A4127B-1796-53C2-159A-38B629BBD63C}"/>
              </a:ext>
            </a:extLst>
          </p:cNvPr>
          <p:cNvSpPr/>
          <p:nvPr/>
        </p:nvSpPr>
        <p:spPr>
          <a:xfrm>
            <a:off x="1975104" y="1856232"/>
            <a:ext cx="438912" cy="438912"/>
          </a:xfrm>
          <a:prstGeom prst="rect">
            <a:avLst/>
          </a:prstGeom>
          <a:solidFill>
            <a:srgbClr val="D9DEE6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4" name="Text 16">
            <a:extLst>
              <a:ext uri="{FF2B5EF4-FFF2-40B4-BE49-F238E27FC236}">
                <a16:creationId xmlns:a16="http://schemas.microsoft.com/office/drawing/2014/main" id="{D88D77E1-6D4B-330A-7235-80E9E3497023}"/>
              </a:ext>
            </a:extLst>
          </p:cNvPr>
          <p:cNvSpPr txBox="1"/>
          <p:nvPr/>
        </p:nvSpPr>
        <p:spPr>
          <a:xfrm>
            <a:off x="1975104" y="18562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400" dirty="0"/>
          </a:p>
        </p:txBody>
      </p:sp>
      <p:sp>
        <p:nvSpPr>
          <p:cNvPr id="796" name="Shape 17">
            <a:extLst>
              <a:ext uri="{FF2B5EF4-FFF2-40B4-BE49-F238E27FC236}">
                <a16:creationId xmlns:a16="http://schemas.microsoft.com/office/drawing/2014/main" id="{52FDADD3-B66A-0EC5-07D8-522F2719F540}"/>
              </a:ext>
            </a:extLst>
          </p:cNvPr>
          <p:cNvSpPr/>
          <p:nvPr/>
        </p:nvSpPr>
        <p:spPr>
          <a:xfrm>
            <a:off x="1097280" y="2295144"/>
            <a:ext cx="438912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8" name="Text 18">
            <a:extLst>
              <a:ext uri="{FF2B5EF4-FFF2-40B4-BE49-F238E27FC236}">
                <a16:creationId xmlns:a16="http://schemas.microsoft.com/office/drawing/2014/main" id="{6ABFF681-67B0-2374-C161-428A05F0DFD3}"/>
              </a:ext>
            </a:extLst>
          </p:cNvPr>
          <p:cNvSpPr txBox="1"/>
          <p:nvPr/>
        </p:nvSpPr>
        <p:spPr>
          <a:xfrm>
            <a:off x="1097280" y="22951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800" name="Shape 19">
            <a:extLst>
              <a:ext uri="{FF2B5EF4-FFF2-40B4-BE49-F238E27FC236}">
                <a16:creationId xmlns:a16="http://schemas.microsoft.com/office/drawing/2014/main" id="{E2C328D5-97CA-5052-18B5-FB508C69CA08}"/>
              </a:ext>
            </a:extLst>
          </p:cNvPr>
          <p:cNvSpPr/>
          <p:nvPr/>
        </p:nvSpPr>
        <p:spPr>
          <a:xfrm>
            <a:off x="1536192" y="2295144"/>
            <a:ext cx="438912" cy="438912"/>
          </a:xfrm>
          <a:prstGeom prst="rect">
            <a:avLst/>
          </a:prstGeom>
          <a:solidFill>
            <a:srgbClr val="D9DEE6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2" name="Text 20">
            <a:extLst>
              <a:ext uri="{FF2B5EF4-FFF2-40B4-BE49-F238E27FC236}">
                <a16:creationId xmlns:a16="http://schemas.microsoft.com/office/drawing/2014/main" id="{922FE3F7-2553-2D0E-4F89-711B36ACB0E5}"/>
              </a:ext>
            </a:extLst>
          </p:cNvPr>
          <p:cNvSpPr txBox="1"/>
          <p:nvPr/>
        </p:nvSpPr>
        <p:spPr>
          <a:xfrm>
            <a:off x="1536192" y="22951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400" dirty="0"/>
          </a:p>
        </p:txBody>
      </p:sp>
      <p:sp>
        <p:nvSpPr>
          <p:cNvPr id="804" name="Shape 21">
            <a:extLst>
              <a:ext uri="{FF2B5EF4-FFF2-40B4-BE49-F238E27FC236}">
                <a16:creationId xmlns:a16="http://schemas.microsoft.com/office/drawing/2014/main" id="{157DA657-CEDA-7D28-A002-B8A5D1C5DD3D}"/>
              </a:ext>
            </a:extLst>
          </p:cNvPr>
          <p:cNvSpPr/>
          <p:nvPr/>
        </p:nvSpPr>
        <p:spPr>
          <a:xfrm>
            <a:off x="1975104" y="2295144"/>
            <a:ext cx="438912" cy="438912"/>
          </a:xfrm>
          <a:prstGeom prst="rect">
            <a:avLst/>
          </a:prstGeom>
          <a:solidFill>
            <a:srgbClr val="D9DEE6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6" name="Text 22">
            <a:extLst>
              <a:ext uri="{FF2B5EF4-FFF2-40B4-BE49-F238E27FC236}">
                <a16:creationId xmlns:a16="http://schemas.microsoft.com/office/drawing/2014/main" id="{AA2C64AE-B255-B5BB-753A-7369CDA245A6}"/>
              </a:ext>
            </a:extLst>
          </p:cNvPr>
          <p:cNvSpPr txBox="1"/>
          <p:nvPr/>
        </p:nvSpPr>
        <p:spPr>
          <a:xfrm>
            <a:off x="1975104" y="22951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400" dirty="0"/>
          </a:p>
        </p:txBody>
      </p:sp>
      <p:sp>
        <p:nvSpPr>
          <p:cNvPr id="808" name="Text 23">
            <a:extLst>
              <a:ext uri="{FF2B5EF4-FFF2-40B4-BE49-F238E27FC236}">
                <a16:creationId xmlns:a16="http://schemas.microsoft.com/office/drawing/2014/main" id="{1F71DFC3-BC78-E65D-D98A-A15591C6D6B3}"/>
              </a:ext>
            </a:extLst>
          </p:cNvPr>
          <p:cNvSpPr txBox="1"/>
          <p:nvPr/>
        </p:nvSpPr>
        <p:spPr>
          <a:xfrm>
            <a:off x="2468880" y="184708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2600" dirty="0"/>
          </a:p>
        </p:txBody>
      </p:sp>
      <p:sp>
        <p:nvSpPr>
          <p:cNvPr id="810" name="Shape 24">
            <a:extLst>
              <a:ext uri="{FF2B5EF4-FFF2-40B4-BE49-F238E27FC236}">
                <a16:creationId xmlns:a16="http://schemas.microsoft.com/office/drawing/2014/main" id="{5633FA19-8901-7DB5-26F0-D4B85B1F39EB}"/>
              </a:ext>
            </a:extLst>
          </p:cNvPr>
          <p:cNvSpPr/>
          <p:nvPr/>
        </p:nvSpPr>
        <p:spPr>
          <a:xfrm>
            <a:off x="2880360" y="1417320"/>
            <a:ext cx="438912" cy="438912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2" name="Text 25">
            <a:extLst>
              <a:ext uri="{FF2B5EF4-FFF2-40B4-BE49-F238E27FC236}">
                <a16:creationId xmlns:a16="http://schemas.microsoft.com/office/drawing/2014/main" id="{6B1CB63D-C933-BDD4-0A5D-7B80CEA82072}"/>
              </a:ext>
            </a:extLst>
          </p:cNvPr>
          <p:cNvSpPr txBox="1"/>
          <p:nvPr/>
        </p:nvSpPr>
        <p:spPr>
          <a:xfrm>
            <a:off x="2880360" y="1417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400" dirty="0"/>
          </a:p>
        </p:txBody>
      </p:sp>
      <p:sp>
        <p:nvSpPr>
          <p:cNvPr id="814" name="Shape 26">
            <a:extLst>
              <a:ext uri="{FF2B5EF4-FFF2-40B4-BE49-F238E27FC236}">
                <a16:creationId xmlns:a16="http://schemas.microsoft.com/office/drawing/2014/main" id="{46A8B3E9-1008-3247-5E4C-D33840C317BB}"/>
              </a:ext>
            </a:extLst>
          </p:cNvPr>
          <p:cNvSpPr/>
          <p:nvPr/>
        </p:nvSpPr>
        <p:spPr>
          <a:xfrm>
            <a:off x="3319272" y="1417320"/>
            <a:ext cx="438912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6" name="Text 27">
            <a:extLst>
              <a:ext uri="{FF2B5EF4-FFF2-40B4-BE49-F238E27FC236}">
                <a16:creationId xmlns:a16="http://schemas.microsoft.com/office/drawing/2014/main" id="{406B5E19-6C27-2789-96B6-80F02D4CD130}"/>
              </a:ext>
            </a:extLst>
          </p:cNvPr>
          <p:cNvSpPr txBox="1"/>
          <p:nvPr/>
        </p:nvSpPr>
        <p:spPr>
          <a:xfrm>
            <a:off x="3319272" y="1417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818" name="Shape 28">
            <a:extLst>
              <a:ext uri="{FF2B5EF4-FFF2-40B4-BE49-F238E27FC236}">
                <a16:creationId xmlns:a16="http://schemas.microsoft.com/office/drawing/2014/main" id="{15AA8406-6232-62B7-5B50-56828680C5EC}"/>
              </a:ext>
            </a:extLst>
          </p:cNvPr>
          <p:cNvSpPr/>
          <p:nvPr/>
        </p:nvSpPr>
        <p:spPr>
          <a:xfrm>
            <a:off x="3758184" y="1417320"/>
            <a:ext cx="438912" cy="438912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0" name="Text 29">
            <a:extLst>
              <a:ext uri="{FF2B5EF4-FFF2-40B4-BE49-F238E27FC236}">
                <a16:creationId xmlns:a16="http://schemas.microsoft.com/office/drawing/2014/main" id="{E593BADC-A6EE-E020-22B7-C761D70C33A0}"/>
              </a:ext>
            </a:extLst>
          </p:cNvPr>
          <p:cNvSpPr txBox="1"/>
          <p:nvPr/>
        </p:nvSpPr>
        <p:spPr>
          <a:xfrm>
            <a:off x="3758184" y="1417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22" name="Shape 30">
            <a:extLst>
              <a:ext uri="{FF2B5EF4-FFF2-40B4-BE49-F238E27FC236}">
                <a16:creationId xmlns:a16="http://schemas.microsoft.com/office/drawing/2014/main" id="{4C3D7C57-23E9-FFFC-73FE-599FF8F16A25}"/>
              </a:ext>
            </a:extLst>
          </p:cNvPr>
          <p:cNvSpPr/>
          <p:nvPr/>
        </p:nvSpPr>
        <p:spPr>
          <a:xfrm>
            <a:off x="2880360" y="1856232"/>
            <a:ext cx="438912" cy="438912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4" name="Text 31">
            <a:extLst>
              <a:ext uri="{FF2B5EF4-FFF2-40B4-BE49-F238E27FC236}">
                <a16:creationId xmlns:a16="http://schemas.microsoft.com/office/drawing/2014/main" id="{827BD8A5-A2EA-9B14-1E36-FB6321554F38}"/>
              </a:ext>
            </a:extLst>
          </p:cNvPr>
          <p:cNvSpPr txBox="1"/>
          <p:nvPr/>
        </p:nvSpPr>
        <p:spPr>
          <a:xfrm>
            <a:off x="2880360" y="18562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</a:t>
            </a:r>
            <a:endParaRPr lang="en-US" sz="1400" dirty="0"/>
          </a:p>
        </p:txBody>
      </p:sp>
      <p:sp>
        <p:nvSpPr>
          <p:cNvPr id="826" name="Shape 32">
            <a:extLst>
              <a:ext uri="{FF2B5EF4-FFF2-40B4-BE49-F238E27FC236}">
                <a16:creationId xmlns:a16="http://schemas.microsoft.com/office/drawing/2014/main" id="{2DDA00DE-2771-DD02-73EB-D78B9DC7609E}"/>
              </a:ext>
            </a:extLst>
          </p:cNvPr>
          <p:cNvSpPr/>
          <p:nvPr/>
        </p:nvSpPr>
        <p:spPr>
          <a:xfrm>
            <a:off x="3319272" y="1856232"/>
            <a:ext cx="438912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8" name="Text 33">
            <a:extLst>
              <a:ext uri="{FF2B5EF4-FFF2-40B4-BE49-F238E27FC236}">
                <a16:creationId xmlns:a16="http://schemas.microsoft.com/office/drawing/2014/main" id="{DFBF5B15-5BF2-7862-BA26-9877A11A88F5}"/>
              </a:ext>
            </a:extLst>
          </p:cNvPr>
          <p:cNvSpPr txBox="1"/>
          <p:nvPr/>
        </p:nvSpPr>
        <p:spPr>
          <a:xfrm>
            <a:off x="3319272" y="18562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830" name="Shape 34">
            <a:extLst>
              <a:ext uri="{FF2B5EF4-FFF2-40B4-BE49-F238E27FC236}">
                <a16:creationId xmlns:a16="http://schemas.microsoft.com/office/drawing/2014/main" id="{7148135D-8975-7C23-EAF3-4ED8DBF74890}"/>
              </a:ext>
            </a:extLst>
          </p:cNvPr>
          <p:cNvSpPr/>
          <p:nvPr/>
        </p:nvSpPr>
        <p:spPr>
          <a:xfrm>
            <a:off x="3758184" y="1856232"/>
            <a:ext cx="438912" cy="438912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2" name="Text 35">
            <a:extLst>
              <a:ext uri="{FF2B5EF4-FFF2-40B4-BE49-F238E27FC236}">
                <a16:creationId xmlns:a16="http://schemas.microsoft.com/office/drawing/2014/main" id="{8BA745C8-3BAD-8426-B849-242E652A44FF}"/>
              </a:ext>
            </a:extLst>
          </p:cNvPr>
          <p:cNvSpPr txBox="1"/>
          <p:nvPr/>
        </p:nvSpPr>
        <p:spPr>
          <a:xfrm>
            <a:off x="3758184" y="18562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34" name="Shape 36">
            <a:extLst>
              <a:ext uri="{FF2B5EF4-FFF2-40B4-BE49-F238E27FC236}">
                <a16:creationId xmlns:a16="http://schemas.microsoft.com/office/drawing/2014/main" id="{38170E18-EE8F-3990-39D9-0B15F3FACF11}"/>
              </a:ext>
            </a:extLst>
          </p:cNvPr>
          <p:cNvSpPr/>
          <p:nvPr/>
        </p:nvSpPr>
        <p:spPr>
          <a:xfrm>
            <a:off x="2880360" y="2295144"/>
            <a:ext cx="438912" cy="438912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6" name="Text 37">
            <a:extLst>
              <a:ext uri="{FF2B5EF4-FFF2-40B4-BE49-F238E27FC236}">
                <a16:creationId xmlns:a16="http://schemas.microsoft.com/office/drawing/2014/main" id="{40E403E7-2EE2-D9F3-5187-C81F0477C671}"/>
              </a:ext>
            </a:extLst>
          </p:cNvPr>
          <p:cNvSpPr txBox="1"/>
          <p:nvPr/>
        </p:nvSpPr>
        <p:spPr>
          <a:xfrm>
            <a:off x="2880360" y="22951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400" dirty="0"/>
          </a:p>
        </p:txBody>
      </p:sp>
      <p:sp>
        <p:nvSpPr>
          <p:cNvPr id="838" name="Shape 38">
            <a:extLst>
              <a:ext uri="{FF2B5EF4-FFF2-40B4-BE49-F238E27FC236}">
                <a16:creationId xmlns:a16="http://schemas.microsoft.com/office/drawing/2014/main" id="{4CDF1482-57D8-39D9-975D-2858859EE215}"/>
              </a:ext>
            </a:extLst>
          </p:cNvPr>
          <p:cNvSpPr/>
          <p:nvPr/>
        </p:nvSpPr>
        <p:spPr>
          <a:xfrm>
            <a:off x="3319272" y="2295144"/>
            <a:ext cx="438912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0" name="Text 39">
            <a:extLst>
              <a:ext uri="{FF2B5EF4-FFF2-40B4-BE49-F238E27FC236}">
                <a16:creationId xmlns:a16="http://schemas.microsoft.com/office/drawing/2014/main" id="{26C3D087-E385-F6FE-6CBB-C6E53A7F8428}"/>
              </a:ext>
            </a:extLst>
          </p:cNvPr>
          <p:cNvSpPr txBox="1"/>
          <p:nvPr/>
        </p:nvSpPr>
        <p:spPr>
          <a:xfrm>
            <a:off x="3319272" y="22951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842" name="Shape 40">
            <a:extLst>
              <a:ext uri="{FF2B5EF4-FFF2-40B4-BE49-F238E27FC236}">
                <a16:creationId xmlns:a16="http://schemas.microsoft.com/office/drawing/2014/main" id="{53DF7B2D-C419-D077-9557-350D967C8608}"/>
              </a:ext>
            </a:extLst>
          </p:cNvPr>
          <p:cNvSpPr/>
          <p:nvPr/>
        </p:nvSpPr>
        <p:spPr>
          <a:xfrm>
            <a:off x="3758184" y="2295144"/>
            <a:ext cx="438912" cy="438912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4" name="Text 41">
            <a:extLst>
              <a:ext uri="{FF2B5EF4-FFF2-40B4-BE49-F238E27FC236}">
                <a16:creationId xmlns:a16="http://schemas.microsoft.com/office/drawing/2014/main" id="{C4A92B73-A1F6-B30D-1350-3C2ADE541B20}"/>
              </a:ext>
            </a:extLst>
          </p:cNvPr>
          <p:cNvSpPr txBox="1"/>
          <p:nvPr/>
        </p:nvSpPr>
        <p:spPr>
          <a:xfrm>
            <a:off x="3758184" y="22951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46" name="Text 42">
            <a:extLst>
              <a:ext uri="{FF2B5EF4-FFF2-40B4-BE49-F238E27FC236}">
                <a16:creationId xmlns:a16="http://schemas.microsoft.com/office/drawing/2014/main" id="{8290B682-1494-7F51-23AA-E78CE5BACAD7}"/>
              </a:ext>
            </a:extLst>
          </p:cNvPr>
          <p:cNvSpPr txBox="1"/>
          <p:nvPr/>
        </p:nvSpPr>
        <p:spPr>
          <a:xfrm>
            <a:off x="4251960" y="184708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600" dirty="0"/>
          </a:p>
        </p:txBody>
      </p:sp>
      <p:sp>
        <p:nvSpPr>
          <p:cNvPr id="848" name="Shape 43">
            <a:extLst>
              <a:ext uri="{FF2B5EF4-FFF2-40B4-BE49-F238E27FC236}">
                <a16:creationId xmlns:a16="http://schemas.microsoft.com/office/drawing/2014/main" id="{122BE770-BE7D-C2ED-2699-5BB27A986A36}"/>
              </a:ext>
            </a:extLst>
          </p:cNvPr>
          <p:cNvSpPr/>
          <p:nvPr/>
        </p:nvSpPr>
        <p:spPr>
          <a:xfrm>
            <a:off x="4663440" y="1417320"/>
            <a:ext cx="438912" cy="438912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0" name="Text 44">
            <a:extLst>
              <a:ext uri="{FF2B5EF4-FFF2-40B4-BE49-F238E27FC236}">
                <a16:creationId xmlns:a16="http://schemas.microsoft.com/office/drawing/2014/main" id="{D6BB8270-E661-F155-B306-46523B48988D}"/>
              </a:ext>
            </a:extLst>
          </p:cNvPr>
          <p:cNvSpPr txBox="1"/>
          <p:nvPr/>
        </p:nvSpPr>
        <p:spPr>
          <a:xfrm>
            <a:off x="4663440" y="1417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</a:t>
            </a:r>
            <a:endParaRPr lang="en-US" sz="1200" dirty="0"/>
          </a:p>
        </p:txBody>
      </p:sp>
      <p:sp>
        <p:nvSpPr>
          <p:cNvPr id="852" name="Shape 45">
            <a:extLst>
              <a:ext uri="{FF2B5EF4-FFF2-40B4-BE49-F238E27FC236}">
                <a16:creationId xmlns:a16="http://schemas.microsoft.com/office/drawing/2014/main" id="{AA78C723-28BB-3D90-AD82-2B5F0615886C}"/>
              </a:ext>
            </a:extLst>
          </p:cNvPr>
          <p:cNvSpPr/>
          <p:nvPr/>
        </p:nvSpPr>
        <p:spPr>
          <a:xfrm>
            <a:off x="5102352" y="1417320"/>
            <a:ext cx="438912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4" name="Text 46">
            <a:extLst>
              <a:ext uri="{FF2B5EF4-FFF2-40B4-BE49-F238E27FC236}">
                <a16:creationId xmlns:a16="http://schemas.microsoft.com/office/drawing/2014/main" id="{C1F2CD8F-FB03-69ED-FF14-CD07F989A868}"/>
              </a:ext>
            </a:extLst>
          </p:cNvPr>
          <p:cNvSpPr txBox="1"/>
          <p:nvPr/>
        </p:nvSpPr>
        <p:spPr>
          <a:xfrm>
            <a:off x="5102352" y="1417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856" name="Shape 47">
            <a:extLst>
              <a:ext uri="{FF2B5EF4-FFF2-40B4-BE49-F238E27FC236}">
                <a16:creationId xmlns:a16="http://schemas.microsoft.com/office/drawing/2014/main" id="{8F677199-1739-C0CE-5C50-2F17896D9197}"/>
              </a:ext>
            </a:extLst>
          </p:cNvPr>
          <p:cNvSpPr/>
          <p:nvPr/>
        </p:nvSpPr>
        <p:spPr>
          <a:xfrm>
            <a:off x="5541264" y="1417320"/>
            <a:ext cx="438912" cy="438912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8" name="Text 48">
            <a:extLst>
              <a:ext uri="{FF2B5EF4-FFF2-40B4-BE49-F238E27FC236}">
                <a16:creationId xmlns:a16="http://schemas.microsoft.com/office/drawing/2014/main" id="{17E1B7CC-D5CB-CDE7-A7C6-13AC5B5DB98B}"/>
              </a:ext>
            </a:extLst>
          </p:cNvPr>
          <p:cNvSpPr txBox="1"/>
          <p:nvPr/>
        </p:nvSpPr>
        <p:spPr>
          <a:xfrm>
            <a:off x="5541264" y="1417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860" name="Shape 49">
            <a:extLst>
              <a:ext uri="{FF2B5EF4-FFF2-40B4-BE49-F238E27FC236}">
                <a16:creationId xmlns:a16="http://schemas.microsoft.com/office/drawing/2014/main" id="{12C74252-5DF0-4422-5E58-AD8FC8383785}"/>
              </a:ext>
            </a:extLst>
          </p:cNvPr>
          <p:cNvSpPr/>
          <p:nvPr/>
        </p:nvSpPr>
        <p:spPr>
          <a:xfrm>
            <a:off x="4663440" y="1856232"/>
            <a:ext cx="438912" cy="438912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2" name="Text 50">
            <a:extLst>
              <a:ext uri="{FF2B5EF4-FFF2-40B4-BE49-F238E27FC236}">
                <a16:creationId xmlns:a16="http://schemas.microsoft.com/office/drawing/2014/main" id="{AA2B687D-EF19-7CBE-6528-33BCFBFBBB2A}"/>
              </a:ext>
            </a:extLst>
          </p:cNvPr>
          <p:cNvSpPr txBox="1"/>
          <p:nvPr/>
        </p:nvSpPr>
        <p:spPr>
          <a:xfrm>
            <a:off x="4663440" y="18562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-20</a:t>
            </a:r>
            <a:endParaRPr lang="en-US" sz="1200" dirty="0"/>
          </a:p>
        </p:txBody>
      </p:sp>
      <p:sp>
        <p:nvSpPr>
          <p:cNvPr id="864" name="Shape 51">
            <a:extLst>
              <a:ext uri="{FF2B5EF4-FFF2-40B4-BE49-F238E27FC236}">
                <a16:creationId xmlns:a16="http://schemas.microsoft.com/office/drawing/2014/main" id="{11BB32FC-7BE8-D179-007E-17EC2D04812E}"/>
              </a:ext>
            </a:extLst>
          </p:cNvPr>
          <p:cNvSpPr/>
          <p:nvPr/>
        </p:nvSpPr>
        <p:spPr>
          <a:xfrm>
            <a:off x="5102352" y="1856232"/>
            <a:ext cx="438912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6" name="Text 52">
            <a:extLst>
              <a:ext uri="{FF2B5EF4-FFF2-40B4-BE49-F238E27FC236}">
                <a16:creationId xmlns:a16="http://schemas.microsoft.com/office/drawing/2014/main" id="{0C79ECE7-2983-A69A-F0BE-64436D2C9110}"/>
              </a:ext>
            </a:extLst>
          </p:cNvPr>
          <p:cNvSpPr txBox="1"/>
          <p:nvPr/>
        </p:nvSpPr>
        <p:spPr>
          <a:xfrm>
            <a:off x="5102352" y="18562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868" name="Shape 53">
            <a:extLst>
              <a:ext uri="{FF2B5EF4-FFF2-40B4-BE49-F238E27FC236}">
                <a16:creationId xmlns:a16="http://schemas.microsoft.com/office/drawing/2014/main" id="{D1B2F451-670F-DE4D-CA2E-1D0BE1920AC3}"/>
              </a:ext>
            </a:extLst>
          </p:cNvPr>
          <p:cNvSpPr/>
          <p:nvPr/>
        </p:nvSpPr>
        <p:spPr>
          <a:xfrm>
            <a:off x="5541264" y="1856232"/>
            <a:ext cx="438912" cy="438912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0" name="Text 54">
            <a:extLst>
              <a:ext uri="{FF2B5EF4-FFF2-40B4-BE49-F238E27FC236}">
                <a16:creationId xmlns:a16="http://schemas.microsoft.com/office/drawing/2014/main" id="{DF41824A-9689-1756-9C63-BE3667FCD5BB}"/>
              </a:ext>
            </a:extLst>
          </p:cNvPr>
          <p:cNvSpPr txBox="1"/>
          <p:nvPr/>
        </p:nvSpPr>
        <p:spPr>
          <a:xfrm>
            <a:off x="5541264" y="18562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200" dirty="0"/>
          </a:p>
        </p:txBody>
      </p:sp>
      <p:sp>
        <p:nvSpPr>
          <p:cNvPr id="872" name="Shape 55">
            <a:extLst>
              <a:ext uri="{FF2B5EF4-FFF2-40B4-BE49-F238E27FC236}">
                <a16:creationId xmlns:a16="http://schemas.microsoft.com/office/drawing/2014/main" id="{7F139C09-B36A-F454-BF0B-FF4735BB317B}"/>
              </a:ext>
            </a:extLst>
          </p:cNvPr>
          <p:cNvSpPr/>
          <p:nvPr/>
        </p:nvSpPr>
        <p:spPr>
          <a:xfrm>
            <a:off x="4663440" y="2295144"/>
            <a:ext cx="438912" cy="438912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4" name="Text 56">
            <a:extLst>
              <a:ext uri="{FF2B5EF4-FFF2-40B4-BE49-F238E27FC236}">
                <a16:creationId xmlns:a16="http://schemas.microsoft.com/office/drawing/2014/main" id="{234C69BE-38E0-3C6D-AA4B-5E31B0C9E7DC}"/>
              </a:ext>
            </a:extLst>
          </p:cNvPr>
          <p:cNvSpPr txBox="1"/>
          <p:nvPr/>
        </p:nvSpPr>
        <p:spPr>
          <a:xfrm>
            <a:off x="4663440" y="22951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</a:t>
            </a:r>
            <a:endParaRPr lang="en-US" sz="1200" dirty="0"/>
          </a:p>
        </p:txBody>
      </p:sp>
      <p:sp>
        <p:nvSpPr>
          <p:cNvPr id="876" name="Shape 57">
            <a:extLst>
              <a:ext uri="{FF2B5EF4-FFF2-40B4-BE49-F238E27FC236}">
                <a16:creationId xmlns:a16="http://schemas.microsoft.com/office/drawing/2014/main" id="{76BC17D9-0D93-A810-662F-C0ECCCC0C479}"/>
              </a:ext>
            </a:extLst>
          </p:cNvPr>
          <p:cNvSpPr/>
          <p:nvPr/>
        </p:nvSpPr>
        <p:spPr>
          <a:xfrm>
            <a:off x="5102352" y="2295144"/>
            <a:ext cx="438912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8" name="Text 58">
            <a:extLst>
              <a:ext uri="{FF2B5EF4-FFF2-40B4-BE49-F238E27FC236}">
                <a16:creationId xmlns:a16="http://schemas.microsoft.com/office/drawing/2014/main" id="{AC347EEA-B689-9C61-A51C-23DC81B26220}"/>
              </a:ext>
            </a:extLst>
          </p:cNvPr>
          <p:cNvSpPr txBox="1"/>
          <p:nvPr/>
        </p:nvSpPr>
        <p:spPr>
          <a:xfrm>
            <a:off x="5102352" y="22951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880" name="Shape 59">
            <a:extLst>
              <a:ext uri="{FF2B5EF4-FFF2-40B4-BE49-F238E27FC236}">
                <a16:creationId xmlns:a16="http://schemas.microsoft.com/office/drawing/2014/main" id="{EC0B2B29-5175-92F7-34A4-C3DE8A993296}"/>
              </a:ext>
            </a:extLst>
          </p:cNvPr>
          <p:cNvSpPr/>
          <p:nvPr/>
        </p:nvSpPr>
        <p:spPr>
          <a:xfrm>
            <a:off x="5541264" y="2295144"/>
            <a:ext cx="438912" cy="438912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2" name="Text 60">
            <a:extLst>
              <a:ext uri="{FF2B5EF4-FFF2-40B4-BE49-F238E27FC236}">
                <a16:creationId xmlns:a16="http://schemas.microsoft.com/office/drawing/2014/main" id="{8D4E66E4-C1AB-575A-29A7-C4C775B11669}"/>
              </a:ext>
            </a:extLst>
          </p:cNvPr>
          <p:cNvSpPr txBox="1"/>
          <p:nvPr/>
        </p:nvSpPr>
        <p:spPr>
          <a:xfrm>
            <a:off x="5541264" y="22951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200" dirty="0"/>
          </a:p>
        </p:txBody>
      </p:sp>
      <p:sp>
        <p:nvSpPr>
          <p:cNvPr id="884" name="Text 61">
            <a:extLst>
              <a:ext uri="{FF2B5EF4-FFF2-40B4-BE49-F238E27FC236}">
                <a16:creationId xmlns:a16="http://schemas.microsoft.com/office/drawing/2014/main" id="{315B36BF-D1B7-8631-1326-0AFC0AF5C2B1}"/>
              </a:ext>
            </a:extLst>
          </p:cNvPr>
          <p:cNvSpPr txBox="1"/>
          <p:nvPr/>
        </p:nvSpPr>
        <p:spPr>
          <a:xfrm>
            <a:off x="5989320" y="184708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86" name="Text 62">
            <a:extLst>
              <a:ext uri="{FF2B5EF4-FFF2-40B4-BE49-F238E27FC236}">
                <a16:creationId xmlns:a16="http://schemas.microsoft.com/office/drawing/2014/main" id="{9597368A-0A50-A127-14D5-B777CB63C169}"/>
              </a:ext>
            </a:extLst>
          </p:cNvPr>
          <p:cNvSpPr txBox="1"/>
          <p:nvPr/>
        </p:nvSpPr>
        <p:spPr>
          <a:xfrm>
            <a:off x="6400800" y="169164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08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</a:t>
            </a:r>
            <a:endParaRPr lang="en-US" sz="3000" dirty="0"/>
          </a:p>
        </p:txBody>
      </p:sp>
      <p:sp>
        <p:nvSpPr>
          <p:cNvPr id="888" name="Text 63">
            <a:extLst>
              <a:ext uri="{FF2B5EF4-FFF2-40B4-BE49-F238E27FC236}">
                <a16:creationId xmlns:a16="http://schemas.microsoft.com/office/drawing/2014/main" id="{67B14010-7F2E-0B97-17F7-5BC76163EBDC}"/>
              </a:ext>
            </a:extLst>
          </p:cNvPr>
          <p:cNvSpPr txBox="1"/>
          <p:nvPr/>
        </p:nvSpPr>
        <p:spPr>
          <a:xfrm>
            <a:off x="548640" y="3611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</a:t>
            </a:r>
            <a:endParaRPr lang="en-US" sz="2000" dirty="0"/>
          </a:p>
        </p:txBody>
      </p:sp>
      <p:sp>
        <p:nvSpPr>
          <p:cNvPr id="890" name="Shape 64">
            <a:extLst>
              <a:ext uri="{FF2B5EF4-FFF2-40B4-BE49-F238E27FC236}">
                <a16:creationId xmlns:a16="http://schemas.microsoft.com/office/drawing/2014/main" id="{176E2745-C466-4964-CDAA-64A27AB84012}"/>
              </a:ext>
            </a:extLst>
          </p:cNvPr>
          <p:cNvSpPr/>
          <p:nvPr/>
        </p:nvSpPr>
        <p:spPr>
          <a:xfrm>
            <a:off x="1097280" y="3200400"/>
            <a:ext cx="438912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2" name="Text 65">
            <a:extLst>
              <a:ext uri="{FF2B5EF4-FFF2-40B4-BE49-F238E27FC236}">
                <a16:creationId xmlns:a16="http://schemas.microsoft.com/office/drawing/2014/main" id="{82DDE1A5-4633-4EA9-2CFC-9D1D615BD3D4}"/>
              </a:ext>
            </a:extLst>
          </p:cNvPr>
          <p:cNvSpPr txBox="1"/>
          <p:nvPr/>
        </p:nvSpPr>
        <p:spPr>
          <a:xfrm>
            <a:off x="1097280" y="3200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894" name="Shape 66">
            <a:extLst>
              <a:ext uri="{FF2B5EF4-FFF2-40B4-BE49-F238E27FC236}">
                <a16:creationId xmlns:a16="http://schemas.microsoft.com/office/drawing/2014/main" id="{09A0A589-0CB9-7C6B-003C-ABC90F801142}"/>
              </a:ext>
            </a:extLst>
          </p:cNvPr>
          <p:cNvSpPr/>
          <p:nvPr/>
        </p:nvSpPr>
        <p:spPr>
          <a:xfrm>
            <a:off x="1536192" y="3200400"/>
            <a:ext cx="438912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6" name="Text 67">
            <a:extLst>
              <a:ext uri="{FF2B5EF4-FFF2-40B4-BE49-F238E27FC236}">
                <a16:creationId xmlns:a16="http://schemas.microsoft.com/office/drawing/2014/main" id="{EEDBD8B4-D825-FA0E-83E1-9F4C80CD95DF}"/>
              </a:ext>
            </a:extLst>
          </p:cNvPr>
          <p:cNvSpPr txBox="1"/>
          <p:nvPr/>
        </p:nvSpPr>
        <p:spPr>
          <a:xfrm>
            <a:off x="1536192" y="3200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898" name="Shape 68">
            <a:extLst>
              <a:ext uri="{FF2B5EF4-FFF2-40B4-BE49-F238E27FC236}">
                <a16:creationId xmlns:a16="http://schemas.microsoft.com/office/drawing/2014/main" id="{6AD091A7-6E11-CB3E-F200-09A88F5476C5}"/>
              </a:ext>
            </a:extLst>
          </p:cNvPr>
          <p:cNvSpPr/>
          <p:nvPr/>
        </p:nvSpPr>
        <p:spPr>
          <a:xfrm>
            <a:off x="1975104" y="3200400"/>
            <a:ext cx="438912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0" name="Text 69">
            <a:extLst>
              <a:ext uri="{FF2B5EF4-FFF2-40B4-BE49-F238E27FC236}">
                <a16:creationId xmlns:a16="http://schemas.microsoft.com/office/drawing/2014/main" id="{504CDB62-6F62-5E66-5823-4C29E702DE2A}"/>
              </a:ext>
            </a:extLst>
          </p:cNvPr>
          <p:cNvSpPr txBox="1"/>
          <p:nvPr/>
        </p:nvSpPr>
        <p:spPr>
          <a:xfrm>
            <a:off x="1975104" y="3200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902" name="Shape 70">
            <a:extLst>
              <a:ext uri="{FF2B5EF4-FFF2-40B4-BE49-F238E27FC236}">
                <a16:creationId xmlns:a16="http://schemas.microsoft.com/office/drawing/2014/main" id="{3F9C5449-0B3C-38DD-B673-24AE0D764A33}"/>
              </a:ext>
            </a:extLst>
          </p:cNvPr>
          <p:cNvSpPr/>
          <p:nvPr/>
        </p:nvSpPr>
        <p:spPr>
          <a:xfrm>
            <a:off x="1097280" y="3639312"/>
            <a:ext cx="438912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4" name="Text 71">
            <a:extLst>
              <a:ext uri="{FF2B5EF4-FFF2-40B4-BE49-F238E27FC236}">
                <a16:creationId xmlns:a16="http://schemas.microsoft.com/office/drawing/2014/main" id="{EE9F2BD6-5CD5-F260-36A9-5E818A3245E2}"/>
              </a:ext>
            </a:extLst>
          </p:cNvPr>
          <p:cNvSpPr txBox="1"/>
          <p:nvPr/>
        </p:nvSpPr>
        <p:spPr>
          <a:xfrm>
            <a:off x="1097280" y="3639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906" name="Shape 72">
            <a:extLst>
              <a:ext uri="{FF2B5EF4-FFF2-40B4-BE49-F238E27FC236}">
                <a16:creationId xmlns:a16="http://schemas.microsoft.com/office/drawing/2014/main" id="{C68FBB96-DFE6-3F27-9D7F-B7D1A37EF7A3}"/>
              </a:ext>
            </a:extLst>
          </p:cNvPr>
          <p:cNvSpPr/>
          <p:nvPr/>
        </p:nvSpPr>
        <p:spPr>
          <a:xfrm>
            <a:off x="1536192" y="3639312"/>
            <a:ext cx="438912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8" name="Text 73">
            <a:extLst>
              <a:ext uri="{FF2B5EF4-FFF2-40B4-BE49-F238E27FC236}">
                <a16:creationId xmlns:a16="http://schemas.microsoft.com/office/drawing/2014/main" id="{7114D35A-50D2-9188-18A5-35EB1FFE6DDF}"/>
              </a:ext>
            </a:extLst>
          </p:cNvPr>
          <p:cNvSpPr txBox="1"/>
          <p:nvPr/>
        </p:nvSpPr>
        <p:spPr>
          <a:xfrm>
            <a:off x="1536192" y="3639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910" name="Shape 74">
            <a:extLst>
              <a:ext uri="{FF2B5EF4-FFF2-40B4-BE49-F238E27FC236}">
                <a16:creationId xmlns:a16="http://schemas.microsoft.com/office/drawing/2014/main" id="{0D65A7D8-B003-5F24-4515-8073AB0FF222}"/>
              </a:ext>
            </a:extLst>
          </p:cNvPr>
          <p:cNvSpPr/>
          <p:nvPr/>
        </p:nvSpPr>
        <p:spPr>
          <a:xfrm>
            <a:off x="1975104" y="3639312"/>
            <a:ext cx="438912" cy="438912"/>
          </a:xfrm>
          <a:prstGeom prst="rect">
            <a:avLst/>
          </a:prstGeom>
          <a:solidFill>
            <a:srgbClr val="D9DEE6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2" name="Text 75">
            <a:extLst>
              <a:ext uri="{FF2B5EF4-FFF2-40B4-BE49-F238E27FC236}">
                <a16:creationId xmlns:a16="http://schemas.microsoft.com/office/drawing/2014/main" id="{57F4FD76-B735-81BA-791E-35B7543B727F}"/>
              </a:ext>
            </a:extLst>
          </p:cNvPr>
          <p:cNvSpPr txBox="1"/>
          <p:nvPr/>
        </p:nvSpPr>
        <p:spPr>
          <a:xfrm>
            <a:off x="1975104" y="3639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400" dirty="0"/>
          </a:p>
        </p:txBody>
      </p:sp>
      <p:sp>
        <p:nvSpPr>
          <p:cNvPr id="914" name="Shape 76">
            <a:extLst>
              <a:ext uri="{FF2B5EF4-FFF2-40B4-BE49-F238E27FC236}">
                <a16:creationId xmlns:a16="http://schemas.microsoft.com/office/drawing/2014/main" id="{7D166520-1BD8-D516-955A-51432D40DA39}"/>
              </a:ext>
            </a:extLst>
          </p:cNvPr>
          <p:cNvSpPr/>
          <p:nvPr/>
        </p:nvSpPr>
        <p:spPr>
          <a:xfrm>
            <a:off x="1097280" y="4078224"/>
            <a:ext cx="438912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6" name="Text 77">
            <a:extLst>
              <a:ext uri="{FF2B5EF4-FFF2-40B4-BE49-F238E27FC236}">
                <a16:creationId xmlns:a16="http://schemas.microsoft.com/office/drawing/2014/main" id="{ADFCBF9D-7400-DF1A-93C0-09E12FC6D58F}"/>
              </a:ext>
            </a:extLst>
          </p:cNvPr>
          <p:cNvSpPr txBox="1"/>
          <p:nvPr/>
        </p:nvSpPr>
        <p:spPr>
          <a:xfrm>
            <a:off x="1097280" y="4078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918" name="Shape 78">
            <a:extLst>
              <a:ext uri="{FF2B5EF4-FFF2-40B4-BE49-F238E27FC236}">
                <a16:creationId xmlns:a16="http://schemas.microsoft.com/office/drawing/2014/main" id="{4513E81D-84A4-547B-D16E-D87F48788D3F}"/>
              </a:ext>
            </a:extLst>
          </p:cNvPr>
          <p:cNvSpPr/>
          <p:nvPr/>
        </p:nvSpPr>
        <p:spPr>
          <a:xfrm>
            <a:off x="1536192" y="4078224"/>
            <a:ext cx="438912" cy="438912"/>
          </a:xfrm>
          <a:prstGeom prst="rect">
            <a:avLst/>
          </a:prstGeom>
          <a:solidFill>
            <a:srgbClr val="D9DEE6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0" name="Text 79">
            <a:extLst>
              <a:ext uri="{FF2B5EF4-FFF2-40B4-BE49-F238E27FC236}">
                <a16:creationId xmlns:a16="http://schemas.microsoft.com/office/drawing/2014/main" id="{9EEDFB54-E437-B2A3-36F1-094D6177F6B2}"/>
              </a:ext>
            </a:extLst>
          </p:cNvPr>
          <p:cNvSpPr txBox="1"/>
          <p:nvPr/>
        </p:nvSpPr>
        <p:spPr>
          <a:xfrm>
            <a:off x="1536192" y="4078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400" dirty="0"/>
          </a:p>
        </p:txBody>
      </p:sp>
      <p:sp>
        <p:nvSpPr>
          <p:cNvPr id="922" name="Shape 80">
            <a:extLst>
              <a:ext uri="{FF2B5EF4-FFF2-40B4-BE49-F238E27FC236}">
                <a16:creationId xmlns:a16="http://schemas.microsoft.com/office/drawing/2014/main" id="{D3371078-7B8D-A953-4A46-F0EC9F6FF670}"/>
              </a:ext>
            </a:extLst>
          </p:cNvPr>
          <p:cNvSpPr/>
          <p:nvPr/>
        </p:nvSpPr>
        <p:spPr>
          <a:xfrm>
            <a:off x="1975104" y="4078224"/>
            <a:ext cx="438912" cy="438912"/>
          </a:xfrm>
          <a:prstGeom prst="rect">
            <a:avLst/>
          </a:prstGeom>
          <a:solidFill>
            <a:srgbClr val="D9DEE6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4" name="Text 81">
            <a:extLst>
              <a:ext uri="{FF2B5EF4-FFF2-40B4-BE49-F238E27FC236}">
                <a16:creationId xmlns:a16="http://schemas.microsoft.com/office/drawing/2014/main" id="{E99EEE0A-D9BB-29F1-9257-B13030148AC2}"/>
              </a:ext>
            </a:extLst>
          </p:cNvPr>
          <p:cNvSpPr txBox="1"/>
          <p:nvPr/>
        </p:nvSpPr>
        <p:spPr>
          <a:xfrm>
            <a:off x="1975104" y="4078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400" dirty="0"/>
          </a:p>
        </p:txBody>
      </p:sp>
      <p:sp>
        <p:nvSpPr>
          <p:cNvPr id="926" name="Text 82">
            <a:extLst>
              <a:ext uri="{FF2B5EF4-FFF2-40B4-BE49-F238E27FC236}">
                <a16:creationId xmlns:a16="http://schemas.microsoft.com/office/drawing/2014/main" id="{0ACF3A9C-B26E-1307-AACB-FDDEC67ACD7C}"/>
              </a:ext>
            </a:extLst>
          </p:cNvPr>
          <p:cNvSpPr txBox="1"/>
          <p:nvPr/>
        </p:nvSpPr>
        <p:spPr>
          <a:xfrm>
            <a:off x="2468880" y="363016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2600" dirty="0"/>
          </a:p>
        </p:txBody>
      </p:sp>
      <p:sp>
        <p:nvSpPr>
          <p:cNvPr id="928" name="Shape 83">
            <a:extLst>
              <a:ext uri="{FF2B5EF4-FFF2-40B4-BE49-F238E27FC236}">
                <a16:creationId xmlns:a16="http://schemas.microsoft.com/office/drawing/2014/main" id="{A8F38AB2-E1EE-DEB8-B81B-F0FD65976B4B}"/>
              </a:ext>
            </a:extLst>
          </p:cNvPr>
          <p:cNvSpPr/>
          <p:nvPr/>
        </p:nvSpPr>
        <p:spPr>
          <a:xfrm>
            <a:off x="2880360" y="3200400"/>
            <a:ext cx="438912" cy="438912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0" name="Text 84">
            <a:extLst>
              <a:ext uri="{FF2B5EF4-FFF2-40B4-BE49-F238E27FC236}">
                <a16:creationId xmlns:a16="http://schemas.microsoft.com/office/drawing/2014/main" id="{66116C5D-09AD-50BF-46E1-3226F4914E03}"/>
              </a:ext>
            </a:extLst>
          </p:cNvPr>
          <p:cNvSpPr txBox="1"/>
          <p:nvPr/>
        </p:nvSpPr>
        <p:spPr>
          <a:xfrm>
            <a:off x="2880360" y="3200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400" dirty="0"/>
          </a:p>
        </p:txBody>
      </p:sp>
      <p:sp>
        <p:nvSpPr>
          <p:cNvPr id="932" name="Shape 85">
            <a:extLst>
              <a:ext uri="{FF2B5EF4-FFF2-40B4-BE49-F238E27FC236}">
                <a16:creationId xmlns:a16="http://schemas.microsoft.com/office/drawing/2014/main" id="{A9077C7B-21B2-B385-7A4E-95CC12658546}"/>
              </a:ext>
            </a:extLst>
          </p:cNvPr>
          <p:cNvSpPr/>
          <p:nvPr/>
        </p:nvSpPr>
        <p:spPr>
          <a:xfrm>
            <a:off x="3319272" y="3200400"/>
            <a:ext cx="438912" cy="438912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4" name="Text 86">
            <a:extLst>
              <a:ext uri="{FF2B5EF4-FFF2-40B4-BE49-F238E27FC236}">
                <a16:creationId xmlns:a16="http://schemas.microsoft.com/office/drawing/2014/main" id="{608A3305-BBA2-2C61-7030-2F5372BCB2B4}"/>
              </a:ext>
            </a:extLst>
          </p:cNvPr>
          <p:cNvSpPr txBox="1"/>
          <p:nvPr/>
        </p:nvSpPr>
        <p:spPr>
          <a:xfrm>
            <a:off x="3319272" y="3200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</a:t>
            </a:r>
            <a:endParaRPr lang="en-US" sz="1400" dirty="0"/>
          </a:p>
        </p:txBody>
      </p:sp>
      <p:sp>
        <p:nvSpPr>
          <p:cNvPr id="936" name="Shape 87">
            <a:extLst>
              <a:ext uri="{FF2B5EF4-FFF2-40B4-BE49-F238E27FC236}">
                <a16:creationId xmlns:a16="http://schemas.microsoft.com/office/drawing/2014/main" id="{21E35CDB-33FA-528C-AACE-1BE40F0453FE}"/>
              </a:ext>
            </a:extLst>
          </p:cNvPr>
          <p:cNvSpPr/>
          <p:nvPr/>
        </p:nvSpPr>
        <p:spPr>
          <a:xfrm>
            <a:off x="3758184" y="3200400"/>
            <a:ext cx="438912" cy="438912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8" name="Text 88">
            <a:extLst>
              <a:ext uri="{FF2B5EF4-FFF2-40B4-BE49-F238E27FC236}">
                <a16:creationId xmlns:a16="http://schemas.microsoft.com/office/drawing/2014/main" id="{18253DF8-1079-BC76-F1CF-2A52C3DBF351}"/>
              </a:ext>
            </a:extLst>
          </p:cNvPr>
          <p:cNvSpPr txBox="1"/>
          <p:nvPr/>
        </p:nvSpPr>
        <p:spPr>
          <a:xfrm>
            <a:off x="3758184" y="3200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400" dirty="0"/>
          </a:p>
        </p:txBody>
      </p:sp>
      <p:sp>
        <p:nvSpPr>
          <p:cNvPr id="940" name="Shape 89">
            <a:extLst>
              <a:ext uri="{FF2B5EF4-FFF2-40B4-BE49-F238E27FC236}">
                <a16:creationId xmlns:a16="http://schemas.microsoft.com/office/drawing/2014/main" id="{04072162-93D2-E667-90F6-435502EBF520}"/>
              </a:ext>
            </a:extLst>
          </p:cNvPr>
          <p:cNvSpPr/>
          <p:nvPr/>
        </p:nvSpPr>
        <p:spPr>
          <a:xfrm>
            <a:off x="2880360" y="3639312"/>
            <a:ext cx="438912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2" name="Text 90">
            <a:extLst>
              <a:ext uri="{FF2B5EF4-FFF2-40B4-BE49-F238E27FC236}">
                <a16:creationId xmlns:a16="http://schemas.microsoft.com/office/drawing/2014/main" id="{1CD59397-1268-BEAE-2C82-EA366ED803B3}"/>
              </a:ext>
            </a:extLst>
          </p:cNvPr>
          <p:cNvSpPr txBox="1"/>
          <p:nvPr/>
        </p:nvSpPr>
        <p:spPr>
          <a:xfrm>
            <a:off x="2880360" y="3639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944" name="Shape 91">
            <a:extLst>
              <a:ext uri="{FF2B5EF4-FFF2-40B4-BE49-F238E27FC236}">
                <a16:creationId xmlns:a16="http://schemas.microsoft.com/office/drawing/2014/main" id="{8EDD4165-1019-F244-E3CE-C9F48FD3BF10}"/>
              </a:ext>
            </a:extLst>
          </p:cNvPr>
          <p:cNvSpPr/>
          <p:nvPr/>
        </p:nvSpPr>
        <p:spPr>
          <a:xfrm>
            <a:off x="3319272" y="3639312"/>
            <a:ext cx="438912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6" name="Text 92">
            <a:extLst>
              <a:ext uri="{FF2B5EF4-FFF2-40B4-BE49-F238E27FC236}">
                <a16:creationId xmlns:a16="http://schemas.microsoft.com/office/drawing/2014/main" id="{3F0BE6F7-BC26-232E-B2FE-49B30F572927}"/>
              </a:ext>
            </a:extLst>
          </p:cNvPr>
          <p:cNvSpPr txBox="1"/>
          <p:nvPr/>
        </p:nvSpPr>
        <p:spPr>
          <a:xfrm>
            <a:off x="3319272" y="3639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948" name="Shape 93">
            <a:extLst>
              <a:ext uri="{FF2B5EF4-FFF2-40B4-BE49-F238E27FC236}">
                <a16:creationId xmlns:a16="http://schemas.microsoft.com/office/drawing/2014/main" id="{6E441BAD-DF36-ADFD-DFCE-54D58C268964}"/>
              </a:ext>
            </a:extLst>
          </p:cNvPr>
          <p:cNvSpPr/>
          <p:nvPr/>
        </p:nvSpPr>
        <p:spPr>
          <a:xfrm>
            <a:off x="3758184" y="3639312"/>
            <a:ext cx="438912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0" name="Text 94">
            <a:extLst>
              <a:ext uri="{FF2B5EF4-FFF2-40B4-BE49-F238E27FC236}">
                <a16:creationId xmlns:a16="http://schemas.microsoft.com/office/drawing/2014/main" id="{7C22D385-0C45-792C-3A21-02C11EF09932}"/>
              </a:ext>
            </a:extLst>
          </p:cNvPr>
          <p:cNvSpPr txBox="1"/>
          <p:nvPr/>
        </p:nvSpPr>
        <p:spPr>
          <a:xfrm>
            <a:off x="3758184" y="3639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952" name="Shape 95">
            <a:extLst>
              <a:ext uri="{FF2B5EF4-FFF2-40B4-BE49-F238E27FC236}">
                <a16:creationId xmlns:a16="http://schemas.microsoft.com/office/drawing/2014/main" id="{E615EAC2-0100-DDAB-19DC-C7F7240D8ADB}"/>
              </a:ext>
            </a:extLst>
          </p:cNvPr>
          <p:cNvSpPr/>
          <p:nvPr/>
        </p:nvSpPr>
        <p:spPr>
          <a:xfrm>
            <a:off x="2880360" y="4078224"/>
            <a:ext cx="438912" cy="438912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4" name="Text 96">
            <a:extLst>
              <a:ext uri="{FF2B5EF4-FFF2-40B4-BE49-F238E27FC236}">
                <a16:creationId xmlns:a16="http://schemas.microsoft.com/office/drawing/2014/main" id="{BB1B843F-D0A6-1D54-F95D-4F0EDA22D668}"/>
              </a:ext>
            </a:extLst>
          </p:cNvPr>
          <p:cNvSpPr txBox="1"/>
          <p:nvPr/>
        </p:nvSpPr>
        <p:spPr>
          <a:xfrm>
            <a:off x="2880360" y="4078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56" name="Shape 97">
            <a:extLst>
              <a:ext uri="{FF2B5EF4-FFF2-40B4-BE49-F238E27FC236}">
                <a16:creationId xmlns:a16="http://schemas.microsoft.com/office/drawing/2014/main" id="{39F87B99-6686-1DF2-E40B-5BA6718A65C0}"/>
              </a:ext>
            </a:extLst>
          </p:cNvPr>
          <p:cNvSpPr/>
          <p:nvPr/>
        </p:nvSpPr>
        <p:spPr>
          <a:xfrm>
            <a:off x="3319272" y="4078224"/>
            <a:ext cx="438912" cy="438912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8" name="Text 98">
            <a:extLst>
              <a:ext uri="{FF2B5EF4-FFF2-40B4-BE49-F238E27FC236}">
                <a16:creationId xmlns:a16="http://schemas.microsoft.com/office/drawing/2014/main" id="{7E864E44-CB7B-2A82-5B93-C1B2C87201A6}"/>
              </a:ext>
            </a:extLst>
          </p:cNvPr>
          <p:cNvSpPr txBox="1"/>
          <p:nvPr/>
        </p:nvSpPr>
        <p:spPr>
          <a:xfrm>
            <a:off x="3319272" y="4078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60" name="Shape 99">
            <a:extLst>
              <a:ext uri="{FF2B5EF4-FFF2-40B4-BE49-F238E27FC236}">
                <a16:creationId xmlns:a16="http://schemas.microsoft.com/office/drawing/2014/main" id="{12C92BCE-DED0-0C1F-953D-11229265B2AF}"/>
              </a:ext>
            </a:extLst>
          </p:cNvPr>
          <p:cNvSpPr/>
          <p:nvPr/>
        </p:nvSpPr>
        <p:spPr>
          <a:xfrm>
            <a:off x="3758184" y="4078224"/>
            <a:ext cx="438912" cy="438912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2" name="Text 100">
            <a:extLst>
              <a:ext uri="{FF2B5EF4-FFF2-40B4-BE49-F238E27FC236}">
                <a16:creationId xmlns:a16="http://schemas.microsoft.com/office/drawing/2014/main" id="{330DDD05-88E6-F4CE-3724-A6437C5B7886}"/>
              </a:ext>
            </a:extLst>
          </p:cNvPr>
          <p:cNvSpPr txBox="1"/>
          <p:nvPr/>
        </p:nvSpPr>
        <p:spPr>
          <a:xfrm>
            <a:off x="3758184" y="4078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64" name="Text 101">
            <a:extLst>
              <a:ext uri="{FF2B5EF4-FFF2-40B4-BE49-F238E27FC236}">
                <a16:creationId xmlns:a16="http://schemas.microsoft.com/office/drawing/2014/main" id="{67326F93-0878-8FC8-181A-4690C5A8C5B5}"/>
              </a:ext>
            </a:extLst>
          </p:cNvPr>
          <p:cNvSpPr txBox="1"/>
          <p:nvPr/>
        </p:nvSpPr>
        <p:spPr>
          <a:xfrm>
            <a:off x="4251960" y="363016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600" dirty="0"/>
          </a:p>
        </p:txBody>
      </p:sp>
      <p:sp>
        <p:nvSpPr>
          <p:cNvPr id="966" name="Shape 102">
            <a:extLst>
              <a:ext uri="{FF2B5EF4-FFF2-40B4-BE49-F238E27FC236}">
                <a16:creationId xmlns:a16="http://schemas.microsoft.com/office/drawing/2014/main" id="{333EB759-56F8-1A11-877A-009E247E32A9}"/>
              </a:ext>
            </a:extLst>
          </p:cNvPr>
          <p:cNvSpPr/>
          <p:nvPr/>
        </p:nvSpPr>
        <p:spPr>
          <a:xfrm>
            <a:off x="4663440" y="3200400"/>
            <a:ext cx="438912" cy="438912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8" name="Text 103">
            <a:extLst>
              <a:ext uri="{FF2B5EF4-FFF2-40B4-BE49-F238E27FC236}">
                <a16:creationId xmlns:a16="http://schemas.microsoft.com/office/drawing/2014/main" id="{4B578FDE-0E29-8DF4-FD44-0D7445567C0D}"/>
              </a:ext>
            </a:extLst>
          </p:cNvPr>
          <p:cNvSpPr txBox="1"/>
          <p:nvPr/>
        </p:nvSpPr>
        <p:spPr>
          <a:xfrm>
            <a:off x="4663440" y="3200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</a:t>
            </a:r>
            <a:endParaRPr lang="en-US" sz="1200" dirty="0"/>
          </a:p>
        </p:txBody>
      </p:sp>
      <p:sp>
        <p:nvSpPr>
          <p:cNvPr id="970" name="Shape 104">
            <a:extLst>
              <a:ext uri="{FF2B5EF4-FFF2-40B4-BE49-F238E27FC236}">
                <a16:creationId xmlns:a16="http://schemas.microsoft.com/office/drawing/2014/main" id="{4FC6F257-C394-5CFA-910B-8A6C3A93352C}"/>
              </a:ext>
            </a:extLst>
          </p:cNvPr>
          <p:cNvSpPr/>
          <p:nvPr/>
        </p:nvSpPr>
        <p:spPr>
          <a:xfrm>
            <a:off x="5102352" y="3200400"/>
            <a:ext cx="438912" cy="438912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2" name="Text 105">
            <a:extLst>
              <a:ext uri="{FF2B5EF4-FFF2-40B4-BE49-F238E27FC236}">
                <a16:creationId xmlns:a16="http://schemas.microsoft.com/office/drawing/2014/main" id="{667F1CC9-D44B-3A93-D10F-949ED1688060}"/>
              </a:ext>
            </a:extLst>
          </p:cNvPr>
          <p:cNvSpPr txBox="1"/>
          <p:nvPr/>
        </p:nvSpPr>
        <p:spPr>
          <a:xfrm>
            <a:off x="5102352" y="3200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-20</a:t>
            </a:r>
            <a:endParaRPr lang="en-US" sz="1200" dirty="0"/>
          </a:p>
        </p:txBody>
      </p:sp>
      <p:sp>
        <p:nvSpPr>
          <p:cNvPr id="974" name="Shape 106">
            <a:extLst>
              <a:ext uri="{FF2B5EF4-FFF2-40B4-BE49-F238E27FC236}">
                <a16:creationId xmlns:a16="http://schemas.microsoft.com/office/drawing/2014/main" id="{D1FCAA96-A862-BFA1-3CD7-D383C4A751F8}"/>
              </a:ext>
            </a:extLst>
          </p:cNvPr>
          <p:cNvSpPr/>
          <p:nvPr/>
        </p:nvSpPr>
        <p:spPr>
          <a:xfrm>
            <a:off x="5541264" y="3200400"/>
            <a:ext cx="438912" cy="438912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6" name="Text 107">
            <a:extLst>
              <a:ext uri="{FF2B5EF4-FFF2-40B4-BE49-F238E27FC236}">
                <a16:creationId xmlns:a16="http://schemas.microsoft.com/office/drawing/2014/main" id="{2E7D6DC6-CCC6-5CA8-AC5F-B7A913485C60}"/>
              </a:ext>
            </a:extLst>
          </p:cNvPr>
          <p:cNvSpPr txBox="1"/>
          <p:nvPr/>
        </p:nvSpPr>
        <p:spPr>
          <a:xfrm>
            <a:off x="5541264" y="3200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</a:t>
            </a:r>
            <a:endParaRPr lang="en-US" sz="1200" dirty="0"/>
          </a:p>
        </p:txBody>
      </p:sp>
      <p:sp>
        <p:nvSpPr>
          <p:cNvPr id="978" name="Shape 108">
            <a:extLst>
              <a:ext uri="{FF2B5EF4-FFF2-40B4-BE49-F238E27FC236}">
                <a16:creationId xmlns:a16="http://schemas.microsoft.com/office/drawing/2014/main" id="{57C02784-0C8F-71AE-CBF4-8D25F6875527}"/>
              </a:ext>
            </a:extLst>
          </p:cNvPr>
          <p:cNvSpPr/>
          <p:nvPr/>
        </p:nvSpPr>
        <p:spPr>
          <a:xfrm>
            <a:off x="4663440" y="3639312"/>
            <a:ext cx="438912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0" name="Text 109">
            <a:extLst>
              <a:ext uri="{FF2B5EF4-FFF2-40B4-BE49-F238E27FC236}">
                <a16:creationId xmlns:a16="http://schemas.microsoft.com/office/drawing/2014/main" id="{FA700C83-7054-4373-0A58-F391EA0A9BBC}"/>
              </a:ext>
            </a:extLst>
          </p:cNvPr>
          <p:cNvSpPr txBox="1"/>
          <p:nvPr/>
        </p:nvSpPr>
        <p:spPr>
          <a:xfrm>
            <a:off x="4663440" y="3639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982" name="Shape 110">
            <a:extLst>
              <a:ext uri="{FF2B5EF4-FFF2-40B4-BE49-F238E27FC236}">
                <a16:creationId xmlns:a16="http://schemas.microsoft.com/office/drawing/2014/main" id="{65D30CA2-3D85-E4FA-9639-96A41D478D9E}"/>
              </a:ext>
            </a:extLst>
          </p:cNvPr>
          <p:cNvSpPr/>
          <p:nvPr/>
        </p:nvSpPr>
        <p:spPr>
          <a:xfrm>
            <a:off x="5102352" y="3639312"/>
            <a:ext cx="438912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4" name="Text 111">
            <a:extLst>
              <a:ext uri="{FF2B5EF4-FFF2-40B4-BE49-F238E27FC236}">
                <a16:creationId xmlns:a16="http://schemas.microsoft.com/office/drawing/2014/main" id="{69E646FA-EA89-53B6-D531-B1BAC88C855E}"/>
              </a:ext>
            </a:extLst>
          </p:cNvPr>
          <p:cNvSpPr txBox="1"/>
          <p:nvPr/>
        </p:nvSpPr>
        <p:spPr>
          <a:xfrm>
            <a:off x="5102352" y="3639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986" name="Shape 112">
            <a:extLst>
              <a:ext uri="{FF2B5EF4-FFF2-40B4-BE49-F238E27FC236}">
                <a16:creationId xmlns:a16="http://schemas.microsoft.com/office/drawing/2014/main" id="{2450420D-797C-0BD5-64AB-C9D4BF95EED8}"/>
              </a:ext>
            </a:extLst>
          </p:cNvPr>
          <p:cNvSpPr/>
          <p:nvPr/>
        </p:nvSpPr>
        <p:spPr>
          <a:xfrm>
            <a:off x="5541264" y="3639312"/>
            <a:ext cx="438912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8" name="Text 113">
            <a:extLst>
              <a:ext uri="{FF2B5EF4-FFF2-40B4-BE49-F238E27FC236}">
                <a16:creationId xmlns:a16="http://schemas.microsoft.com/office/drawing/2014/main" id="{04C176C7-F511-B1EE-8B9A-6CED3E72167D}"/>
              </a:ext>
            </a:extLst>
          </p:cNvPr>
          <p:cNvSpPr txBox="1"/>
          <p:nvPr/>
        </p:nvSpPr>
        <p:spPr>
          <a:xfrm>
            <a:off x="5541264" y="3639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990" name="Shape 114">
            <a:extLst>
              <a:ext uri="{FF2B5EF4-FFF2-40B4-BE49-F238E27FC236}">
                <a16:creationId xmlns:a16="http://schemas.microsoft.com/office/drawing/2014/main" id="{FF2E40EE-1DB5-939E-F34A-83D902E26E8F}"/>
              </a:ext>
            </a:extLst>
          </p:cNvPr>
          <p:cNvSpPr/>
          <p:nvPr/>
        </p:nvSpPr>
        <p:spPr>
          <a:xfrm>
            <a:off x="4663440" y="4078224"/>
            <a:ext cx="438912" cy="438912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2" name="Text 115">
            <a:extLst>
              <a:ext uri="{FF2B5EF4-FFF2-40B4-BE49-F238E27FC236}">
                <a16:creationId xmlns:a16="http://schemas.microsoft.com/office/drawing/2014/main" id="{3DFFA798-DA15-5B34-61DE-160DBD4FD6EB}"/>
              </a:ext>
            </a:extLst>
          </p:cNvPr>
          <p:cNvSpPr txBox="1"/>
          <p:nvPr/>
        </p:nvSpPr>
        <p:spPr>
          <a:xfrm>
            <a:off x="4663440" y="4078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994" name="Shape 116">
            <a:extLst>
              <a:ext uri="{FF2B5EF4-FFF2-40B4-BE49-F238E27FC236}">
                <a16:creationId xmlns:a16="http://schemas.microsoft.com/office/drawing/2014/main" id="{0C7EA15F-0CCB-33F9-9534-EE1BBE8CFDC7}"/>
              </a:ext>
            </a:extLst>
          </p:cNvPr>
          <p:cNvSpPr/>
          <p:nvPr/>
        </p:nvSpPr>
        <p:spPr>
          <a:xfrm>
            <a:off x="5102352" y="4078224"/>
            <a:ext cx="438912" cy="438912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6" name="Text 117">
            <a:extLst>
              <a:ext uri="{FF2B5EF4-FFF2-40B4-BE49-F238E27FC236}">
                <a16:creationId xmlns:a16="http://schemas.microsoft.com/office/drawing/2014/main" id="{C6850091-3DB9-0D58-9AFC-7D73AE7D970F}"/>
              </a:ext>
            </a:extLst>
          </p:cNvPr>
          <p:cNvSpPr txBox="1"/>
          <p:nvPr/>
        </p:nvSpPr>
        <p:spPr>
          <a:xfrm>
            <a:off x="5102352" y="4078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200" dirty="0"/>
          </a:p>
        </p:txBody>
      </p:sp>
      <p:sp>
        <p:nvSpPr>
          <p:cNvPr id="998" name="Shape 118">
            <a:extLst>
              <a:ext uri="{FF2B5EF4-FFF2-40B4-BE49-F238E27FC236}">
                <a16:creationId xmlns:a16="http://schemas.microsoft.com/office/drawing/2014/main" id="{E0E8EB03-29CC-9668-B903-03CB1D4C50E5}"/>
              </a:ext>
            </a:extLst>
          </p:cNvPr>
          <p:cNvSpPr/>
          <p:nvPr/>
        </p:nvSpPr>
        <p:spPr>
          <a:xfrm>
            <a:off x="5541264" y="4078224"/>
            <a:ext cx="438912" cy="438912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0" name="Text 119">
            <a:extLst>
              <a:ext uri="{FF2B5EF4-FFF2-40B4-BE49-F238E27FC236}">
                <a16:creationId xmlns:a16="http://schemas.microsoft.com/office/drawing/2014/main" id="{661CCB97-D77D-2A68-80FA-499B7CAA5CD6}"/>
              </a:ext>
            </a:extLst>
          </p:cNvPr>
          <p:cNvSpPr txBox="1"/>
          <p:nvPr/>
        </p:nvSpPr>
        <p:spPr>
          <a:xfrm>
            <a:off x="5541264" y="4078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200" dirty="0"/>
          </a:p>
        </p:txBody>
      </p:sp>
      <p:sp>
        <p:nvSpPr>
          <p:cNvPr id="1002" name="Text 120">
            <a:extLst>
              <a:ext uri="{FF2B5EF4-FFF2-40B4-BE49-F238E27FC236}">
                <a16:creationId xmlns:a16="http://schemas.microsoft.com/office/drawing/2014/main" id="{875A1ED0-1D10-0836-A7FF-6B81BF0CDD6E}"/>
              </a:ext>
            </a:extLst>
          </p:cNvPr>
          <p:cNvSpPr txBox="1"/>
          <p:nvPr/>
        </p:nvSpPr>
        <p:spPr>
          <a:xfrm>
            <a:off x="5989320" y="363016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04" name="Text 121">
            <a:extLst>
              <a:ext uri="{FF2B5EF4-FFF2-40B4-BE49-F238E27FC236}">
                <a16:creationId xmlns:a16="http://schemas.microsoft.com/office/drawing/2014/main" id="{44BA5691-0BAF-8D94-4349-053F7EC21DD1}"/>
              </a:ext>
            </a:extLst>
          </p:cNvPr>
          <p:cNvSpPr txBox="1"/>
          <p:nvPr/>
        </p:nvSpPr>
        <p:spPr>
          <a:xfrm>
            <a:off x="6400800" y="34747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08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</a:t>
            </a:r>
            <a:endParaRPr lang="en-US" sz="3000" dirty="0"/>
          </a:p>
        </p:txBody>
      </p:sp>
      <p:sp>
        <p:nvSpPr>
          <p:cNvPr id="1006" name="Text 122">
            <a:extLst>
              <a:ext uri="{FF2B5EF4-FFF2-40B4-BE49-F238E27FC236}">
                <a16:creationId xmlns:a16="http://schemas.microsoft.com/office/drawing/2014/main" id="{ACC29DF7-E3BB-3214-17F5-3B35B8B60E20}"/>
              </a:ext>
            </a:extLst>
          </p:cNvPr>
          <p:cNvSpPr txBox="1"/>
          <p:nvPr/>
        </p:nvSpPr>
        <p:spPr>
          <a:xfrm>
            <a:off x="1097280" y="46634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 ×  kernel  =  products  →  add all nine</a:t>
            </a:r>
            <a:endParaRPr lang="en-US" sz="1400" dirty="0"/>
          </a:p>
        </p:txBody>
      </p:sp>
      <p:graphicFrame>
        <p:nvGraphicFramePr>
          <p:cNvPr id="1008" name="Table 0">
            <a:extLst>
              <a:ext uri="{FF2B5EF4-FFF2-40B4-BE49-F238E27FC236}">
                <a16:creationId xmlns:a16="http://schemas.microsoft.com/office/drawing/2014/main" id="{64529B97-4518-0DF2-901C-82E7A9A46E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9893781"/>
              </p:ext>
            </p:extLst>
          </p:nvPr>
        </p:nvGraphicFramePr>
        <p:xfrm>
          <a:off x="7589520" y="1234440"/>
          <a:ext cx="4050792" cy="283464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1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Prewitt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Sobel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Gx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E08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E08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254.6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E08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381.8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45°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E08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45°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10" name="Text 123">
            <a:extLst>
              <a:ext uri="{FF2B5EF4-FFF2-40B4-BE49-F238E27FC236}">
                <a16:creationId xmlns:a16="http://schemas.microsoft.com/office/drawing/2014/main" id="{E8A7226A-A839-E992-CB6B-D3D9119B0AF1}"/>
              </a:ext>
            </a:extLst>
          </p:cNvPr>
          <p:cNvSpPr txBox="1"/>
          <p:nvPr/>
        </p:nvSpPr>
        <p:spPr>
          <a:xfrm>
            <a:off x="7589520" y="4251960"/>
            <a:ext cx="4050792" cy="523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find the same edge in the same direction. Sobel gives the centre pixels more weight.</a:t>
            </a:r>
            <a:endParaRPr lang="en-US" sz="1500" dirty="0"/>
          </a:p>
        </p:txBody>
      </p:sp>
      <p:sp>
        <p:nvSpPr>
          <p:cNvPr id="1012" name="Shape 124">
            <a:extLst>
              <a:ext uri="{FF2B5EF4-FFF2-40B4-BE49-F238E27FC236}">
                <a16:creationId xmlns:a16="http://schemas.microsoft.com/office/drawing/2014/main" id="{62C0D28B-13A8-9153-EC88-EFFEDDBF5DCB}"/>
              </a:ext>
            </a:extLst>
          </p:cNvPr>
          <p:cNvSpPr/>
          <p:nvPr/>
        </p:nvSpPr>
        <p:spPr>
          <a:xfrm>
            <a:off x="548640" y="5596128"/>
            <a:ext cx="11091672" cy="566928"/>
          </a:xfrm>
          <a:prstGeom prst="rect">
            <a:avLst/>
          </a:prstGeom>
          <a:solidFill>
            <a:srgbClr val="FCF1DF"/>
          </a:solidFill>
          <a:ln w="12700">
            <a:solidFill>
              <a:srgbClr val="FCF1DF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direction (45°), larger numbers: Sobel's weights add up to 4 per side instead of 3.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1713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C809A-712E-3149-12B7-ECBB2928D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A586264-37D4-06F4-3330-6E44069419AB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4099B60E-152D-31CB-78D0-4E38E6F091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B2CEC67-C13B-0FE1-6B4C-9155A18DEE9D}"/>
              </a:ext>
            </a:extLst>
          </p:cNvPr>
          <p:cNvCxnSpPr>
            <a:cxnSpLocks/>
          </p:cNvCxnSpPr>
          <p:nvPr/>
        </p:nvCxnSpPr>
        <p:spPr>
          <a:xfrm>
            <a:off x="435005" y="923068"/>
            <a:ext cx="11325195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CD99EC8-04B6-9206-510C-0E33D3C36DCD}"/>
              </a:ext>
            </a:extLst>
          </p:cNvPr>
          <p:cNvSpPr txBox="1"/>
          <p:nvPr/>
        </p:nvSpPr>
        <p:spPr>
          <a:xfrm>
            <a:off x="550276" y="364476"/>
            <a:ext cx="31888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On a real building</a:t>
            </a:r>
          </a:p>
        </p:txBody>
      </p:sp>
      <p:pic>
        <p:nvPicPr>
          <p:cNvPr id="56" name="Picture 55" descr="Logo&#10;&#10;Description automatically generated">
            <a:extLst>
              <a:ext uri="{FF2B5EF4-FFF2-40B4-BE49-F238E27FC236}">
                <a16:creationId xmlns:a16="http://schemas.microsoft.com/office/drawing/2014/main" id="{C9598C80-1DD6-1E73-7621-22767DC3EB3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5" y="6487028"/>
            <a:ext cx="1747748" cy="331175"/>
          </a:xfrm>
          <a:prstGeom prst="rect">
            <a:avLst/>
          </a:prstGeom>
        </p:spPr>
      </p:pic>
      <p:pic>
        <p:nvPicPr>
          <p:cNvPr id="1062" name="Picture 1061">
            <a:extLst>
              <a:ext uri="{FF2B5EF4-FFF2-40B4-BE49-F238E27FC236}">
                <a16:creationId xmlns:a16="http://schemas.microsoft.com/office/drawing/2014/main" id="{140241AE-6F49-B9D0-FE5C-8FAF550BB3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17328"/>
            <a:ext cx="578348" cy="578348"/>
          </a:xfrm>
          <a:prstGeom prst="rect">
            <a:avLst/>
          </a:prstGeom>
        </p:spPr>
      </p:pic>
      <p:sp>
        <p:nvSpPr>
          <p:cNvPr id="1068" name="Parallelogram 41">
            <a:extLst>
              <a:ext uri="{FF2B5EF4-FFF2-40B4-BE49-F238E27FC236}">
                <a16:creationId xmlns:a16="http://schemas.microsoft.com/office/drawing/2014/main" id="{B2FE7393-FB1C-8AAC-7E78-C3C80A258F01}"/>
              </a:ext>
            </a:extLst>
          </p:cNvPr>
          <p:cNvSpPr/>
          <p:nvPr/>
        </p:nvSpPr>
        <p:spPr>
          <a:xfrm>
            <a:off x="11427012" y="6490706"/>
            <a:ext cx="764988" cy="3709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21/34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1971424-0A21-A4A3-4012-77C56C213C4E}"/>
              </a:ext>
            </a:extLst>
          </p:cNvPr>
          <p:cNvSpPr txBox="1"/>
          <p:nvPr/>
        </p:nvSpPr>
        <p:spPr>
          <a:xfrm>
            <a:off x="548640" y="4846320"/>
            <a:ext cx="11091672" cy="396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Orange boxes: Gx picks up vertical window frames, Gy picks up horizontal floor lines. Dark = strong edge.</a:t>
            </a:r>
            <a:endParaRPr lang="en-US" sz="1600" dirty="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14DF6DDB-FE62-1A48-E8F1-8E5A298EB052}"/>
              </a:ext>
            </a:extLst>
          </p:cNvPr>
          <p:cNvSpPr/>
          <p:nvPr/>
        </p:nvSpPr>
        <p:spPr>
          <a:xfrm>
            <a:off x="548640" y="5596128"/>
            <a:ext cx="11091672" cy="566928"/>
          </a:xfrm>
          <a:prstGeom prst="rect">
            <a:avLst/>
          </a:prstGeom>
          <a:solidFill>
            <a:srgbClr val="E6EBF4"/>
          </a:solidFill>
          <a:ln w="12700">
            <a:solidFill>
              <a:srgbClr val="E6EBF4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Gx and Gy each see one direction; the magnitude combines them into a complete edge map.</a:t>
            </a:r>
            <a:endParaRPr lang="en-US" dirty="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DF812F48-B3D6-6163-E91C-26C97B03AAAD}"/>
              </a:ext>
            </a:extLst>
          </p:cNvPr>
          <p:cNvSpPr txBox="1"/>
          <p:nvPr/>
        </p:nvSpPr>
        <p:spPr>
          <a:xfrm>
            <a:off x="548640" y="1384324"/>
            <a:ext cx="2567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500" dirty="0"/>
          </a:p>
        </p:txBody>
      </p:sp>
      <p:pic>
        <p:nvPicPr>
          <p:cNvPr id="9" name="Image 4" descr="fig3/b_in.png">
            <a:extLst>
              <a:ext uri="{FF2B5EF4-FFF2-40B4-BE49-F238E27FC236}">
                <a16:creationId xmlns:a16="http://schemas.microsoft.com/office/drawing/2014/main" id="{4B182DBE-2252-D102-AE78-0000C77A43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069" y="1768372"/>
            <a:ext cx="2560320" cy="2560320"/>
          </a:xfrm>
          <a:prstGeom prst="rect">
            <a:avLst/>
          </a:prstGeom>
        </p:spPr>
      </p:pic>
      <p:sp>
        <p:nvSpPr>
          <p:cNvPr id="12" name="Text 5">
            <a:extLst>
              <a:ext uri="{FF2B5EF4-FFF2-40B4-BE49-F238E27FC236}">
                <a16:creationId xmlns:a16="http://schemas.microsoft.com/office/drawing/2014/main" id="{4A0ECE82-D0C0-F683-ACBF-A7C154C3CAD7}"/>
              </a:ext>
            </a:extLst>
          </p:cNvPr>
          <p:cNvSpPr txBox="1"/>
          <p:nvPr/>
        </p:nvSpPr>
        <p:spPr>
          <a:xfrm>
            <a:off x="3390138" y="1384324"/>
            <a:ext cx="2567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|Gx|: vertical edges</a:t>
            </a:r>
            <a:endParaRPr lang="en-US" sz="1500" dirty="0"/>
          </a:p>
        </p:txBody>
      </p:sp>
      <p:pic>
        <p:nvPicPr>
          <p:cNvPr id="14" name="Image 5" descr="fig3/b_gx.png">
            <a:extLst>
              <a:ext uri="{FF2B5EF4-FFF2-40B4-BE49-F238E27FC236}">
                <a16:creationId xmlns:a16="http://schemas.microsoft.com/office/drawing/2014/main" id="{0CB0F710-A590-B737-751B-10FB116DD9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3567" y="1768372"/>
            <a:ext cx="2560320" cy="2560320"/>
          </a:xfrm>
          <a:prstGeom prst="rect">
            <a:avLst/>
          </a:prstGeom>
        </p:spPr>
      </p:pic>
      <p:sp>
        <p:nvSpPr>
          <p:cNvPr id="16" name="Text 6">
            <a:extLst>
              <a:ext uri="{FF2B5EF4-FFF2-40B4-BE49-F238E27FC236}">
                <a16:creationId xmlns:a16="http://schemas.microsoft.com/office/drawing/2014/main" id="{D0622779-89C4-F50D-D98C-EC2B2C9BE536}"/>
              </a:ext>
            </a:extLst>
          </p:cNvPr>
          <p:cNvSpPr txBox="1"/>
          <p:nvPr/>
        </p:nvSpPr>
        <p:spPr>
          <a:xfrm>
            <a:off x="6231636" y="1384324"/>
            <a:ext cx="2567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|Gy|: horizontal edges</a:t>
            </a:r>
            <a:endParaRPr lang="en-US" sz="1500" dirty="0"/>
          </a:p>
        </p:txBody>
      </p:sp>
      <p:pic>
        <p:nvPicPr>
          <p:cNvPr id="18" name="Image 6" descr="fig3/b_gy.png">
            <a:extLst>
              <a:ext uri="{FF2B5EF4-FFF2-40B4-BE49-F238E27FC236}">
                <a16:creationId xmlns:a16="http://schemas.microsoft.com/office/drawing/2014/main" id="{7487938F-2FCF-1C3A-A6B5-60066C022C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5065" y="1768372"/>
            <a:ext cx="2560320" cy="2560320"/>
          </a:xfrm>
          <a:prstGeom prst="rect">
            <a:avLst/>
          </a:prstGeom>
        </p:spPr>
      </p:pic>
      <p:sp>
        <p:nvSpPr>
          <p:cNvPr id="20" name="Text 7">
            <a:extLst>
              <a:ext uri="{FF2B5EF4-FFF2-40B4-BE49-F238E27FC236}">
                <a16:creationId xmlns:a16="http://schemas.microsoft.com/office/drawing/2014/main" id="{96952D27-C155-843C-81AF-7276BD48CE50}"/>
              </a:ext>
            </a:extLst>
          </p:cNvPr>
          <p:cNvSpPr txBox="1"/>
          <p:nvPr/>
        </p:nvSpPr>
        <p:spPr>
          <a:xfrm>
            <a:off x="9073134" y="1384324"/>
            <a:ext cx="2567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S: all edges</a:t>
            </a:r>
            <a:endParaRPr lang="en-US" sz="1500" dirty="0"/>
          </a:p>
        </p:txBody>
      </p:sp>
      <p:pic>
        <p:nvPicPr>
          <p:cNvPr id="22" name="Image 7" descr="fig3/b_mag.png">
            <a:extLst>
              <a:ext uri="{FF2B5EF4-FFF2-40B4-BE49-F238E27FC236}">
                <a16:creationId xmlns:a16="http://schemas.microsoft.com/office/drawing/2014/main" id="{2E1E4FE2-24F3-7061-283F-11B5E31DC1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76563" y="1768372"/>
            <a:ext cx="2560320" cy="256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3105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F8435-3B4D-875F-A517-5820D4AFA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70AE099-BC64-D79A-5F63-56D15F892B4B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7EB91E5C-2B36-100B-249B-2D86A03D14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5B796C1-F334-E6D4-C008-112B75CF74D4}"/>
              </a:ext>
            </a:extLst>
          </p:cNvPr>
          <p:cNvCxnSpPr>
            <a:cxnSpLocks/>
          </p:cNvCxnSpPr>
          <p:nvPr/>
        </p:nvCxnSpPr>
        <p:spPr>
          <a:xfrm>
            <a:off x="435005" y="923068"/>
            <a:ext cx="11342725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0885231-0E03-6678-C8F5-1C5EEB712E45}"/>
              </a:ext>
            </a:extLst>
          </p:cNvPr>
          <p:cNvSpPr txBox="1"/>
          <p:nvPr/>
        </p:nvSpPr>
        <p:spPr>
          <a:xfrm>
            <a:off x="550276" y="364476"/>
            <a:ext cx="58616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Prewitt vs Sobel on a noisy image</a:t>
            </a:r>
          </a:p>
        </p:txBody>
      </p:sp>
      <p:pic>
        <p:nvPicPr>
          <p:cNvPr id="56" name="Picture 55" descr="Logo&#10;&#10;Description automatically generated">
            <a:extLst>
              <a:ext uri="{FF2B5EF4-FFF2-40B4-BE49-F238E27FC236}">
                <a16:creationId xmlns:a16="http://schemas.microsoft.com/office/drawing/2014/main" id="{941CAA98-22E4-A5B9-F2EF-4D4E941F871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5" y="6487028"/>
            <a:ext cx="1747748" cy="331175"/>
          </a:xfrm>
          <a:prstGeom prst="rect">
            <a:avLst/>
          </a:prstGeom>
        </p:spPr>
      </p:pic>
      <p:pic>
        <p:nvPicPr>
          <p:cNvPr id="1134" name="Picture 1133">
            <a:extLst>
              <a:ext uri="{FF2B5EF4-FFF2-40B4-BE49-F238E27FC236}">
                <a16:creationId xmlns:a16="http://schemas.microsoft.com/office/drawing/2014/main" id="{4607B17F-F454-20B8-FE7B-2759ED887D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17328"/>
            <a:ext cx="578348" cy="578348"/>
          </a:xfrm>
          <a:prstGeom prst="rect">
            <a:avLst/>
          </a:prstGeom>
        </p:spPr>
      </p:pic>
      <p:sp>
        <p:nvSpPr>
          <p:cNvPr id="1136" name="Parallelogram 41">
            <a:extLst>
              <a:ext uri="{FF2B5EF4-FFF2-40B4-BE49-F238E27FC236}">
                <a16:creationId xmlns:a16="http://schemas.microsoft.com/office/drawing/2014/main" id="{CE3AE9CD-2298-2280-59F7-5A57FB6679B5}"/>
              </a:ext>
            </a:extLst>
          </p:cNvPr>
          <p:cNvSpPr/>
          <p:nvPr/>
        </p:nvSpPr>
        <p:spPr>
          <a:xfrm>
            <a:off x="11427012" y="6490706"/>
            <a:ext cx="764988" cy="3709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22/34</a:t>
            </a: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4DB06E7C-0027-8FB5-5669-4590E41C282A}"/>
              </a:ext>
            </a:extLst>
          </p:cNvPr>
          <p:cNvSpPr txBox="1"/>
          <p:nvPr/>
        </p:nvSpPr>
        <p:spPr>
          <a:xfrm>
            <a:off x="2087008" y="4929091"/>
            <a:ext cx="8014935" cy="2716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Look closely: the two maps are almost identical. Both still show a lot of background noise.</a:t>
            </a:r>
            <a:endParaRPr lang="en-US" sz="160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32A1F877-F5A9-5E43-3472-6FD481451D4E}"/>
              </a:ext>
            </a:extLst>
          </p:cNvPr>
          <p:cNvSpPr/>
          <p:nvPr/>
        </p:nvSpPr>
        <p:spPr>
          <a:xfrm>
            <a:off x="548640" y="5596128"/>
            <a:ext cx="11091672" cy="566928"/>
          </a:xfrm>
          <a:prstGeom prst="rect">
            <a:avLst/>
          </a:prstGeom>
          <a:solidFill>
            <a:srgbClr val="E6EBF4"/>
          </a:solidFill>
          <a:ln w="12700">
            <a:solidFill>
              <a:srgbClr val="E6EBF4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Prewitt and Sobel behave very similarly. Both give a strength map, not clean edges, so we need Canny.</a:t>
            </a:r>
            <a:endParaRPr lang="en-US" dirty="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E6EA421D-EAE6-8905-A573-C5AFAF45885E}"/>
              </a:ext>
            </a:extLst>
          </p:cNvPr>
          <p:cNvSpPr txBox="1"/>
          <p:nvPr/>
        </p:nvSpPr>
        <p:spPr>
          <a:xfrm>
            <a:off x="1463040" y="1143000"/>
            <a:ext cx="2904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input (σ = 18)</a:t>
            </a:r>
            <a:endParaRPr lang="en-US" sz="1500" dirty="0"/>
          </a:p>
        </p:txBody>
      </p:sp>
      <p:pic>
        <p:nvPicPr>
          <p:cNvPr id="10" name="Image 4" descr="fig3/pv_noisy.png">
            <a:extLst>
              <a:ext uri="{FF2B5EF4-FFF2-40B4-BE49-F238E27FC236}">
                <a16:creationId xmlns:a16="http://schemas.microsoft.com/office/drawing/2014/main" id="{C7DE12AB-30AE-CB02-CB84-4FB6668E8B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0" y="1527048"/>
            <a:ext cx="2904744" cy="2904744"/>
          </a:xfrm>
          <a:prstGeom prst="rect">
            <a:avLst/>
          </a:prstGeom>
        </p:spPr>
      </p:pic>
      <p:sp>
        <p:nvSpPr>
          <p:cNvPr id="12" name="Text 5">
            <a:extLst>
              <a:ext uri="{FF2B5EF4-FFF2-40B4-BE49-F238E27FC236}">
                <a16:creationId xmlns:a16="http://schemas.microsoft.com/office/drawing/2014/main" id="{958624D7-9787-86ED-5679-312494029201}"/>
              </a:ext>
            </a:extLst>
          </p:cNvPr>
          <p:cNvSpPr txBox="1"/>
          <p:nvPr/>
        </p:nvSpPr>
        <p:spPr>
          <a:xfrm>
            <a:off x="4642104" y="1143000"/>
            <a:ext cx="2904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Prewitt strength</a:t>
            </a:r>
            <a:endParaRPr lang="en-US" sz="1500" dirty="0"/>
          </a:p>
        </p:txBody>
      </p:sp>
      <p:pic>
        <p:nvPicPr>
          <p:cNvPr id="14" name="Image 5" descr="fig3/pv_prewitt.png">
            <a:extLst>
              <a:ext uri="{FF2B5EF4-FFF2-40B4-BE49-F238E27FC236}">
                <a16:creationId xmlns:a16="http://schemas.microsoft.com/office/drawing/2014/main" id="{31CC9558-92AA-D052-479B-A6352F16AD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2104" y="1527048"/>
            <a:ext cx="2904744" cy="2904744"/>
          </a:xfrm>
          <a:prstGeom prst="rect">
            <a:avLst/>
          </a:prstGeom>
        </p:spPr>
      </p:pic>
      <p:sp>
        <p:nvSpPr>
          <p:cNvPr id="16" name="Text 6">
            <a:extLst>
              <a:ext uri="{FF2B5EF4-FFF2-40B4-BE49-F238E27FC236}">
                <a16:creationId xmlns:a16="http://schemas.microsoft.com/office/drawing/2014/main" id="{758D5DFC-0D0B-43E1-BFB6-CC467C6D024B}"/>
              </a:ext>
            </a:extLst>
          </p:cNvPr>
          <p:cNvSpPr txBox="1"/>
          <p:nvPr/>
        </p:nvSpPr>
        <p:spPr>
          <a:xfrm>
            <a:off x="7821168" y="1143000"/>
            <a:ext cx="2904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Sobel strength</a:t>
            </a:r>
            <a:endParaRPr lang="en-US" sz="1500" dirty="0"/>
          </a:p>
        </p:txBody>
      </p:sp>
      <p:pic>
        <p:nvPicPr>
          <p:cNvPr id="18" name="Image 6" descr="fig3/pv_sobel.png">
            <a:extLst>
              <a:ext uri="{FF2B5EF4-FFF2-40B4-BE49-F238E27FC236}">
                <a16:creationId xmlns:a16="http://schemas.microsoft.com/office/drawing/2014/main" id="{FAF7006E-7AA5-5A26-3F4D-1FFDB3372F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1168" y="1527048"/>
            <a:ext cx="2904744" cy="290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4253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37270-FCB9-16D0-C8A4-EF148D539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ED81E92-E00D-8DF8-558B-AF1E05AE88A9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13CC6A7D-9CA8-689C-CE60-2EADB93763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99ACD1F-93A5-EB47-D407-1D994BBD0537}"/>
              </a:ext>
            </a:extLst>
          </p:cNvPr>
          <p:cNvCxnSpPr>
            <a:cxnSpLocks/>
          </p:cNvCxnSpPr>
          <p:nvPr/>
        </p:nvCxnSpPr>
        <p:spPr>
          <a:xfrm>
            <a:off x="435005" y="923068"/>
            <a:ext cx="1128477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AF9809E-A46F-1CDD-C432-FED217CBF076}"/>
              </a:ext>
            </a:extLst>
          </p:cNvPr>
          <p:cNvSpPr txBox="1"/>
          <p:nvPr/>
        </p:nvSpPr>
        <p:spPr>
          <a:xfrm>
            <a:off x="550276" y="364476"/>
            <a:ext cx="34247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Canny in four steps</a:t>
            </a:r>
            <a:endParaRPr lang="en-US" sz="3200" dirty="0"/>
          </a:p>
        </p:txBody>
      </p:sp>
      <p:pic>
        <p:nvPicPr>
          <p:cNvPr id="56" name="Picture 55" descr="Logo&#10;&#10;Description automatically generated">
            <a:extLst>
              <a:ext uri="{FF2B5EF4-FFF2-40B4-BE49-F238E27FC236}">
                <a16:creationId xmlns:a16="http://schemas.microsoft.com/office/drawing/2014/main" id="{9A37AC0B-A39D-DBF1-5938-8353DD65A5A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5" y="6487028"/>
            <a:ext cx="1747748" cy="33117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8919C067-0594-52E0-2BB3-B8C41E6CBF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17328"/>
            <a:ext cx="578348" cy="578348"/>
          </a:xfrm>
          <a:prstGeom prst="rect">
            <a:avLst/>
          </a:prstGeom>
        </p:spPr>
      </p:pic>
      <p:sp>
        <p:nvSpPr>
          <p:cNvPr id="41" name="Parallelogram 41">
            <a:extLst>
              <a:ext uri="{FF2B5EF4-FFF2-40B4-BE49-F238E27FC236}">
                <a16:creationId xmlns:a16="http://schemas.microsoft.com/office/drawing/2014/main" id="{8EBFB8A0-5A78-A59A-7444-5EFD714B2EF1}"/>
              </a:ext>
            </a:extLst>
          </p:cNvPr>
          <p:cNvSpPr/>
          <p:nvPr/>
        </p:nvSpPr>
        <p:spPr>
          <a:xfrm>
            <a:off x="11427012" y="6490706"/>
            <a:ext cx="764988" cy="3709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23/34</a:t>
            </a:r>
          </a:p>
        </p:txBody>
      </p:sp>
      <p:sp>
        <p:nvSpPr>
          <p:cNvPr id="36" name="Shape 19">
            <a:extLst>
              <a:ext uri="{FF2B5EF4-FFF2-40B4-BE49-F238E27FC236}">
                <a16:creationId xmlns:a16="http://schemas.microsoft.com/office/drawing/2014/main" id="{4B7DB51C-FD98-1052-DA47-5337CDC64297}"/>
              </a:ext>
            </a:extLst>
          </p:cNvPr>
          <p:cNvSpPr/>
          <p:nvPr/>
        </p:nvSpPr>
        <p:spPr>
          <a:xfrm>
            <a:off x="550164" y="5161669"/>
            <a:ext cx="11091672" cy="566928"/>
          </a:xfrm>
          <a:prstGeom prst="rect">
            <a:avLst/>
          </a:prstGeom>
          <a:solidFill>
            <a:srgbClr val="E6EBF4"/>
          </a:solidFill>
          <a:ln w="12700">
            <a:solidFill>
              <a:srgbClr val="E6EBF4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→ gradient → thin → link. Each step fixes one weakness of simple thresholding.</a:t>
            </a:r>
            <a:endParaRPr lang="en-US" dirty="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9C66EBE1-0177-CDFD-4F47-5D5C02C64B20}"/>
              </a:ext>
            </a:extLst>
          </p:cNvPr>
          <p:cNvSpPr txBox="1"/>
          <p:nvPr/>
        </p:nvSpPr>
        <p:spPr>
          <a:xfrm>
            <a:off x="548640" y="1329740"/>
            <a:ext cx="191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900" dirty="0"/>
          </a:p>
        </p:txBody>
      </p:sp>
      <p:pic>
        <p:nvPicPr>
          <p:cNvPr id="10" name="Image 4" descr="fig3/k0.png">
            <a:extLst>
              <a:ext uri="{FF2B5EF4-FFF2-40B4-BE49-F238E27FC236}">
                <a16:creationId xmlns:a16="http://schemas.microsoft.com/office/drawing/2014/main" id="{71DD1D60-B3D1-2C76-3342-D28724B67F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768652"/>
            <a:ext cx="1911096" cy="1911096"/>
          </a:xfrm>
          <a:prstGeom prst="rect">
            <a:avLst/>
          </a:prstGeom>
        </p:spPr>
      </p:pic>
      <p:sp>
        <p:nvSpPr>
          <p:cNvPr id="13" name="Text 5">
            <a:extLst>
              <a:ext uri="{FF2B5EF4-FFF2-40B4-BE49-F238E27FC236}">
                <a16:creationId xmlns:a16="http://schemas.microsoft.com/office/drawing/2014/main" id="{2D5F598F-373D-3E2B-C3CD-7798E6C2C8A8}"/>
              </a:ext>
            </a:extLst>
          </p:cNvPr>
          <p:cNvSpPr txBox="1"/>
          <p:nvPr/>
        </p:nvSpPr>
        <p:spPr>
          <a:xfrm>
            <a:off x="2459736" y="249560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000" dirty="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1993A49C-CFA7-21BF-FB99-7AF7C6C64EFD}"/>
              </a:ext>
            </a:extLst>
          </p:cNvPr>
          <p:cNvSpPr txBox="1"/>
          <p:nvPr/>
        </p:nvSpPr>
        <p:spPr>
          <a:xfrm>
            <a:off x="2843784" y="1329740"/>
            <a:ext cx="191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6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smooth</a:t>
            </a:r>
            <a:endParaRPr lang="en-US" sz="1900" dirty="0"/>
          </a:p>
        </p:txBody>
      </p:sp>
      <p:pic>
        <p:nvPicPr>
          <p:cNvPr id="19" name="ANIM_s1" descr="fig3/k1.png">
            <a:extLst>
              <a:ext uri="{FF2B5EF4-FFF2-40B4-BE49-F238E27FC236}">
                <a16:creationId xmlns:a16="http://schemas.microsoft.com/office/drawing/2014/main" id="{97AFAC8D-4045-52D3-8014-83B0B6156C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3784" y="1768652"/>
            <a:ext cx="1911096" cy="1911096"/>
          </a:xfrm>
          <a:prstGeom prst="rect">
            <a:avLst/>
          </a:prstGeom>
        </p:spPr>
      </p:pic>
      <p:sp>
        <p:nvSpPr>
          <p:cNvPr id="24" name="Text 7">
            <a:extLst>
              <a:ext uri="{FF2B5EF4-FFF2-40B4-BE49-F238E27FC236}">
                <a16:creationId xmlns:a16="http://schemas.microsoft.com/office/drawing/2014/main" id="{17904788-1F5E-1A85-0ECF-87948291CEE9}"/>
              </a:ext>
            </a:extLst>
          </p:cNvPr>
          <p:cNvSpPr txBox="1"/>
          <p:nvPr/>
        </p:nvSpPr>
        <p:spPr>
          <a:xfrm>
            <a:off x="4754880" y="249560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000" dirty="0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8A450F59-CBD4-58C0-0520-79DA3C5D8686}"/>
              </a:ext>
            </a:extLst>
          </p:cNvPr>
          <p:cNvSpPr txBox="1"/>
          <p:nvPr/>
        </p:nvSpPr>
        <p:spPr>
          <a:xfrm>
            <a:off x="5138928" y="1329740"/>
            <a:ext cx="191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gradient</a:t>
            </a:r>
            <a:endParaRPr lang="en-US" sz="1900" dirty="0"/>
          </a:p>
        </p:txBody>
      </p:sp>
      <p:pic>
        <p:nvPicPr>
          <p:cNvPr id="29" name="ANIM_s2" descr="fig3/k2.png">
            <a:extLst>
              <a:ext uri="{FF2B5EF4-FFF2-40B4-BE49-F238E27FC236}">
                <a16:creationId xmlns:a16="http://schemas.microsoft.com/office/drawing/2014/main" id="{64888A93-E6C2-8547-A4CC-B8AE402711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8928" y="1768652"/>
            <a:ext cx="1911096" cy="1911096"/>
          </a:xfrm>
          <a:prstGeom prst="rect">
            <a:avLst/>
          </a:prstGeom>
        </p:spPr>
      </p:pic>
      <p:sp>
        <p:nvSpPr>
          <p:cNvPr id="31" name="Text 9">
            <a:extLst>
              <a:ext uri="{FF2B5EF4-FFF2-40B4-BE49-F238E27FC236}">
                <a16:creationId xmlns:a16="http://schemas.microsoft.com/office/drawing/2014/main" id="{450571E4-3C94-7A99-F369-B24BBFDF1FFB}"/>
              </a:ext>
            </a:extLst>
          </p:cNvPr>
          <p:cNvSpPr txBox="1"/>
          <p:nvPr/>
        </p:nvSpPr>
        <p:spPr>
          <a:xfrm>
            <a:off x="7050024" y="249560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000" dirty="0"/>
          </a:p>
        </p:txBody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A9115FE6-9C5D-5003-4CDC-66DE82E2C60D}"/>
              </a:ext>
            </a:extLst>
          </p:cNvPr>
          <p:cNvSpPr txBox="1"/>
          <p:nvPr/>
        </p:nvSpPr>
        <p:spPr>
          <a:xfrm>
            <a:off x="7434072" y="1329740"/>
            <a:ext cx="191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08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thin</a:t>
            </a:r>
            <a:endParaRPr lang="en-US" sz="1900" dirty="0"/>
          </a:p>
        </p:txBody>
      </p:sp>
      <p:pic>
        <p:nvPicPr>
          <p:cNvPr id="34" name="ANIM_s3" descr="fig3/k3.png">
            <a:extLst>
              <a:ext uri="{FF2B5EF4-FFF2-40B4-BE49-F238E27FC236}">
                <a16:creationId xmlns:a16="http://schemas.microsoft.com/office/drawing/2014/main" id="{676911AE-02A8-9304-EB78-87E2A75E11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34072" y="1768652"/>
            <a:ext cx="1911096" cy="1911096"/>
          </a:xfrm>
          <a:prstGeom prst="rect">
            <a:avLst/>
          </a:prstGeom>
        </p:spPr>
      </p:pic>
      <p:sp>
        <p:nvSpPr>
          <p:cNvPr id="35" name="Text 11">
            <a:extLst>
              <a:ext uri="{FF2B5EF4-FFF2-40B4-BE49-F238E27FC236}">
                <a16:creationId xmlns:a16="http://schemas.microsoft.com/office/drawing/2014/main" id="{4782D668-EE4E-5319-D2E5-26C5C95A50AF}"/>
              </a:ext>
            </a:extLst>
          </p:cNvPr>
          <p:cNvSpPr txBox="1"/>
          <p:nvPr/>
        </p:nvSpPr>
        <p:spPr>
          <a:xfrm>
            <a:off x="9345168" y="249560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000" dirty="0"/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DDD5B6F2-F11E-0823-A793-97ACF5BE038C}"/>
              </a:ext>
            </a:extLst>
          </p:cNvPr>
          <p:cNvSpPr txBox="1"/>
          <p:nvPr/>
        </p:nvSpPr>
        <p:spPr>
          <a:xfrm>
            <a:off x="9729216" y="1329740"/>
            <a:ext cx="191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link</a:t>
            </a:r>
            <a:endParaRPr lang="en-US" sz="1900" dirty="0"/>
          </a:p>
        </p:txBody>
      </p:sp>
      <p:pic>
        <p:nvPicPr>
          <p:cNvPr id="38" name="ANIM_s4" descr="fig3/k5.png">
            <a:extLst>
              <a:ext uri="{FF2B5EF4-FFF2-40B4-BE49-F238E27FC236}">
                <a16:creationId xmlns:a16="http://schemas.microsoft.com/office/drawing/2014/main" id="{48D4F9E3-2220-B6DA-F0D7-97D83C06177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29216" y="1768652"/>
            <a:ext cx="1911096" cy="1911096"/>
          </a:xfrm>
          <a:prstGeom prst="rect">
            <a:avLst/>
          </a:prstGeom>
        </p:spPr>
      </p:pic>
      <p:sp>
        <p:nvSpPr>
          <p:cNvPr id="40" name="ANIM_d1">
            <a:extLst>
              <a:ext uri="{FF2B5EF4-FFF2-40B4-BE49-F238E27FC236}">
                <a16:creationId xmlns:a16="http://schemas.microsoft.com/office/drawing/2014/main" id="{6CDEAC2D-288C-E613-EAF4-1E4AE1C4BBED}"/>
              </a:ext>
            </a:extLst>
          </p:cNvPr>
          <p:cNvSpPr txBox="1"/>
          <p:nvPr/>
        </p:nvSpPr>
        <p:spPr>
          <a:xfrm>
            <a:off x="2843784" y="3743756"/>
            <a:ext cx="191109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2-D Gaussian blur (σ ≈ 1.4)</a:t>
            </a:r>
            <a:endParaRPr lang="en-US" sz="1400" dirty="0"/>
          </a:p>
        </p:txBody>
      </p:sp>
      <p:sp>
        <p:nvSpPr>
          <p:cNvPr id="42" name="ANIM_d2">
            <a:extLst>
              <a:ext uri="{FF2B5EF4-FFF2-40B4-BE49-F238E27FC236}">
                <a16:creationId xmlns:a16="http://schemas.microsoft.com/office/drawing/2014/main" id="{9596A51D-D680-30FF-C8C4-9ED31CFA5558}"/>
              </a:ext>
            </a:extLst>
          </p:cNvPr>
          <p:cNvSpPr txBox="1"/>
          <p:nvPr/>
        </p:nvSpPr>
        <p:spPr>
          <a:xfrm>
            <a:off x="5138928" y="3743756"/>
            <a:ext cx="191109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Sobel on the smoothed image: S and θ at every pixel</a:t>
            </a:r>
            <a:endParaRPr lang="en-US" sz="1400" dirty="0"/>
          </a:p>
        </p:txBody>
      </p:sp>
      <p:sp>
        <p:nvSpPr>
          <p:cNvPr id="43" name="ANIM_d3">
            <a:extLst>
              <a:ext uri="{FF2B5EF4-FFF2-40B4-BE49-F238E27FC236}">
                <a16:creationId xmlns:a16="http://schemas.microsoft.com/office/drawing/2014/main" id="{A0870FF4-F715-7A22-835A-80CD64D44570}"/>
              </a:ext>
            </a:extLst>
          </p:cNvPr>
          <p:cNvSpPr txBox="1"/>
          <p:nvPr/>
        </p:nvSpPr>
        <p:spPr>
          <a:xfrm>
            <a:off x="7434072" y="3743756"/>
            <a:ext cx="191109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non-maximum suppression: keep only the peak</a:t>
            </a:r>
            <a:endParaRPr lang="en-US" sz="1400" dirty="0"/>
          </a:p>
        </p:txBody>
      </p:sp>
      <p:sp>
        <p:nvSpPr>
          <p:cNvPr id="44" name="ANIM_d4">
            <a:extLst>
              <a:ext uri="{FF2B5EF4-FFF2-40B4-BE49-F238E27FC236}">
                <a16:creationId xmlns:a16="http://schemas.microsoft.com/office/drawing/2014/main" id="{369EE522-48C7-DDFB-9226-9CF740630D74}"/>
              </a:ext>
            </a:extLst>
          </p:cNvPr>
          <p:cNvSpPr txBox="1"/>
          <p:nvPr/>
        </p:nvSpPr>
        <p:spPr>
          <a:xfrm>
            <a:off x="9729216" y="3743756"/>
            <a:ext cx="191109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threshold + hysteresis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4256187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085E8-4766-3AD9-600E-DF5422B74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2B92881-72C9-130A-B63D-99540CFCAD58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34DCBA27-F819-47DA-BDE4-D747C96F2E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DE74391-2364-8028-15A0-A3D4BF1AEF4E}"/>
              </a:ext>
            </a:extLst>
          </p:cNvPr>
          <p:cNvCxnSpPr>
            <a:cxnSpLocks/>
          </p:cNvCxnSpPr>
          <p:nvPr/>
        </p:nvCxnSpPr>
        <p:spPr>
          <a:xfrm>
            <a:off x="435005" y="923068"/>
            <a:ext cx="1128477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021D8ED-33F2-38BA-5AD1-1659DC17D2F8}"/>
              </a:ext>
            </a:extLst>
          </p:cNvPr>
          <p:cNvSpPr txBox="1"/>
          <p:nvPr/>
        </p:nvSpPr>
        <p:spPr>
          <a:xfrm>
            <a:off x="550276" y="364476"/>
            <a:ext cx="33307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thresholding</a:t>
            </a:r>
            <a:endParaRPr lang="en-US" sz="3200" dirty="0"/>
          </a:p>
        </p:txBody>
      </p:sp>
      <p:pic>
        <p:nvPicPr>
          <p:cNvPr id="56" name="Picture 55" descr="Logo&#10;&#10;Description automatically generated">
            <a:extLst>
              <a:ext uri="{FF2B5EF4-FFF2-40B4-BE49-F238E27FC236}">
                <a16:creationId xmlns:a16="http://schemas.microsoft.com/office/drawing/2014/main" id="{AED80320-C531-7B2E-E03A-A858E0CE9F2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5" y="6487028"/>
            <a:ext cx="1747748" cy="33117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43869A79-0A71-7945-ED0C-1E198F7046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17328"/>
            <a:ext cx="578348" cy="578348"/>
          </a:xfrm>
          <a:prstGeom prst="rect">
            <a:avLst/>
          </a:prstGeom>
        </p:spPr>
      </p:pic>
      <p:sp>
        <p:nvSpPr>
          <p:cNvPr id="41" name="Parallelogram 41">
            <a:extLst>
              <a:ext uri="{FF2B5EF4-FFF2-40B4-BE49-F238E27FC236}">
                <a16:creationId xmlns:a16="http://schemas.microsoft.com/office/drawing/2014/main" id="{92963A8E-2169-B46B-8A09-26E21B61F807}"/>
              </a:ext>
            </a:extLst>
          </p:cNvPr>
          <p:cNvSpPr/>
          <p:nvPr/>
        </p:nvSpPr>
        <p:spPr>
          <a:xfrm>
            <a:off x="11427012" y="6490706"/>
            <a:ext cx="764988" cy="3709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24/34</a:t>
            </a:r>
          </a:p>
        </p:txBody>
      </p:sp>
      <p:pic>
        <p:nvPicPr>
          <p:cNvPr id="10" name="Image 4" descr="eq/thr.png">
            <a:extLst>
              <a:ext uri="{FF2B5EF4-FFF2-40B4-BE49-F238E27FC236}">
                <a16:creationId xmlns:a16="http://schemas.microsoft.com/office/drawing/2014/main" id="{B5C71EC0-64BF-DEF2-D0AE-789B319449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143000"/>
            <a:ext cx="5404104" cy="296266"/>
          </a:xfrm>
          <a:prstGeom prst="rect">
            <a:avLst/>
          </a:prstGeom>
        </p:spPr>
      </p:pic>
      <p:sp>
        <p:nvSpPr>
          <p:cNvPr id="16" name="Text 4">
            <a:extLst>
              <a:ext uri="{FF2B5EF4-FFF2-40B4-BE49-F238E27FC236}">
                <a16:creationId xmlns:a16="http://schemas.microsoft.com/office/drawing/2014/main" id="{22F0387F-2D11-2A20-0D2F-EEB1058AA0FA}"/>
              </a:ext>
            </a:extLst>
          </p:cNvPr>
          <p:cNvSpPr txBox="1"/>
          <p:nvPr/>
        </p:nvSpPr>
        <p:spPr>
          <a:xfrm>
            <a:off x="548640" y="1828800"/>
            <a:ext cx="2567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too low: false edges</a:t>
            </a:r>
            <a:endParaRPr lang="en-US" sz="1500" dirty="0"/>
          </a:p>
        </p:txBody>
      </p:sp>
      <p:pic>
        <p:nvPicPr>
          <p:cNvPr id="24" name="Image 5" descr="fig3/thr_low.png">
            <a:extLst>
              <a:ext uri="{FF2B5EF4-FFF2-40B4-BE49-F238E27FC236}">
                <a16:creationId xmlns:a16="http://schemas.microsoft.com/office/drawing/2014/main" id="{27B1A869-621F-0034-8378-F383E9EAAF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369" y="2212848"/>
            <a:ext cx="2331720" cy="2331720"/>
          </a:xfrm>
          <a:prstGeom prst="rect">
            <a:avLst/>
          </a:prstGeom>
        </p:spPr>
      </p:pic>
      <p:sp>
        <p:nvSpPr>
          <p:cNvPr id="29" name="Text 5">
            <a:extLst>
              <a:ext uri="{FF2B5EF4-FFF2-40B4-BE49-F238E27FC236}">
                <a16:creationId xmlns:a16="http://schemas.microsoft.com/office/drawing/2014/main" id="{DBFAC765-D635-8053-5283-C457D1CB0546}"/>
              </a:ext>
            </a:extLst>
          </p:cNvPr>
          <p:cNvSpPr txBox="1"/>
          <p:nvPr/>
        </p:nvSpPr>
        <p:spPr>
          <a:xfrm>
            <a:off x="3390138" y="1828800"/>
            <a:ext cx="2567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medium</a:t>
            </a:r>
            <a:endParaRPr lang="en-US" sz="1500" dirty="0"/>
          </a:p>
        </p:txBody>
      </p:sp>
      <p:pic>
        <p:nvPicPr>
          <p:cNvPr id="33" name="Image 6" descr="fig3/thr_mid.png">
            <a:extLst>
              <a:ext uri="{FF2B5EF4-FFF2-40B4-BE49-F238E27FC236}">
                <a16:creationId xmlns:a16="http://schemas.microsoft.com/office/drawing/2014/main" id="{F52DB4BE-97CB-204F-0229-E597C041C2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7867" y="2212848"/>
            <a:ext cx="2331720" cy="2331720"/>
          </a:xfrm>
          <a:prstGeom prst="rect">
            <a:avLst/>
          </a:prstGeom>
        </p:spPr>
      </p:pic>
      <p:sp>
        <p:nvSpPr>
          <p:cNvPr id="35" name="Text 6">
            <a:extLst>
              <a:ext uri="{FF2B5EF4-FFF2-40B4-BE49-F238E27FC236}">
                <a16:creationId xmlns:a16="http://schemas.microsoft.com/office/drawing/2014/main" id="{BFBCA00E-31C5-39FC-342E-05C438B43F5B}"/>
              </a:ext>
            </a:extLst>
          </p:cNvPr>
          <p:cNvSpPr txBox="1"/>
          <p:nvPr/>
        </p:nvSpPr>
        <p:spPr>
          <a:xfrm>
            <a:off x="6231636" y="1828800"/>
            <a:ext cx="2567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too high: broken edges</a:t>
            </a:r>
            <a:endParaRPr lang="en-US" sz="1500" dirty="0"/>
          </a:p>
        </p:txBody>
      </p:sp>
      <p:pic>
        <p:nvPicPr>
          <p:cNvPr id="38" name="Image 7" descr="fig3/thr_high.png">
            <a:extLst>
              <a:ext uri="{FF2B5EF4-FFF2-40B4-BE49-F238E27FC236}">
                <a16:creationId xmlns:a16="http://schemas.microsoft.com/office/drawing/2014/main" id="{58DC93F8-925D-5D75-C162-EFB0A247135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9365" y="2212848"/>
            <a:ext cx="2331720" cy="2331720"/>
          </a:xfrm>
          <a:prstGeom prst="rect">
            <a:avLst/>
          </a:prstGeom>
        </p:spPr>
      </p:pic>
      <p:sp>
        <p:nvSpPr>
          <p:cNvPr id="42" name="Text 7">
            <a:extLst>
              <a:ext uri="{FF2B5EF4-FFF2-40B4-BE49-F238E27FC236}">
                <a16:creationId xmlns:a16="http://schemas.microsoft.com/office/drawing/2014/main" id="{8AE03281-956F-E6FA-2DD2-CCDAE8AC835A}"/>
              </a:ext>
            </a:extLst>
          </p:cNvPr>
          <p:cNvSpPr txBox="1"/>
          <p:nvPr/>
        </p:nvSpPr>
        <p:spPr>
          <a:xfrm>
            <a:off x="9073134" y="1828800"/>
            <a:ext cx="2567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8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zoom: thick edges</a:t>
            </a:r>
            <a:endParaRPr lang="en-US" sz="1500" dirty="0"/>
          </a:p>
        </p:txBody>
      </p:sp>
      <p:pic>
        <p:nvPicPr>
          <p:cNvPr id="44" name="Image 8" descr="fig3/thr_zoom.png">
            <a:extLst>
              <a:ext uri="{FF2B5EF4-FFF2-40B4-BE49-F238E27FC236}">
                <a16:creationId xmlns:a16="http://schemas.microsoft.com/office/drawing/2014/main" id="{726920F4-497E-0135-ACB1-87524A3F1B5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90863" y="2212848"/>
            <a:ext cx="2331720" cy="2331720"/>
          </a:xfrm>
          <a:prstGeom prst="rect">
            <a:avLst/>
          </a:prstGeom>
        </p:spPr>
      </p:pic>
      <p:sp>
        <p:nvSpPr>
          <p:cNvPr id="46" name="Shape 8">
            <a:extLst>
              <a:ext uri="{FF2B5EF4-FFF2-40B4-BE49-F238E27FC236}">
                <a16:creationId xmlns:a16="http://schemas.microsoft.com/office/drawing/2014/main" id="{8D9CC1ED-225F-6949-A07F-0A35988C678D}"/>
              </a:ext>
            </a:extLst>
          </p:cNvPr>
          <p:cNvSpPr/>
          <p:nvPr/>
        </p:nvSpPr>
        <p:spPr>
          <a:xfrm>
            <a:off x="548640" y="5029200"/>
            <a:ext cx="384048" cy="38404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9">
            <a:extLst>
              <a:ext uri="{FF2B5EF4-FFF2-40B4-BE49-F238E27FC236}">
                <a16:creationId xmlns:a16="http://schemas.microsoft.com/office/drawing/2014/main" id="{0BA88D14-9407-9F87-1E2F-CB6F47450E53}"/>
              </a:ext>
            </a:extLst>
          </p:cNvPr>
          <p:cNvSpPr txBox="1"/>
          <p:nvPr/>
        </p:nvSpPr>
        <p:spPr>
          <a:xfrm>
            <a:off x="548640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0" name="Text 10">
            <a:extLst>
              <a:ext uri="{FF2B5EF4-FFF2-40B4-BE49-F238E27FC236}">
                <a16:creationId xmlns:a16="http://schemas.microsoft.com/office/drawing/2014/main" id="{78528C33-4C90-3BD8-7089-DED58C70AD26}"/>
              </a:ext>
            </a:extLst>
          </p:cNvPr>
          <p:cNvSpPr txBox="1"/>
          <p:nvPr/>
        </p:nvSpPr>
        <p:spPr>
          <a:xfrm>
            <a:off x="1051560" y="5001768"/>
            <a:ext cx="3011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edges: 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above T</a:t>
            </a:r>
            <a:endParaRPr lang="en-US" sz="1600" dirty="0"/>
          </a:p>
        </p:txBody>
      </p:sp>
      <p:sp>
        <p:nvSpPr>
          <p:cNvPr id="52" name="Shape 11">
            <a:extLst>
              <a:ext uri="{FF2B5EF4-FFF2-40B4-BE49-F238E27FC236}">
                <a16:creationId xmlns:a16="http://schemas.microsoft.com/office/drawing/2014/main" id="{D0CD3E60-7ECA-F36D-2E87-D5A0DD999432}"/>
              </a:ext>
            </a:extLst>
          </p:cNvPr>
          <p:cNvSpPr/>
          <p:nvPr/>
        </p:nvSpPr>
        <p:spPr>
          <a:xfrm>
            <a:off x="4337304" y="5029200"/>
            <a:ext cx="384048" cy="38404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12">
            <a:extLst>
              <a:ext uri="{FF2B5EF4-FFF2-40B4-BE49-F238E27FC236}">
                <a16:creationId xmlns:a16="http://schemas.microsoft.com/office/drawing/2014/main" id="{AD9ADBF1-2A80-A8A7-11FD-D434D10A9915}"/>
              </a:ext>
            </a:extLst>
          </p:cNvPr>
          <p:cNvSpPr txBox="1"/>
          <p:nvPr/>
        </p:nvSpPr>
        <p:spPr>
          <a:xfrm>
            <a:off x="4337304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57" name="Text 13">
            <a:extLst>
              <a:ext uri="{FF2B5EF4-FFF2-40B4-BE49-F238E27FC236}">
                <a16:creationId xmlns:a16="http://schemas.microsoft.com/office/drawing/2014/main" id="{17B75822-0532-693E-1B33-F6F21C3274E0}"/>
              </a:ext>
            </a:extLst>
          </p:cNvPr>
          <p:cNvSpPr txBox="1"/>
          <p:nvPr/>
        </p:nvSpPr>
        <p:spPr>
          <a:xfrm>
            <a:off x="4840224" y="5001768"/>
            <a:ext cx="3011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 edges: 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pixels wide</a:t>
            </a:r>
            <a:endParaRPr lang="en-US" sz="1600" dirty="0"/>
          </a:p>
        </p:txBody>
      </p:sp>
      <p:sp>
        <p:nvSpPr>
          <p:cNvPr id="59" name="Shape 14">
            <a:extLst>
              <a:ext uri="{FF2B5EF4-FFF2-40B4-BE49-F238E27FC236}">
                <a16:creationId xmlns:a16="http://schemas.microsoft.com/office/drawing/2014/main" id="{899E8587-F95E-5684-03C5-AAC936598738}"/>
              </a:ext>
            </a:extLst>
          </p:cNvPr>
          <p:cNvSpPr/>
          <p:nvPr/>
        </p:nvSpPr>
        <p:spPr>
          <a:xfrm>
            <a:off x="8125968" y="5029200"/>
            <a:ext cx="384048" cy="38404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15">
            <a:extLst>
              <a:ext uri="{FF2B5EF4-FFF2-40B4-BE49-F238E27FC236}">
                <a16:creationId xmlns:a16="http://schemas.microsoft.com/office/drawing/2014/main" id="{74785EA4-0A2A-DF30-C20C-7B4C165E30EF}"/>
              </a:ext>
            </a:extLst>
          </p:cNvPr>
          <p:cNvSpPr txBox="1"/>
          <p:nvPr/>
        </p:nvSpPr>
        <p:spPr>
          <a:xfrm>
            <a:off x="8125968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63" name="Text 16">
            <a:extLst>
              <a:ext uri="{FF2B5EF4-FFF2-40B4-BE49-F238E27FC236}">
                <a16:creationId xmlns:a16="http://schemas.microsoft.com/office/drawing/2014/main" id="{CB0D12CD-B42D-1EAF-C035-FB25CED42915}"/>
              </a:ext>
            </a:extLst>
          </p:cNvPr>
          <p:cNvSpPr txBox="1"/>
          <p:nvPr/>
        </p:nvSpPr>
        <p:spPr>
          <a:xfrm>
            <a:off x="8628888" y="5001768"/>
            <a:ext cx="3011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edges: 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where the edge is weak</a:t>
            </a:r>
            <a:endParaRPr lang="en-US" sz="1600" dirty="0"/>
          </a:p>
        </p:txBody>
      </p:sp>
      <p:sp>
        <p:nvSpPr>
          <p:cNvPr id="65" name="Shape 17">
            <a:extLst>
              <a:ext uri="{FF2B5EF4-FFF2-40B4-BE49-F238E27FC236}">
                <a16:creationId xmlns:a16="http://schemas.microsoft.com/office/drawing/2014/main" id="{49FF1CE1-35D0-3704-24D6-6B6548A781F3}"/>
              </a:ext>
            </a:extLst>
          </p:cNvPr>
          <p:cNvSpPr/>
          <p:nvPr/>
        </p:nvSpPr>
        <p:spPr>
          <a:xfrm>
            <a:off x="548640" y="5596128"/>
            <a:ext cx="11091672" cy="566928"/>
          </a:xfrm>
          <a:prstGeom prst="rect">
            <a:avLst/>
          </a:prstGeom>
          <a:solidFill>
            <a:srgbClr val="F9E4E2"/>
          </a:solidFill>
          <a:ln w="12700">
            <a:solidFill>
              <a:srgbClr val="F9E4E2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threshold gives false, thick or broken edges. Canny fixes this with thinning and hysteresis (two thresholds).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6027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8E57A-5830-AD5D-B8D2-088245350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1FC7BD7-11ED-F9C6-2ABE-F488F789F602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0FCAD553-666F-C97C-E915-9D2CA7628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Picture 55" descr="Logo&#10;&#10;Description automatically generated">
            <a:extLst>
              <a:ext uri="{FF2B5EF4-FFF2-40B4-BE49-F238E27FC236}">
                <a16:creationId xmlns:a16="http://schemas.microsoft.com/office/drawing/2014/main" id="{233788A1-2BE5-33D9-3A65-5BAFD9BB84C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5" y="6487028"/>
            <a:ext cx="1747748" cy="3311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CE9844C-EF55-3644-715C-A274B682AA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17328"/>
            <a:ext cx="578348" cy="578348"/>
          </a:xfrm>
          <a:prstGeom prst="rect">
            <a:avLst/>
          </a:prstGeom>
        </p:spPr>
      </p:pic>
      <p:sp>
        <p:nvSpPr>
          <p:cNvPr id="43" name="Parallelogram 41">
            <a:extLst>
              <a:ext uri="{FF2B5EF4-FFF2-40B4-BE49-F238E27FC236}">
                <a16:creationId xmlns:a16="http://schemas.microsoft.com/office/drawing/2014/main" id="{111BA9D1-39DD-BCBE-C276-E0890C78A0A8}"/>
              </a:ext>
            </a:extLst>
          </p:cNvPr>
          <p:cNvSpPr/>
          <p:nvPr/>
        </p:nvSpPr>
        <p:spPr>
          <a:xfrm>
            <a:off x="11427012" y="6490706"/>
            <a:ext cx="764988" cy="3709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25/34</a:t>
            </a:r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EF6F6515-6E77-6469-5979-457E603DA7A6}"/>
              </a:ext>
            </a:extLst>
          </p:cNvPr>
          <p:cNvSpPr/>
          <p:nvPr/>
        </p:nvSpPr>
        <p:spPr>
          <a:xfrm>
            <a:off x="548640" y="1371600"/>
            <a:ext cx="6126480" cy="1234440"/>
          </a:xfrm>
          <a:prstGeom prst="roundRect">
            <a:avLst>
              <a:gd name="adj" fmla="val 8889"/>
            </a:avLst>
          </a:prstGeom>
          <a:solidFill>
            <a:srgbClr val="DEEBF7"/>
          </a:solidFill>
          <a:ln w="12700">
            <a:solidFill>
              <a:srgbClr val="9DC3E6"/>
            </a:solidFill>
            <a:prstDash val="solid"/>
          </a:ln>
          <a:effectLst>
            <a:outerShdw blurRad="76200" dist="38100" dir="5400000" algn="bl" rotWithShape="0">
              <a:srgbClr val="000000">
                <a:alpha val="20000"/>
              </a:srgbClr>
            </a:outerShdw>
          </a:effectLst>
        </p:spPr>
        <p:txBody>
          <a:bodyPr lIns="180000" tIns="36000" rIns="144000" anchor="ctr"/>
          <a:lstStyle/>
          <a:p>
            <a:r>
              <a:rPr lang="en-US" sz="3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Models</a:t>
            </a:r>
            <a:endParaRPr lang="en-US" sz="3600" dirty="0"/>
          </a:p>
        </p:txBody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1B22FA2B-62E8-A66A-1255-4592EEA3F173}"/>
              </a:ext>
            </a:extLst>
          </p:cNvPr>
          <p:cNvSpPr/>
          <p:nvPr/>
        </p:nvSpPr>
        <p:spPr>
          <a:xfrm>
            <a:off x="868680" y="3063240"/>
            <a:ext cx="438912" cy="438912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AA550249-6887-9DC2-AC53-FD400844AC04}"/>
              </a:ext>
            </a:extLst>
          </p:cNvPr>
          <p:cNvSpPr txBox="1"/>
          <p:nvPr/>
        </p:nvSpPr>
        <p:spPr>
          <a:xfrm>
            <a:off x="868680" y="3063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1E6D2BE6-3DD3-2BB7-3AA7-E2B9A507FA9A}"/>
              </a:ext>
            </a:extLst>
          </p:cNvPr>
          <p:cNvSpPr txBox="1"/>
          <p:nvPr/>
        </p:nvSpPr>
        <p:spPr>
          <a:xfrm>
            <a:off x="1508760" y="3044952"/>
            <a:ext cx="38131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is added to the image</a:t>
            </a:r>
            <a:endParaRPr lang="en-US" sz="2000" dirty="0"/>
          </a:p>
        </p:txBody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D4AA6E7E-1CEB-1FEB-6AAC-374546368896}"/>
              </a:ext>
            </a:extLst>
          </p:cNvPr>
          <p:cNvSpPr/>
          <p:nvPr/>
        </p:nvSpPr>
        <p:spPr>
          <a:xfrm>
            <a:off x="868680" y="3794760"/>
            <a:ext cx="438912" cy="438912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595A3BB9-D6D8-9BD2-A76F-6058B4CE81EF}"/>
              </a:ext>
            </a:extLst>
          </p:cNvPr>
          <p:cNvSpPr txBox="1"/>
          <p:nvPr/>
        </p:nvSpPr>
        <p:spPr>
          <a:xfrm>
            <a:off x="868680" y="37947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FD376FCC-1E40-9F48-CAFF-572B1E3B3D60}"/>
              </a:ext>
            </a:extLst>
          </p:cNvPr>
          <p:cNvSpPr txBox="1"/>
          <p:nvPr/>
        </p:nvSpPr>
        <p:spPr>
          <a:xfrm>
            <a:off x="1508759" y="3776472"/>
            <a:ext cx="40355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Gaussian, uniform, and impulse noise</a:t>
            </a:r>
            <a:endParaRPr lang="en-US" sz="2000" dirty="0"/>
          </a:p>
        </p:txBody>
      </p:sp>
      <p:sp>
        <p:nvSpPr>
          <p:cNvPr id="29" name="Shape 9">
            <a:extLst>
              <a:ext uri="{FF2B5EF4-FFF2-40B4-BE49-F238E27FC236}">
                <a16:creationId xmlns:a16="http://schemas.microsoft.com/office/drawing/2014/main" id="{69CC9E46-EAED-15F8-76A4-F6EC1D209FF3}"/>
              </a:ext>
            </a:extLst>
          </p:cNvPr>
          <p:cNvSpPr/>
          <p:nvPr/>
        </p:nvSpPr>
        <p:spPr>
          <a:xfrm>
            <a:off x="868680" y="4526280"/>
            <a:ext cx="438912" cy="438912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7021072A-7318-B841-5C2C-60A236A27B47}"/>
              </a:ext>
            </a:extLst>
          </p:cNvPr>
          <p:cNvSpPr txBox="1"/>
          <p:nvPr/>
        </p:nvSpPr>
        <p:spPr>
          <a:xfrm>
            <a:off x="868680" y="4526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6" name="Text 11">
            <a:extLst>
              <a:ext uri="{FF2B5EF4-FFF2-40B4-BE49-F238E27FC236}">
                <a16:creationId xmlns:a16="http://schemas.microsoft.com/office/drawing/2014/main" id="{0E372693-0EA3-5160-82E4-651A58809490}"/>
              </a:ext>
            </a:extLst>
          </p:cNvPr>
          <p:cNvSpPr txBox="1"/>
          <p:nvPr/>
        </p:nvSpPr>
        <p:spPr>
          <a:xfrm>
            <a:off x="1508760" y="4507992"/>
            <a:ext cx="38131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noise with a histogram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520056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4471B-D33B-71D5-9B77-D7D2FD6C0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2BE2F4E-0375-DDE8-1DB1-6D72ED4570A9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634AB069-ECD0-35B2-1EE2-1A6B990A9F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E169981-FA48-69D3-82A4-F58641BE179C}"/>
              </a:ext>
            </a:extLst>
          </p:cNvPr>
          <p:cNvCxnSpPr>
            <a:cxnSpLocks/>
          </p:cNvCxnSpPr>
          <p:nvPr/>
        </p:nvCxnSpPr>
        <p:spPr>
          <a:xfrm>
            <a:off x="435005" y="923068"/>
            <a:ext cx="11349164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ACE6E2B-B0F7-9451-5370-661120AD4697}"/>
              </a:ext>
            </a:extLst>
          </p:cNvPr>
          <p:cNvSpPr txBox="1"/>
          <p:nvPr/>
        </p:nvSpPr>
        <p:spPr>
          <a:xfrm>
            <a:off x="550276" y="364476"/>
            <a:ext cx="76065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Noise is something added to the true image</a:t>
            </a:r>
          </a:p>
        </p:txBody>
      </p:sp>
      <p:pic>
        <p:nvPicPr>
          <p:cNvPr id="56" name="Picture 55" descr="Logo&#10;&#10;Description automatically generated">
            <a:extLst>
              <a:ext uri="{FF2B5EF4-FFF2-40B4-BE49-F238E27FC236}">
                <a16:creationId xmlns:a16="http://schemas.microsoft.com/office/drawing/2014/main" id="{AC853D93-23BF-5F1F-AAE9-DB39BDF79A5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5" y="6487028"/>
            <a:ext cx="1747748" cy="331175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9073A781-E732-8C6C-B65D-EBC4FE3D2E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17328"/>
            <a:ext cx="578348" cy="578348"/>
          </a:xfrm>
          <a:prstGeom prst="rect">
            <a:avLst/>
          </a:prstGeom>
        </p:spPr>
      </p:pic>
      <p:sp>
        <p:nvSpPr>
          <p:cNvPr id="1079" name="Parallelogram 41">
            <a:extLst>
              <a:ext uri="{FF2B5EF4-FFF2-40B4-BE49-F238E27FC236}">
                <a16:creationId xmlns:a16="http://schemas.microsoft.com/office/drawing/2014/main" id="{C28A18C5-CBCA-DDB5-73E2-4CF9A4831DDE}"/>
              </a:ext>
            </a:extLst>
          </p:cNvPr>
          <p:cNvSpPr/>
          <p:nvPr/>
        </p:nvSpPr>
        <p:spPr>
          <a:xfrm>
            <a:off x="11427012" y="6490706"/>
            <a:ext cx="764988" cy="3709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26/34</a:t>
            </a:r>
          </a:p>
        </p:txBody>
      </p:sp>
      <p:pic>
        <p:nvPicPr>
          <p:cNvPr id="3" name="Image 4" descr="fig2/noise_equation.png">
            <a:extLst>
              <a:ext uri="{FF2B5EF4-FFF2-40B4-BE49-F238E27FC236}">
                <a16:creationId xmlns:a16="http://schemas.microsoft.com/office/drawing/2014/main" id="{629DD10F-9F5B-97F1-E321-FB0FA0364E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143000"/>
            <a:ext cx="11091672" cy="3017520"/>
          </a:xfrm>
          <a:prstGeom prst="rect">
            <a:avLst/>
          </a:prstGeom>
        </p:spPr>
      </p:pic>
      <p:pic>
        <p:nvPicPr>
          <p:cNvPr id="5" name="Image 5" descr="eq/model.png">
            <a:extLst>
              <a:ext uri="{FF2B5EF4-FFF2-40B4-BE49-F238E27FC236}">
                <a16:creationId xmlns:a16="http://schemas.microsoft.com/office/drawing/2014/main" id="{E17C13D8-12AE-5D96-B3F0-64DEA472D5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8474" y="4521017"/>
            <a:ext cx="3441070" cy="410931"/>
          </a:xfrm>
          <a:prstGeom prst="rect">
            <a:avLst/>
          </a:prstGeom>
        </p:spPr>
      </p:pic>
      <p:sp>
        <p:nvSpPr>
          <p:cNvPr id="9" name="Shape 4">
            <a:extLst>
              <a:ext uri="{FF2B5EF4-FFF2-40B4-BE49-F238E27FC236}">
                <a16:creationId xmlns:a16="http://schemas.microsoft.com/office/drawing/2014/main" id="{33668499-8457-FC47-6846-2CA9CAB47F82}"/>
              </a:ext>
            </a:extLst>
          </p:cNvPr>
          <p:cNvSpPr/>
          <p:nvPr/>
        </p:nvSpPr>
        <p:spPr>
          <a:xfrm>
            <a:off x="548640" y="5517187"/>
            <a:ext cx="11091672" cy="566928"/>
          </a:xfrm>
          <a:prstGeom prst="rect">
            <a:avLst/>
          </a:prstGeom>
          <a:solidFill>
            <a:srgbClr val="F9E4E2"/>
          </a:solidFill>
          <a:ln w="12700">
            <a:solidFill>
              <a:srgbClr val="F9E4E2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dirty="0">
                <a:solidFill>
                  <a:srgbClr val="1F2937"/>
                </a:solidFill>
                <a:latin typeface="Calibri" pitchFamily="34" charset="0"/>
                <a:cs typeface="Calibri" pitchFamily="34" charset="-120"/>
              </a:rPr>
              <a:t>A noise </a:t>
            </a:r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describes which values η can take, and how often. Its shape tells us which filter to use.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72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F60E8-2308-9703-1627-03D1DD812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9B7FD74-00EC-4511-B9E9-CC4C79A3DF87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F0BDD3E9-DFFA-3629-AE77-B3F8F91325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0E31E47-2235-D4CE-8121-4CC47977714B}"/>
              </a:ext>
            </a:extLst>
          </p:cNvPr>
          <p:cNvCxnSpPr>
            <a:cxnSpLocks/>
          </p:cNvCxnSpPr>
          <p:nvPr/>
        </p:nvCxnSpPr>
        <p:spPr>
          <a:xfrm>
            <a:off x="435005" y="923068"/>
            <a:ext cx="11368482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D44461B-5403-5A8E-4DAA-40E393A224A7}"/>
              </a:ext>
            </a:extLst>
          </p:cNvPr>
          <p:cNvSpPr txBox="1"/>
          <p:nvPr/>
        </p:nvSpPr>
        <p:spPr>
          <a:xfrm>
            <a:off x="550276" y="364476"/>
            <a:ext cx="36056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Three kinds of noise</a:t>
            </a:r>
          </a:p>
        </p:txBody>
      </p:sp>
      <p:pic>
        <p:nvPicPr>
          <p:cNvPr id="56" name="Picture 55" descr="Logo&#10;&#10;Description automatically generated">
            <a:extLst>
              <a:ext uri="{FF2B5EF4-FFF2-40B4-BE49-F238E27FC236}">
                <a16:creationId xmlns:a16="http://schemas.microsoft.com/office/drawing/2014/main" id="{0A93C226-2E71-6BDC-16F0-1B3C457EE4F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5" y="6487028"/>
            <a:ext cx="1747748" cy="331175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93FB7164-68C9-16BD-C452-88B5E062CD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17328"/>
            <a:ext cx="578348" cy="578348"/>
          </a:xfrm>
          <a:prstGeom prst="rect">
            <a:avLst/>
          </a:prstGeom>
        </p:spPr>
      </p:pic>
      <p:sp>
        <p:nvSpPr>
          <p:cNvPr id="92" name="Parallelogram 41">
            <a:extLst>
              <a:ext uri="{FF2B5EF4-FFF2-40B4-BE49-F238E27FC236}">
                <a16:creationId xmlns:a16="http://schemas.microsoft.com/office/drawing/2014/main" id="{74AC2777-BDAE-04F6-A6D2-C2508FF5B2B4}"/>
              </a:ext>
            </a:extLst>
          </p:cNvPr>
          <p:cNvSpPr/>
          <p:nvPr/>
        </p:nvSpPr>
        <p:spPr>
          <a:xfrm>
            <a:off x="11427012" y="6490706"/>
            <a:ext cx="764988" cy="3709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27/34</a:t>
            </a: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481D4C97-665E-AB2A-27AB-8D00B17803B4}"/>
              </a:ext>
            </a:extLst>
          </p:cNvPr>
          <p:cNvSpPr txBox="1"/>
          <p:nvPr/>
        </p:nvSpPr>
        <p:spPr>
          <a:xfrm>
            <a:off x="3241473" y="5288849"/>
            <a:ext cx="5635072" cy="218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Top: what it looks like (zoom).  Bottom: its probability curve (pdf).</a:t>
            </a:r>
            <a:endParaRPr lang="en-US" sz="150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29EBF32B-6F41-591C-8BE3-B7686AA41D45}"/>
              </a:ext>
            </a:extLst>
          </p:cNvPr>
          <p:cNvSpPr/>
          <p:nvPr/>
        </p:nvSpPr>
        <p:spPr>
          <a:xfrm>
            <a:off x="548640" y="5713564"/>
            <a:ext cx="11091672" cy="449491"/>
          </a:xfrm>
          <a:prstGeom prst="rect">
            <a:avLst/>
          </a:prstGeom>
          <a:solidFill>
            <a:srgbClr val="F9E4E2"/>
          </a:solidFill>
          <a:ln w="12700">
            <a:solidFill>
              <a:srgbClr val="F9E4E2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and uniform: </a:t>
            </a:r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pixel slightly wrong. </a:t>
            </a:r>
            <a:r>
              <a:rPr lang="en-US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Impulse: </a:t>
            </a:r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pixels completely wrong.</a:t>
            </a:r>
            <a:endParaRPr lang="en-US" dirty="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466411C7-B68E-B517-E79D-6A80611C152F}"/>
              </a:ext>
            </a:extLst>
          </p:cNvPr>
          <p:cNvSpPr txBox="1"/>
          <p:nvPr/>
        </p:nvSpPr>
        <p:spPr>
          <a:xfrm>
            <a:off x="548640" y="982025"/>
            <a:ext cx="3514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</a:t>
            </a:r>
            <a:endParaRPr lang="en-US" sz="1800" dirty="0"/>
          </a:p>
        </p:txBody>
      </p:sp>
      <p:pic>
        <p:nvPicPr>
          <p:cNvPr id="10" name="Image 4" descr="fig3/nt_g.png">
            <a:extLst>
              <a:ext uri="{FF2B5EF4-FFF2-40B4-BE49-F238E27FC236}">
                <a16:creationId xmlns:a16="http://schemas.microsoft.com/office/drawing/2014/main" id="{BB7450F6-478D-A41B-1769-5C45A8FFDF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1412" y="1393505"/>
            <a:ext cx="1828800" cy="1828800"/>
          </a:xfrm>
          <a:prstGeom prst="rect">
            <a:avLst/>
          </a:prstGeom>
        </p:spPr>
      </p:pic>
      <p:pic>
        <p:nvPicPr>
          <p:cNvPr id="12" name="Image 5" descr="fig3/nt_pdf_g.png">
            <a:extLst>
              <a:ext uri="{FF2B5EF4-FFF2-40B4-BE49-F238E27FC236}">
                <a16:creationId xmlns:a16="http://schemas.microsoft.com/office/drawing/2014/main" id="{5B27CF4E-D325-165E-37A4-AD83D2ED94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339" y="3313745"/>
            <a:ext cx="2576945" cy="1417320"/>
          </a:xfrm>
          <a:prstGeom prst="rect">
            <a:avLst/>
          </a:prstGeom>
        </p:spPr>
      </p:pic>
      <p:sp>
        <p:nvSpPr>
          <p:cNvPr id="14" name="Text 5">
            <a:extLst>
              <a:ext uri="{FF2B5EF4-FFF2-40B4-BE49-F238E27FC236}">
                <a16:creationId xmlns:a16="http://schemas.microsoft.com/office/drawing/2014/main" id="{7F317836-A29C-2FC8-F118-FDB9C7C6C9A2}"/>
              </a:ext>
            </a:extLst>
          </p:cNvPr>
          <p:cNvSpPr txBox="1"/>
          <p:nvPr/>
        </p:nvSpPr>
        <p:spPr>
          <a:xfrm>
            <a:off x="548640" y="4804217"/>
            <a:ext cx="3514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pixel slightly wrong (bell curve)</a:t>
            </a:r>
            <a:endParaRPr lang="en-US" sz="1500" dirty="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160BFB55-A6C0-0E63-F715-3135696A3C41}"/>
              </a:ext>
            </a:extLst>
          </p:cNvPr>
          <p:cNvSpPr txBox="1"/>
          <p:nvPr/>
        </p:nvSpPr>
        <p:spPr>
          <a:xfrm>
            <a:off x="4337304" y="982025"/>
            <a:ext cx="3514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</a:t>
            </a:r>
            <a:endParaRPr lang="en-US" sz="1800" dirty="0"/>
          </a:p>
        </p:txBody>
      </p:sp>
      <p:pic>
        <p:nvPicPr>
          <p:cNvPr id="18" name="Image 6" descr="fig3/nt_u.png">
            <a:extLst>
              <a:ext uri="{FF2B5EF4-FFF2-40B4-BE49-F238E27FC236}">
                <a16:creationId xmlns:a16="http://schemas.microsoft.com/office/drawing/2014/main" id="{C2B6631E-53FD-38C0-E966-D88BCFC2C7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80076" y="1393505"/>
            <a:ext cx="1828800" cy="1828800"/>
          </a:xfrm>
          <a:prstGeom prst="rect">
            <a:avLst/>
          </a:prstGeom>
        </p:spPr>
      </p:pic>
      <p:pic>
        <p:nvPicPr>
          <p:cNvPr id="20" name="Image 7" descr="fig3/nt_pdf_u.png">
            <a:extLst>
              <a:ext uri="{FF2B5EF4-FFF2-40B4-BE49-F238E27FC236}">
                <a16:creationId xmlns:a16="http://schemas.microsoft.com/office/drawing/2014/main" id="{EABBB3E1-3D93-4D25-9357-0095449F56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6003" y="3313745"/>
            <a:ext cx="2576945" cy="1417320"/>
          </a:xfrm>
          <a:prstGeom prst="rect">
            <a:avLst/>
          </a:prstGeom>
        </p:spPr>
      </p:pic>
      <p:sp>
        <p:nvSpPr>
          <p:cNvPr id="22" name="Text 7">
            <a:extLst>
              <a:ext uri="{FF2B5EF4-FFF2-40B4-BE49-F238E27FC236}">
                <a16:creationId xmlns:a16="http://schemas.microsoft.com/office/drawing/2014/main" id="{5DB375EC-CD9D-E97F-AF7D-5902D66A3511}"/>
              </a:ext>
            </a:extLst>
          </p:cNvPr>
          <p:cNvSpPr txBox="1"/>
          <p:nvPr/>
        </p:nvSpPr>
        <p:spPr>
          <a:xfrm>
            <a:off x="4337304" y="4804217"/>
            <a:ext cx="3514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pixel slightly wrong (flat)</a:t>
            </a:r>
            <a:endParaRPr lang="en-US" sz="1500" dirty="0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B1109A15-7136-A05A-0A21-AFC786BDA992}"/>
              </a:ext>
            </a:extLst>
          </p:cNvPr>
          <p:cNvSpPr txBox="1"/>
          <p:nvPr/>
        </p:nvSpPr>
        <p:spPr>
          <a:xfrm>
            <a:off x="8125968" y="982025"/>
            <a:ext cx="3514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Impulse (salt &amp; pepper)</a:t>
            </a:r>
            <a:endParaRPr lang="en-US" sz="1800" dirty="0"/>
          </a:p>
        </p:txBody>
      </p:sp>
      <p:pic>
        <p:nvPicPr>
          <p:cNvPr id="27" name="Image 8" descr="fig3/nt_i.png">
            <a:extLst>
              <a:ext uri="{FF2B5EF4-FFF2-40B4-BE49-F238E27FC236}">
                <a16:creationId xmlns:a16="http://schemas.microsoft.com/office/drawing/2014/main" id="{148AC22D-9F18-9722-4909-376C4DE1ECB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68740" y="1393505"/>
            <a:ext cx="1828800" cy="1828800"/>
          </a:xfrm>
          <a:prstGeom prst="rect">
            <a:avLst/>
          </a:prstGeom>
        </p:spPr>
      </p:pic>
      <p:pic>
        <p:nvPicPr>
          <p:cNvPr id="30" name="Image 9" descr="fig3/nt_pdf_i.png">
            <a:extLst>
              <a:ext uri="{FF2B5EF4-FFF2-40B4-BE49-F238E27FC236}">
                <a16:creationId xmlns:a16="http://schemas.microsoft.com/office/drawing/2014/main" id="{5B30FD24-0E0E-FBD1-A108-99E1690AF97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94667" y="3313745"/>
            <a:ext cx="2576945" cy="1417320"/>
          </a:xfrm>
          <a:prstGeom prst="rect">
            <a:avLst/>
          </a:prstGeom>
        </p:spPr>
      </p:pic>
      <p:sp>
        <p:nvSpPr>
          <p:cNvPr id="32" name="Text 9">
            <a:extLst>
              <a:ext uri="{FF2B5EF4-FFF2-40B4-BE49-F238E27FC236}">
                <a16:creationId xmlns:a16="http://schemas.microsoft.com/office/drawing/2014/main" id="{6F54144F-9162-3423-F121-5EAC8F0C1A5F}"/>
              </a:ext>
            </a:extLst>
          </p:cNvPr>
          <p:cNvSpPr txBox="1"/>
          <p:nvPr/>
        </p:nvSpPr>
        <p:spPr>
          <a:xfrm>
            <a:off x="8125968" y="4804217"/>
            <a:ext cx="3514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pixels completely wrong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7898996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9A637-DB97-B402-E8D9-457085887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BDB0E19-2890-40C8-032A-8E85D791BCED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E4E1A815-777F-5A17-26E2-2382C3B27F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564C2F0-65B3-E54A-1A28-132F258498A6}"/>
              </a:ext>
            </a:extLst>
          </p:cNvPr>
          <p:cNvCxnSpPr>
            <a:cxnSpLocks/>
          </p:cNvCxnSpPr>
          <p:nvPr/>
        </p:nvCxnSpPr>
        <p:spPr>
          <a:xfrm>
            <a:off x="435005" y="923068"/>
            <a:ext cx="11368482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D5B351D-FE7C-464E-BA6B-84A37222BF0A}"/>
              </a:ext>
            </a:extLst>
          </p:cNvPr>
          <p:cNvSpPr txBox="1"/>
          <p:nvPr/>
        </p:nvSpPr>
        <p:spPr>
          <a:xfrm>
            <a:off x="550276" y="364476"/>
            <a:ext cx="31501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Build a histogram</a:t>
            </a:r>
          </a:p>
        </p:txBody>
      </p:sp>
      <p:pic>
        <p:nvPicPr>
          <p:cNvPr id="56" name="Picture 55" descr="Logo&#10;&#10;Description automatically generated">
            <a:extLst>
              <a:ext uri="{FF2B5EF4-FFF2-40B4-BE49-F238E27FC236}">
                <a16:creationId xmlns:a16="http://schemas.microsoft.com/office/drawing/2014/main" id="{DFDA95D1-7660-F390-5869-628E8AC61A9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5" y="6487028"/>
            <a:ext cx="1747748" cy="331175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FA1FD85D-B1C1-B1E2-99D0-D440320924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17328"/>
            <a:ext cx="578348" cy="578348"/>
          </a:xfrm>
          <a:prstGeom prst="rect">
            <a:avLst/>
          </a:prstGeom>
        </p:spPr>
      </p:pic>
      <p:sp>
        <p:nvSpPr>
          <p:cNvPr id="92" name="Parallelogram 41">
            <a:extLst>
              <a:ext uri="{FF2B5EF4-FFF2-40B4-BE49-F238E27FC236}">
                <a16:creationId xmlns:a16="http://schemas.microsoft.com/office/drawing/2014/main" id="{2FE22001-6301-4A77-6B9C-4847CC8ACD1A}"/>
              </a:ext>
            </a:extLst>
          </p:cNvPr>
          <p:cNvSpPr/>
          <p:nvPr/>
        </p:nvSpPr>
        <p:spPr>
          <a:xfrm>
            <a:off x="11427012" y="6490706"/>
            <a:ext cx="764988" cy="3709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28/34</a:t>
            </a: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FD9AE01B-890B-D823-18AE-9C6BBBC3135A}"/>
              </a:ext>
            </a:extLst>
          </p:cNvPr>
          <p:cNvSpPr txBox="1"/>
          <p:nvPr/>
        </p:nvSpPr>
        <p:spPr>
          <a:xfrm>
            <a:off x="548640" y="1143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tiny 4 × 4 image</a:t>
            </a:r>
            <a:endParaRPr lang="en-US" sz="1600" dirty="0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8C241905-EACA-CB85-8A91-799560B0030E}"/>
              </a:ext>
            </a:extLst>
          </p:cNvPr>
          <p:cNvSpPr/>
          <p:nvPr/>
        </p:nvSpPr>
        <p:spPr>
          <a:xfrm>
            <a:off x="822960" y="1554480"/>
            <a:ext cx="594360" cy="594360"/>
          </a:xfrm>
          <a:prstGeom prst="rect">
            <a:avLst/>
          </a:prstGeom>
          <a:solidFill>
            <a:srgbClr val="002060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355E039C-C4A8-900F-6095-7E78C90BA5C1}"/>
              </a:ext>
            </a:extLst>
          </p:cNvPr>
          <p:cNvSpPr txBox="1"/>
          <p:nvPr/>
        </p:nvSpPr>
        <p:spPr>
          <a:xfrm>
            <a:off x="822960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5C350978-BEE0-B1A1-353C-581A5654DE9C}"/>
              </a:ext>
            </a:extLst>
          </p:cNvPr>
          <p:cNvSpPr/>
          <p:nvPr/>
        </p:nvSpPr>
        <p:spPr>
          <a:xfrm>
            <a:off x="1417320" y="1554480"/>
            <a:ext cx="594360" cy="594360"/>
          </a:xfrm>
          <a:prstGeom prst="rect">
            <a:avLst/>
          </a:prstGeom>
          <a:solidFill>
            <a:srgbClr val="002060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BC26C5DB-3FD8-F438-CF50-5C84FF8397D9}"/>
              </a:ext>
            </a:extLst>
          </p:cNvPr>
          <p:cNvSpPr txBox="1"/>
          <p:nvPr/>
        </p:nvSpPr>
        <p:spPr>
          <a:xfrm>
            <a:off x="1417320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29" name="Shape 9">
            <a:extLst>
              <a:ext uri="{FF2B5EF4-FFF2-40B4-BE49-F238E27FC236}">
                <a16:creationId xmlns:a16="http://schemas.microsoft.com/office/drawing/2014/main" id="{3D9C7396-8BE2-6DB0-0259-F22264435F18}"/>
              </a:ext>
            </a:extLst>
          </p:cNvPr>
          <p:cNvSpPr/>
          <p:nvPr/>
        </p:nvSpPr>
        <p:spPr>
          <a:xfrm>
            <a:off x="2011680" y="1554480"/>
            <a:ext cx="594360" cy="594360"/>
          </a:xfrm>
          <a:prstGeom prst="rect">
            <a:avLst/>
          </a:prstGeom>
          <a:solidFill>
            <a:srgbClr val="0070C0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B5CA604E-6FF6-52D5-7863-87DC57BA4D44}"/>
              </a:ext>
            </a:extLst>
          </p:cNvPr>
          <p:cNvSpPr txBox="1"/>
          <p:nvPr/>
        </p:nvSpPr>
        <p:spPr>
          <a:xfrm>
            <a:off x="2011680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35" name="Shape 11">
            <a:extLst>
              <a:ext uri="{FF2B5EF4-FFF2-40B4-BE49-F238E27FC236}">
                <a16:creationId xmlns:a16="http://schemas.microsoft.com/office/drawing/2014/main" id="{698FD328-3E99-E9FA-5E7A-61C234A5D8C1}"/>
              </a:ext>
            </a:extLst>
          </p:cNvPr>
          <p:cNvSpPr/>
          <p:nvPr/>
        </p:nvSpPr>
        <p:spPr>
          <a:xfrm>
            <a:off x="2606040" y="1554480"/>
            <a:ext cx="594360" cy="594360"/>
          </a:xfrm>
          <a:prstGeom prst="rect">
            <a:avLst/>
          </a:prstGeom>
          <a:solidFill>
            <a:srgbClr val="0070C0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75A29C58-D4B4-3E47-F591-BC6FBC483D34}"/>
              </a:ext>
            </a:extLst>
          </p:cNvPr>
          <p:cNvSpPr txBox="1"/>
          <p:nvPr/>
        </p:nvSpPr>
        <p:spPr>
          <a:xfrm>
            <a:off x="2606040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39" name="Shape 13">
            <a:extLst>
              <a:ext uri="{FF2B5EF4-FFF2-40B4-BE49-F238E27FC236}">
                <a16:creationId xmlns:a16="http://schemas.microsoft.com/office/drawing/2014/main" id="{6075D10F-D147-96CE-86DC-2839746D2C60}"/>
              </a:ext>
            </a:extLst>
          </p:cNvPr>
          <p:cNvSpPr/>
          <p:nvPr/>
        </p:nvSpPr>
        <p:spPr>
          <a:xfrm>
            <a:off x="822960" y="2148840"/>
            <a:ext cx="594360" cy="594360"/>
          </a:xfrm>
          <a:prstGeom prst="rect">
            <a:avLst/>
          </a:prstGeom>
          <a:solidFill>
            <a:srgbClr val="002060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14">
            <a:extLst>
              <a:ext uri="{FF2B5EF4-FFF2-40B4-BE49-F238E27FC236}">
                <a16:creationId xmlns:a16="http://schemas.microsoft.com/office/drawing/2014/main" id="{5DAC69D5-30FD-2961-5277-F416C00B6BA4}"/>
              </a:ext>
            </a:extLst>
          </p:cNvPr>
          <p:cNvSpPr txBox="1"/>
          <p:nvPr/>
        </p:nvSpPr>
        <p:spPr>
          <a:xfrm>
            <a:off x="822960" y="2148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43" name="Shape 15">
            <a:extLst>
              <a:ext uri="{FF2B5EF4-FFF2-40B4-BE49-F238E27FC236}">
                <a16:creationId xmlns:a16="http://schemas.microsoft.com/office/drawing/2014/main" id="{18F03E9E-0725-4DFB-530B-E3298A8436A3}"/>
              </a:ext>
            </a:extLst>
          </p:cNvPr>
          <p:cNvSpPr/>
          <p:nvPr/>
        </p:nvSpPr>
        <p:spPr>
          <a:xfrm>
            <a:off x="1417320" y="2148840"/>
            <a:ext cx="594360" cy="594360"/>
          </a:xfrm>
          <a:prstGeom prst="rect">
            <a:avLst/>
          </a:prstGeom>
          <a:solidFill>
            <a:srgbClr val="16A99A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16">
            <a:extLst>
              <a:ext uri="{FF2B5EF4-FFF2-40B4-BE49-F238E27FC236}">
                <a16:creationId xmlns:a16="http://schemas.microsoft.com/office/drawing/2014/main" id="{1BD74FE2-3BE8-0FB1-95C3-14F1AC056574}"/>
              </a:ext>
            </a:extLst>
          </p:cNvPr>
          <p:cNvSpPr txBox="1"/>
          <p:nvPr/>
        </p:nvSpPr>
        <p:spPr>
          <a:xfrm>
            <a:off x="1417320" y="2148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47" name="Shape 17">
            <a:extLst>
              <a:ext uri="{FF2B5EF4-FFF2-40B4-BE49-F238E27FC236}">
                <a16:creationId xmlns:a16="http://schemas.microsoft.com/office/drawing/2014/main" id="{394643CA-DE44-03FD-522F-667F0EEEA449}"/>
              </a:ext>
            </a:extLst>
          </p:cNvPr>
          <p:cNvSpPr/>
          <p:nvPr/>
        </p:nvSpPr>
        <p:spPr>
          <a:xfrm>
            <a:off x="2011680" y="2148840"/>
            <a:ext cx="594360" cy="594360"/>
          </a:xfrm>
          <a:prstGeom prst="rect">
            <a:avLst/>
          </a:prstGeom>
          <a:solidFill>
            <a:srgbClr val="16A99A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18">
            <a:extLst>
              <a:ext uri="{FF2B5EF4-FFF2-40B4-BE49-F238E27FC236}">
                <a16:creationId xmlns:a16="http://schemas.microsoft.com/office/drawing/2014/main" id="{E05C689B-5F33-6EB0-8C27-209ED8CBD3A5}"/>
              </a:ext>
            </a:extLst>
          </p:cNvPr>
          <p:cNvSpPr txBox="1"/>
          <p:nvPr/>
        </p:nvSpPr>
        <p:spPr>
          <a:xfrm>
            <a:off x="2011680" y="2148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51" name="Shape 19">
            <a:extLst>
              <a:ext uri="{FF2B5EF4-FFF2-40B4-BE49-F238E27FC236}">
                <a16:creationId xmlns:a16="http://schemas.microsoft.com/office/drawing/2014/main" id="{490F27DF-53B9-5758-D6E6-C655276B0E6D}"/>
              </a:ext>
            </a:extLst>
          </p:cNvPr>
          <p:cNvSpPr/>
          <p:nvPr/>
        </p:nvSpPr>
        <p:spPr>
          <a:xfrm>
            <a:off x="2606040" y="2148840"/>
            <a:ext cx="594360" cy="594360"/>
          </a:xfrm>
          <a:prstGeom prst="rect">
            <a:avLst/>
          </a:prstGeom>
          <a:solidFill>
            <a:srgbClr val="0070C0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20">
            <a:extLst>
              <a:ext uri="{FF2B5EF4-FFF2-40B4-BE49-F238E27FC236}">
                <a16:creationId xmlns:a16="http://schemas.microsoft.com/office/drawing/2014/main" id="{4640D1B8-AB37-801A-6F50-D3C048D84D30}"/>
              </a:ext>
            </a:extLst>
          </p:cNvPr>
          <p:cNvSpPr txBox="1"/>
          <p:nvPr/>
        </p:nvSpPr>
        <p:spPr>
          <a:xfrm>
            <a:off x="2606040" y="2148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5" name="Shape 21">
            <a:extLst>
              <a:ext uri="{FF2B5EF4-FFF2-40B4-BE49-F238E27FC236}">
                <a16:creationId xmlns:a16="http://schemas.microsoft.com/office/drawing/2014/main" id="{9BBC7D77-1E60-4DCF-430A-B685C660C730}"/>
              </a:ext>
            </a:extLst>
          </p:cNvPr>
          <p:cNvSpPr/>
          <p:nvPr/>
        </p:nvSpPr>
        <p:spPr>
          <a:xfrm>
            <a:off x="822960" y="2743200"/>
            <a:ext cx="594360" cy="594360"/>
          </a:xfrm>
          <a:prstGeom prst="rect">
            <a:avLst/>
          </a:prstGeom>
          <a:solidFill>
            <a:srgbClr val="E08E0B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22">
            <a:extLst>
              <a:ext uri="{FF2B5EF4-FFF2-40B4-BE49-F238E27FC236}">
                <a16:creationId xmlns:a16="http://schemas.microsoft.com/office/drawing/2014/main" id="{96C02B5C-29A0-73F3-6D78-C014594C7C1F}"/>
              </a:ext>
            </a:extLst>
          </p:cNvPr>
          <p:cNvSpPr txBox="1"/>
          <p:nvPr/>
        </p:nvSpPr>
        <p:spPr>
          <a:xfrm>
            <a:off x="822960" y="2743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60" name="Shape 23">
            <a:extLst>
              <a:ext uri="{FF2B5EF4-FFF2-40B4-BE49-F238E27FC236}">
                <a16:creationId xmlns:a16="http://schemas.microsoft.com/office/drawing/2014/main" id="{2AFB13EB-D35B-127C-DAAE-088A3C300BF0}"/>
              </a:ext>
            </a:extLst>
          </p:cNvPr>
          <p:cNvSpPr/>
          <p:nvPr/>
        </p:nvSpPr>
        <p:spPr>
          <a:xfrm>
            <a:off x="1417320" y="2743200"/>
            <a:ext cx="594360" cy="594360"/>
          </a:xfrm>
          <a:prstGeom prst="rect">
            <a:avLst/>
          </a:prstGeom>
          <a:solidFill>
            <a:srgbClr val="16A99A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24">
            <a:extLst>
              <a:ext uri="{FF2B5EF4-FFF2-40B4-BE49-F238E27FC236}">
                <a16:creationId xmlns:a16="http://schemas.microsoft.com/office/drawing/2014/main" id="{40EF6EA1-4DF6-6B42-C465-592CDC48B3EC}"/>
              </a:ext>
            </a:extLst>
          </p:cNvPr>
          <p:cNvSpPr txBox="1"/>
          <p:nvPr/>
        </p:nvSpPr>
        <p:spPr>
          <a:xfrm>
            <a:off x="1417320" y="2743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64" name="Shape 25">
            <a:extLst>
              <a:ext uri="{FF2B5EF4-FFF2-40B4-BE49-F238E27FC236}">
                <a16:creationId xmlns:a16="http://schemas.microsoft.com/office/drawing/2014/main" id="{363CBF2E-DEA4-648A-8B9C-0C05025C73EE}"/>
              </a:ext>
            </a:extLst>
          </p:cNvPr>
          <p:cNvSpPr/>
          <p:nvPr/>
        </p:nvSpPr>
        <p:spPr>
          <a:xfrm>
            <a:off x="2011680" y="2743200"/>
            <a:ext cx="594360" cy="594360"/>
          </a:xfrm>
          <a:prstGeom prst="rect">
            <a:avLst/>
          </a:prstGeom>
          <a:solidFill>
            <a:srgbClr val="16A99A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26">
            <a:extLst>
              <a:ext uri="{FF2B5EF4-FFF2-40B4-BE49-F238E27FC236}">
                <a16:creationId xmlns:a16="http://schemas.microsoft.com/office/drawing/2014/main" id="{79333FD0-E18D-E648-802B-EE48B0CBA241}"/>
              </a:ext>
            </a:extLst>
          </p:cNvPr>
          <p:cNvSpPr txBox="1"/>
          <p:nvPr/>
        </p:nvSpPr>
        <p:spPr>
          <a:xfrm>
            <a:off x="2011680" y="2743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68" name="Shape 27">
            <a:extLst>
              <a:ext uri="{FF2B5EF4-FFF2-40B4-BE49-F238E27FC236}">
                <a16:creationId xmlns:a16="http://schemas.microsoft.com/office/drawing/2014/main" id="{F44DCE6B-285F-DC65-B76F-A8C81542FAE0}"/>
              </a:ext>
            </a:extLst>
          </p:cNvPr>
          <p:cNvSpPr/>
          <p:nvPr/>
        </p:nvSpPr>
        <p:spPr>
          <a:xfrm>
            <a:off x="2606040" y="2743200"/>
            <a:ext cx="594360" cy="594360"/>
          </a:xfrm>
          <a:prstGeom prst="rect">
            <a:avLst/>
          </a:prstGeom>
          <a:solidFill>
            <a:srgbClr val="0070C0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28">
            <a:extLst>
              <a:ext uri="{FF2B5EF4-FFF2-40B4-BE49-F238E27FC236}">
                <a16:creationId xmlns:a16="http://schemas.microsoft.com/office/drawing/2014/main" id="{A7855ABF-63B3-D2EB-5261-FAB63ED6B46B}"/>
              </a:ext>
            </a:extLst>
          </p:cNvPr>
          <p:cNvSpPr txBox="1"/>
          <p:nvPr/>
        </p:nvSpPr>
        <p:spPr>
          <a:xfrm>
            <a:off x="2606040" y="2743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3" name="Shape 29">
            <a:extLst>
              <a:ext uri="{FF2B5EF4-FFF2-40B4-BE49-F238E27FC236}">
                <a16:creationId xmlns:a16="http://schemas.microsoft.com/office/drawing/2014/main" id="{26D856FC-9CAC-CF27-C6CE-4920F453C174}"/>
              </a:ext>
            </a:extLst>
          </p:cNvPr>
          <p:cNvSpPr/>
          <p:nvPr/>
        </p:nvSpPr>
        <p:spPr>
          <a:xfrm>
            <a:off x="822960" y="3337560"/>
            <a:ext cx="594360" cy="594360"/>
          </a:xfrm>
          <a:prstGeom prst="rect">
            <a:avLst/>
          </a:prstGeom>
          <a:solidFill>
            <a:srgbClr val="E08E0B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30">
            <a:extLst>
              <a:ext uri="{FF2B5EF4-FFF2-40B4-BE49-F238E27FC236}">
                <a16:creationId xmlns:a16="http://schemas.microsoft.com/office/drawing/2014/main" id="{3EF4DE74-0294-E119-2715-47CEF967CA12}"/>
              </a:ext>
            </a:extLst>
          </p:cNvPr>
          <p:cNvSpPr txBox="1"/>
          <p:nvPr/>
        </p:nvSpPr>
        <p:spPr>
          <a:xfrm>
            <a:off x="822960" y="3337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77" name="Shape 31">
            <a:extLst>
              <a:ext uri="{FF2B5EF4-FFF2-40B4-BE49-F238E27FC236}">
                <a16:creationId xmlns:a16="http://schemas.microsoft.com/office/drawing/2014/main" id="{36923F6E-0EB3-39E5-369C-2ED7949F41C8}"/>
              </a:ext>
            </a:extLst>
          </p:cNvPr>
          <p:cNvSpPr/>
          <p:nvPr/>
        </p:nvSpPr>
        <p:spPr>
          <a:xfrm>
            <a:off x="1417320" y="3337560"/>
            <a:ext cx="594360" cy="594360"/>
          </a:xfrm>
          <a:prstGeom prst="rect">
            <a:avLst/>
          </a:prstGeom>
          <a:solidFill>
            <a:srgbClr val="E08E0B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32">
            <a:extLst>
              <a:ext uri="{FF2B5EF4-FFF2-40B4-BE49-F238E27FC236}">
                <a16:creationId xmlns:a16="http://schemas.microsoft.com/office/drawing/2014/main" id="{B164F91A-C13F-1487-46DF-B13A131097C3}"/>
              </a:ext>
            </a:extLst>
          </p:cNvPr>
          <p:cNvSpPr txBox="1"/>
          <p:nvPr/>
        </p:nvSpPr>
        <p:spPr>
          <a:xfrm>
            <a:off x="1417320" y="3337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81" name="Shape 33">
            <a:extLst>
              <a:ext uri="{FF2B5EF4-FFF2-40B4-BE49-F238E27FC236}">
                <a16:creationId xmlns:a16="http://schemas.microsoft.com/office/drawing/2014/main" id="{B09D27A8-5BD2-8CE5-5EF3-AB7B97B30A6C}"/>
              </a:ext>
            </a:extLst>
          </p:cNvPr>
          <p:cNvSpPr/>
          <p:nvPr/>
        </p:nvSpPr>
        <p:spPr>
          <a:xfrm>
            <a:off x="2011680" y="3337560"/>
            <a:ext cx="594360" cy="594360"/>
          </a:xfrm>
          <a:prstGeom prst="rect">
            <a:avLst/>
          </a:prstGeom>
          <a:solidFill>
            <a:srgbClr val="16A99A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34">
            <a:extLst>
              <a:ext uri="{FF2B5EF4-FFF2-40B4-BE49-F238E27FC236}">
                <a16:creationId xmlns:a16="http://schemas.microsoft.com/office/drawing/2014/main" id="{2A7F6519-139C-A781-0F01-4F6595B4AA4F}"/>
              </a:ext>
            </a:extLst>
          </p:cNvPr>
          <p:cNvSpPr txBox="1"/>
          <p:nvPr/>
        </p:nvSpPr>
        <p:spPr>
          <a:xfrm>
            <a:off x="2011680" y="3337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5" name="Shape 35">
            <a:extLst>
              <a:ext uri="{FF2B5EF4-FFF2-40B4-BE49-F238E27FC236}">
                <a16:creationId xmlns:a16="http://schemas.microsoft.com/office/drawing/2014/main" id="{044B4C12-64CE-115A-91EC-8F97CFD0A737}"/>
              </a:ext>
            </a:extLst>
          </p:cNvPr>
          <p:cNvSpPr/>
          <p:nvPr/>
        </p:nvSpPr>
        <p:spPr>
          <a:xfrm>
            <a:off x="2606040" y="3337560"/>
            <a:ext cx="594360" cy="594360"/>
          </a:xfrm>
          <a:prstGeom prst="rect">
            <a:avLst/>
          </a:prstGeom>
          <a:solidFill>
            <a:srgbClr val="16A99A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36">
            <a:extLst>
              <a:ext uri="{FF2B5EF4-FFF2-40B4-BE49-F238E27FC236}">
                <a16:creationId xmlns:a16="http://schemas.microsoft.com/office/drawing/2014/main" id="{4AE8E31E-D26A-18FD-24AA-2D58C67F7EBF}"/>
              </a:ext>
            </a:extLst>
          </p:cNvPr>
          <p:cNvSpPr txBox="1"/>
          <p:nvPr/>
        </p:nvSpPr>
        <p:spPr>
          <a:xfrm>
            <a:off x="2606040" y="3337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9" name="Text 37">
            <a:extLst>
              <a:ext uri="{FF2B5EF4-FFF2-40B4-BE49-F238E27FC236}">
                <a16:creationId xmlns:a16="http://schemas.microsoft.com/office/drawing/2014/main" id="{C5A9ED51-5F25-6E0D-A9E1-B4CF548392E8}"/>
              </a:ext>
            </a:extLst>
          </p:cNvPr>
          <p:cNvSpPr txBox="1"/>
          <p:nvPr/>
        </p:nvSpPr>
        <p:spPr>
          <a:xfrm>
            <a:off x="3383280" y="2514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08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91" name="Text 38">
            <a:extLst>
              <a:ext uri="{FF2B5EF4-FFF2-40B4-BE49-F238E27FC236}">
                <a16:creationId xmlns:a16="http://schemas.microsoft.com/office/drawing/2014/main" id="{2E5EDCE0-0BA1-2B5A-BF30-58125EB9BD03}"/>
              </a:ext>
            </a:extLst>
          </p:cNvPr>
          <p:cNvSpPr txBox="1"/>
          <p:nvPr/>
        </p:nvSpPr>
        <p:spPr>
          <a:xfrm>
            <a:off x="3931920" y="1143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each value</a:t>
            </a:r>
            <a:endParaRPr lang="en-US" sz="1600" dirty="0"/>
          </a:p>
        </p:txBody>
      </p:sp>
      <p:graphicFrame>
        <p:nvGraphicFramePr>
          <p:cNvPr id="94" name="Table 0">
            <a:extLst>
              <a:ext uri="{FF2B5EF4-FFF2-40B4-BE49-F238E27FC236}">
                <a16:creationId xmlns:a16="http://schemas.microsoft.com/office/drawing/2014/main" id="{0DDE09E4-F029-E6DD-E9F4-EFEFA54CE7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9394023"/>
              </p:ext>
            </p:extLst>
          </p:nvPr>
        </p:nvGraphicFramePr>
        <p:xfrm>
          <a:off x="3977640" y="2103120"/>
          <a:ext cx="2377440" cy="877824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9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8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96" name="Image 4" descr="fig3/hist_tiny.png">
            <a:extLst>
              <a:ext uri="{FF2B5EF4-FFF2-40B4-BE49-F238E27FC236}">
                <a16:creationId xmlns:a16="http://schemas.microsoft.com/office/drawing/2014/main" id="{C22E5DDF-EE8F-D024-179D-0FF77EE735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1143000"/>
            <a:ext cx="3200400" cy="2400300"/>
          </a:xfrm>
          <a:prstGeom prst="rect">
            <a:avLst/>
          </a:prstGeom>
        </p:spPr>
      </p:pic>
      <p:sp>
        <p:nvSpPr>
          <p:cNvPr id="98" name="Text 39">
            <a:extLst>
              <a:ext uri="{FF2B5EF4-FFF2-40B4-BE49-F238E27FC236}">
                <a16:creationId xmlns:a16="http://schemas.microsoft.com/office/drawing/2014/main" id="{2246B166-5414-5267-4E5A-12871D20492C}"/>
              </a:ext>
            </a:extLst>
          </p:cNvPr>
          <p:cNvSpPr txBox="1"/>
          <p:nvPr/>
        </p:nvSpPr>
        <p:spPr>
          <a:xfrm>
            <a:off x="6583680" y="3657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</a:t>
            </a:r>
            <a:endParaRPr lang="en-US" sz="1500" dirty="0"/>
          </a:p>
        </p:txBody>
      </p:sp>
      <p:sp>
        <p:nvSpPr>
          <p:cNvPr id="100" name="Shape 40">
            <a:extLst>
              <a:ext uri="{FF2B5EF4-FFF2-40B4-BE49-F238E27FC236}">
                <a16:creationId xmlns:a16="http://schemas.microsoft.com/office/drawing/2014/main" id="{9C078B4B-F016-E906-4779-8BC038842FA1}"/>
              </a:ext>
            </a:extLst>
          </p:cNvPr>
          <p:cNvSpPr/>
          <p:nvPr/>
        </p:nvSpPr>
        <p:spPr>
          <a:xfrm>
            <a:off x="550164" y="4206240"/>
            <a:ext cx="11091672" cy="12344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 anchor="ctr"/>
          <a:lstStyle/>
          <a:p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histogram shows how many pixels have each value; it ignores where they are. For noise, we look at the histogram of a flat region.</a:t>
            </a:r>
            <a:endParaRPr lang="en-US" dirty="0"/>
          </a:p>
        </p:txBody>
      </p:sp>
      <p:sp>
        <p:nvSpPr>
          <p:cNvPr id="104" name="Shape 42">
            <a:extLst>
              <a:ext uri="{FF2B5EF4-FFF2-40B4-BE49-F238E27FC236}">
                <a16:creationId xmlns:a16="http://schemas.microsoft.com/office/drawing/2014/main" id="{1B967DED-CAF8-621D-916B-A2491D6012BD}"/>
              </a:ext>
            </a:extLst>
          </p:cNvPr>
          <p:cNvSpPr/>
          <p:nvPr/>
        </p:nvSpPr>
        <p:spPr>
          <a:xfrm>
            <a:off x="548640" y="5596128"/>
            <a:ext cx="11091672" cy="566928"/>
          </a:xfrm>
          <a:prstGeom prst="rect">
            <a:avLst/>
          </a:prstGeom>
          <a:solidFill>
            <a:srgbClr val="E3EFF9"/>
          </a:solidFill>
          <a:ln w="12700">
            <a:solidFill>
              <a:srgbClr val="E3EFF9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histogram counts pixels per value. The shape of the histogram is the fingerprint of the noise.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6563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46628-B909-AABB-622D-ACDC5F12F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57DFB51-7957-0469-6255-0DFE0FEB47A6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5F0A1E43-BA6E-26DA-567E-13D432187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CCB7ADA-3858-9F4E-D2F3-3376E713358E}"/>
              </a:ext>
            </a:extLst>
          </p:cNvPr>
          <p:cNvCxnSpPr>
            <a:cxnSpLocks/>
          </p:cNvCxnSpPr>
          <p:nvPr/>
        </p:nvCxnSpPr>
        <p:spPr>
          <a:xfrm>
            <a:off x="435005" y="923068"/>
            <a:ext cx="11304088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7D600F4-2665-DAF3-47C7-C99F06E98A02}"/>
              </a:ext>
            </a:extLst>
          </p:cNvPr>
          <p:cNvSpPr txBox="1"/>
          <p:nvPr/>
        </p:nvSpPr>
        <p:spPr>
          <a:xfrm>
            <a:off x="550276" y="364476"/>
            <a:ext cx="54437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histogram shows the noise</a:t>
            </a:r>
            <a:endParaRPr lang="en-US" sz="3200" dirty="0"/>
          </a:p>
        </p:txBody>
      </p:sp>
      <p:pic>
        <p:nvPicPr>
          <p:cNvPr id="56" name="Picture 55" descr="Logo&#10;&#10;Description automatically generated">
            <a:extLst>
              <a:ext uri="{FF2B5EF4-FFF2-40B4-BE49-F238E27FC236}">
                <a16:creationId xmlns:a16="http://schemas.microsoft.com/office/drawing/2014/main" id="{6A9A7397-978E-CBE9-9302-4BBA726B422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5" y="6487028"/>
            <a:ext cx="1747748" cy="331175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9A28E35A-B691-4C33-FA4A-B0B615661E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17328"/>
            <a:ext cx="578348" cy="578348"/>
          </a:xfrm>
          <a:prstGeom prst="rect">
            <a:avLst/>
          </a:prstGeom>
        </p:spPr>
      </p:pic>
      <p:sp>
        <p:nvSpPr>
          <p:cNvPr id="3" name="Parallelogram 41">
            <a:extLst>
              <a:ext uri="{FF2B5EF4-FFF2-40B4-BE49-F238E27FC236}">
                <a16:creationId xmlns:a16="http://schemas.microsoft.com/office/drawing/2014/main" id="{3CA9DCCE-C4AC-A411-ABE3-2D9C6A749F5D}"/>
              </a:ext>
            </a:extLst>
          </p:cNvPr>
          <p:cNvSpPr/>
          <p:nvPr/>
        </p:nvSpPr>
        <p:spPr>
          <a:xfrm>
            <a:off x="11427012" y="6490706"/>
            <a:ext cx="764988" cy="3709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29/34</a:t>
            </a: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60A18705-076E-E720-6371-607488D9AB68}"/>
              </a:ext>
            </a:extLst>
          </p:cNvPr>
          <p:cNvSpPr/>
          <p:nvPr/>
        </p:nvSpPr>
        <p:spPr>
          <a:xfrm>
            <a:off x="548640" y="5596128"/>
            <a:ext cx="11091672" cy="566928"/>
          </a:xfrm>
          <a:prstGeom prst="rect">
            <a:avLst/>
          </a:prstGeom>
          <a:solidFill>
            <a:srgbClr val="E3EFF9"/>
          </a:solidFill>
          <a:ln w="12700">
            <a:solidFill>
              <a:srgbClr val="E3EFF9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 image with 3 flat regions has 3 spikes. Noise reshapes each spike into its own pdf shape.</a:t>
            </a:r>
            <a:endParaRPr lang="en-US" dirty="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2158B96E-70D8-0ABE-E961-18E5294417C7}"/>
              </a:ext>
            </a:extLst>
          </p:cNvPr>
          <p:cNvSpPr txBox="1"/>
          <p:nvPr/>
        </p:nvSpPr>
        <p:spPr>
          <a:xfrm>
            <a:off x="548640" y="1143000"/>
            <a:ext cx="2567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700" dirty="0"/>
          </a:p>
        </p:txBody>
      </p:sp>
      <p:pic>
        <p:nvPicPr>
          <p:cNvPr id="10" name="Image 4" descr="fig3/tp_clean.png">
            <a:extLst>
              <a:ext uri="{FF2B5EF4-FFF2-40B4-BE49-F238E27FC236}">
                <a16:creationId xmlns:a16="http://schemas.microsoft.com/office/drawing/2014/main" id="{6A17C205-25C8-5333-27CB-2548F35531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829" y="1554480"/>
            <a:ext cx="1828800" cy="1828800"/>
          </a:xfrm>
          <a:prstGeom prst="rect">
            <a:avLst/>
          </a:prstGeom>
        </p:spPr>
      </p:pic>
      <p:pic>
        <p:nvPicPr>
          <p:cNvPr id="12" name="Image 5" descr="fig3/hh_clean.png">
            <a:extLst>
              <a:ext uri="{FF2B5EF4-FFF2-40B4-BE49-F238E27FC236}">
                <a16:creationId xmlns:a16="http://schemas.microsoft.com/office/drawing/2014/main" id="{9E3D9C65-E076-8833-E228-2D8351FB68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783" y="3474720"/>
            <a:ext cx="2564892" cy="1508760"/>
          </a:xfrm>
          <a:prstGeom prst="rect">
            <a:avLst/>
          </a:prstGeom>
        </p:spPr>
      </p:pic>
      <p:sp>
        <p:nvSpPr>
          <p:cNvPr id="14" name="Text 5">
            <a:extLst>
              <a:ext uri="{FF2B5EF4-FFF2-40B4-BE49-F238E27FC236}">
                <a16:creationId xmlns:a16="http://schemas.microsoft.com/office/drawing/2014/main" id="{BDF80805-0F11-0A2F-50DE-2946E34A54FB}"/>
              </a:ext>
            </a:extLst>
          </p:cNvPr>
          <p:cNvSpPr txBox="1"/>
          <p:nvPr/>
        </p:nvSpPr>
        <p:spPr>
          <a:xfrm>
            <a:off x="548640" y="5029200"/>
            <a:ext cx="2567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spikes</a:t>
            </a:r>
            <a:endParaRPr lang="en-US" sz="1500" dirty="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09DFB0F1-E0C1-8005-F6D2-E953903339DA}"/>
              </a:ext>
            </a:extLst>
          </p:cNvPr>
          <p:cNvSpPr txBox="1"/>
          <p:nvPr/>
        </p:nvSpPr>
        <p:spPr>
          <a:xfrm>
            <a:off x="3390138" y="1143000"/>
            <a:ext cx="2567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Gaussian</a:t>
            </a:r>
            <a:endParaRPr lang="en-US" sz="1700" dirty="0"/>
          </a:p>
        </p:txBody>
      </p:sp>
      <p:pic>
        <p:nvPicPr>
          <p:cNvPr id="18" name="Image 6" descr="fig3/tp_g.png">
            <a:extLst>
              <a:ext uri="{FF2B5EF4-FFF2-40B4-BE49-F238E27FC236}">
                <a16:creationId xmlns:a16="http://schemas.microsoft.com/office/drawing/2014/main" id="{11C3EB0F-E29E-DB9B-42DD-A9F29405CF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59327" y="1554480"/>
            <a:ext cx="1828800" cy="1828800"/>
          </a:xfrm>
          <a:prstGeom prst="rect">
            <a:avLst/>
          </a:prstGeom>
        </p:spPr>
      </p:pic>
      <p:pic>
        <p:nvPicPr>
          <p:cNvPr id="20" name="Image 7" descr="fig3/hh_g.png">
            <a:extLst>
              <a:ext uri="{FF2B5EF4-FFF2-40B4-BE49-F238E27FC236}">
                <a16:creationId xmlns:a16="http://schemas.microsoft.com/office/drawing/2014/main" id="{6258BD0E-E91C-1DC1-2DFF-BFC2CD135F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91281" y="3474720"/>
            <a:ext cx="2564892" cy="1508760"/>
          </a:xfrm>
          <a:prstGeom prst="rect">
            <a:avLst/>
          </a:prstGeom>
        </p:spPr>
      </p:pic>
      <p:sp>
        <p:nvSpPr>
          <p:cNvPr id="22" name="Text 7">
            <a:extLst>
              <a:ext uri="{FF2B5EF4-FFF2-40B4-BE49-F238E27FC236}">
                <a16:creationId xmlns:a16="http://schemas.microsoft.com/office/drawing/2014/main" id="{139FDA42-3080-82A6-9B38-8D3ED6444943}"/>
              </a:ext>
            </a:extLst>
          </p:cNvPr>
          <p:cNvSpPr txBox="1"/>
          <p:nvPr/>
        </p:nvSpPr>
        <p:spPr>
          <a:xfrm>
            <a:off x="3390138" y="5029200"/>
            <a:ext cx="2567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bell curves</a:t>
            </a:r>
            <a:endParaRPr lang="en-US" sz="1500" dirty="0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5378468A-BEB8-5570-CE7E-986706817EB5}"/>
              </a:ext>
            </a:extLst>
          </p:cNvPr>
          <p:cNvSpPr txBox="1"/>
          <p:nvPr/>
        </p:nvSpPr>
        <p:spPr>
          <a:xfrm>
            <a:off x="6231636" y="1143000"/>
            <a:ext cx="2567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uniform</a:t>
            </a:r>
            <a:endParaRPr lang="en-US" sz="1700" dirty="0"/>
          </a:p>
        </p:txBody>
      </p:sp>
      <p:pic>
        <p:nvPicPr>
          <p:cNvPr id="27" name="Image 8" descr="fig3/tp_u.png">
            <a:extLst>
              <a:ext uri="{FF2B5EF4-FFF2-40B4-BE49-F238E27FC236}">
                <a16:creationId xmlns:a16="http://schemas.microsoft.com/office/drawing/2014/main" id="{BBC523DA-635A-B28F-5BFC-BB0A5C0F971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00825" y="1554480"/>
            <a:ext cx="1828800" cy="1828800"/>
          </a:xfrm>
          <a:prstGeom prst="rect">
            <a:avLst/>
          </a:prstGeom>
        </p:spPr>
      </p:pic>
      <p:pic>
        <p:nvPicPr>
          <p:cNvPr id="30" name="Image 9" descr="fig3/hh_u.png">
            <a:extLst>
              <a:ext uri="{FF2B5EF4-FFF2-40B4-BE49-F238E27FC236}">
                <a16:creationId xmlns:a16="http://schemas.microsoft.com/office/drawing/2014/main" id="{95E42EDE-DA48-F2D2-CE5E-9F7502AEFBE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32779" y="3474720"/>
            <a:ext cx="2564892" cy="1508760"/>
          </a:xfrm>
          <a:prstGeom prst="rect">
            <a:avLst/>
          </a:prstGeom>
        </p:spPr>
      </p:pic>
      <p:sp>
        <p:nvSpPr>
          <p:cNvPr id="32" name="Text 9">
            <a:extLst>
              <a:ext uri="{FF2B5EF4-FFF2-40B4-BE49-F238E27FC236}">
                <a16:creationId xmlns:a16="http://schemas.microsoft.com/office/drawing/2014/main" id="{B11D9A14-FEE7-771C-93CC-07C655AB9E77}"/>
              </a:ext>
            </a:extLst>
          </p:cNvPr>
          <p:cNvSpPr txBox="1"/>
          <p:nvPr/>
        </p:nvSpPr>
        <p:spPr>
          <a:xfrm>
            <a:off x="6231636" y="5029200"/>
            <a:ext cx="2567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flat blocks</a:t>
            </a:r>
            <a:endParaRPr lang="en-US" sz="15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6AB18C85-A7B2-BE35-14DC-BF3FEDA171AC}"/>
              </a:ext>
            </a:extLst>
          </p:cNvPr>
          <p:cNvSpPr txBox="1"/>
          <p:nvPr/>
        </p:nvSpPr>
        <p:spPr>
          <a:xfrm>
            <a:off x="9073134" y="1143000"/>
            <a:ext cx="2567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impulse</a:t>
            </a:r>
            <a:endParaRPr lang="en-US" sz="1700" dirty="0"/>
          </a:p>
        </p:txBody>
      </p:sp>
      <p:pic>
        <p:nvPicPr>
          <p:cNvPr id="36" name="Image 10" descr="fig3/tp_i.png">
            <a:extLst>
              <a:ext uri="{FF2B5EF4-FFF2-40B4-BE49-F238E27FC236}">
                <a16:creationId xmlns:a16="http://schemas.microsoft.com/office/drawing/2014/main" id="{6AF01D1E-CC5B-37FC-CB4E-FC1C586E4D1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42323" y="1554480"/>
            <a:ext cx="1828800" cy="1828800"/>
          </a:xfrm>
          <a:prstGeom prst="rect">
            <a:avLst/>
          </a:prstGeom>
        </p:spPr>
      </p:pic>
      <p:pic>
        <p:nvPicPr>
          <p:cNvPr id="38" name="Image 11" descr="fig3/hh_i.png">
            <a:extLst>
              <a:ext uri="{FF2B5EF4-FFF2-40B4-BE49-F238E27FC236}">
                <a16:creationId xmlns:a16="http://schemas.microsoft.com/office/drawing/2014/main" id="{4F828B0B-A19A-96DE-16FF-3CC97C434D6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74277" y="3474720"/>
            <a:ext cx="2564892" cy="1508760"/>
          </a:xfrm>
          <a:prstGeom prst="rect">
            <a:avLst/>
          </a:prstGeom>
        </p:spPr>
      </p:pic>
      <p:sp>
        <p:nvSpPr>
          <p:cNvPr id="40" name="Text 11">
            <a:extLst>
              <a:ext uri="{FF2B5EF4-FFF2-40B4-BE49-F238E27FC236}">
                <a16:creationId xmlns:a16="http://schemas.microsoft.com/office/drawing/2014/main" id="{157FA346-5CE7-DDA6-BE37-E1E7C1133A44}"/>
              </a:ext>
            </a:extLst>
          </p:cNvPr>
          <p:cNvSpPr txBox="1"/>
          <p:nvPr/>
        </p:nvSpPr>
        <p:spPr>
          <a:xfrm>
            <a:off x="9073134" y="5029200"/>
            <a:ext cx="2567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spikes + 0 and 255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674339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7E61C-08B9-07D9-80D3-8E322FE17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1121F52-621C-5FF0-CC64-E1BB692CD010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1A066ACD-FB50-BBB6-DFFE-EFD9F4B37A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B86EBF7-26FC-6CE4-9F32-345CF0CC037A}"/>
              </a:ext>
            </a:extLst>
          </p:cNvPr>
          <p:cNvCxnSpPr>
            <a:cxnSpLocks/>
          </p:cNvCxnSpPr>
          <p:nvPr/>
        </p:nvCxnSpPr>
        <p:spPr>
          <a:xfrm>
            <a:off x="435005" y="923068"/>
            <a:ext cx="11342725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1C855F8-294E-A041-9EF5-6CC01B20DF77}"/>
              </a:ext>
            </a:extLst>
          </p:cNvPr>
          <p:cNvSpPr txBox="1"/>
          <p:nvPr/>
        </p:nvSpPr>
        <p:spPr>
          <a:xfrm>
            <a:off x="550276" y="364476"/>
            <a:ext cx="27222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Gaussian noise</a:t>
            </a:r>
          </a:p>
        </p:txBody>
      </p:sp>
      <p:pic>
        <p:nvPicPr>
          <p:cNvPr id="56" name="Picture 55" descr="Logo&#10;&#10;Description automatically generated">
            <a:extLst>
              <a:ext uri="{FF2B5EF4-FFF2-40B4-BE49-F238E27FC236}">
                <a16:creationId xmlns:a16="http://schemas.microsoft.com/office/drawing/2014/main" id="{19E9CE28-7B0F-74D7-AB21-72FBB13A853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5" y="6487028"/>
            <a:ext cx="1747748" cy="33117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904B8AA6-B413-291B-0EB6-31AB63D166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17328"/>
            <a:ext cx="578348" cy="578348"/>
          </a:xfrm>
          <a:prstGeom prst="rect">
            <a:avLst/>
          </a:prstGeom>
        </p:spPr>
      </p:pic>
      <p:sp>
        <p:nvSpPr>
          <p:cNvPr id="58" name="Parallelogram 41">
            <a:extLst>
              <a:ext uri="{FF2B5EF4-FFF2-40B4-BE49-F238E27FC236}">
                <a16:creationId xmlns:a16="http://schemas.microsoft.com/office/drawing/2014/main" id="{FA78696C-1523-44A5-D1C5-3A0E9DECF1AD}"/>
              </a:ext>
            </a:extLst>
          </p:cNvPr>
          <p:cNvSpPr/>
          <p:nvPr/>
        </p:nvSpPr>
        <p:spPr>
          <a:xfrm>
            <a:off x="11427012" y="6490706"/>
            <a:ext cx="764988" cy="3709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30/34</a:t>
            </a:r>
          </a:p>
        </p:txBody>
      </p:sp>
      <p:pic>
        <p:nvPicPr>
          <p:cNvPr id="3" name="Image 4" descr="fig2/gauss_pdf.png">
            <a:extLst>
              <a:ext uri="{FF2B5EF4-FFF2-40B4-BE49-F238E27FC236}">
                <a16:creationId xmlns:a16="http://schemas.microsoft.com/office/drawing/2014/main" id="{83A57CDD-3747-78BC-2420-8A8F5538DA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143000"/>
            <a:ext cx="6766560" cy="4297680"/>
          </a:xfrm>
          <a:prstGeom prst="rect">
            <a:avLst/>
          </a:prstGeom>
        </p:spPr>
      </p:pic>
      <p:pic>
        <p:nvPicPr>
          <p:cNvPr id="9" name="Image 5" descr="eq/gpdf.png">
            <a:extLst>
              <a:ext uri="{FF2B5EF4-FFF2-40B4-BE49-F238E27FC236}">
                <a16:creationId xmlns:a16="http://schemas.microsoft.com/office/drawing/2014/main" id="{52E3F291-13F8-8B5A-8DC5-C9F1F5C28F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0" y="1188720"/>
            <a:ext cx="2459004" cy="684703"/>
          </a:xfrm>
          <a:prstGeom prst="rect">
            <a:avLst/>
          </a:prstGeom>
        </p:spPr>
      </p:pic>
      <p:sp>
        <p:nvSpPr>
          <p:cNvPr id="13" name="Text 4">
            <a:extLst>
              <a:ext uri="{FF2B5EF4-FFF2-40B4-BE49-F238E27FC236}">
                <a16:creationId xmlns:a16="http://schemas.microsoft.com/office/drawing/2014/main" id="{65340553-EFA7-AEAB-C13E-F11D8C8AEF04}"/>
              </a:ext>
            </a:extLst>
          </p:cNvPr>
          <p:cNvSpPr txBox="1"/>
          <p:nvPr/>
        </p:nvSpPr>
        <p:spPr>
          <a:xfrm>
            <a:off x="7589520" y="2193463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z̄ = centre (mean)</a:t>
            </a:r>
            <a:endParaRPr lang="en-US" sz="1700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AC178159-4A62-7FCB-8E38-3B49120AE326}"/>
              </a:ext>
            </a:extLst>
          </p:cNvPr>
          <p:cNvSpPr txBox="1"/>
          <p:nvPr/>
        </p:nvSpPr>
        <p:spPr>
          <a:xfrm>
            <a:off x="7589520" y="2760391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width (standard deviation)</a:t>
            </a:r>
            <a:endParaRPr lang="en-US" sz="1700" dirty="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D561CBDA-79AC-5713-A732-D43285181B50}"/>
              </a:ext>
            </a:extLst>
          </p:cNvPr>
          <p:cNvSpPr txBox="1"/>
          <p:nvPr/>
        </p:nvSpPr>
        <p:spPr>
          <a:xfrm>
            <a:off x="7589520" y="3327319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 of the noise is within ±σ</a:t>
            </a:r>
            <a:endParaRPr lang="en-US" sz="1700" dirty="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861F944D-ACFB-DB6D-CCFA-CD8544C40467}"/>
              </a:ext>
            </a:extLst>
          </p:cNvPr>
          <p:cNvSpPr txBox="1"/>
          <p:nvPr/>
        </p:nvSpPr>
        <p:spPr>
          <a:xfrm>
            <a:off x="7589520" y="3894247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sensor electronics, heat, low light</a:t>
            </a:r>
            <a:endParaRPr lang="en-US" sz="1700" dirty="0"/>
          </a:p>
        </p:txBody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D68697B9-1158-E0CB-3349-34EBE85A848E}"/>
              </a:ext>
            </a:extLst>
          </p:cNvPr>
          <p:cNvSpPr/>
          <p:nvPr/>
        </p:nvSpPr>
        <p:spPr>
          <a:xfrm>
            <a:off x="548640" y="5596128"/>
            <a:ext cx="11091672" cy="566928"/>
          </a:xfrm>
          <a:prstGeom prst="rect">
            <a:avLst/>
          </a:prstGeom>
          <a:solidFill>
            <a:srgbClr val="E3EFF9"/>
          </a:solidFill>
          <a:ln w="12700">
            <a:solidFill>
              <a:srgbClr val="E3EFF9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errors are common and big errors are rare. Every pixel is a little bit wrong.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8625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85525-4700-6E08-E6F4-C27E7B998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CCEE8DE-C643-A8B3-A2AA-F4537560840E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596CE12B-9A35-9262-8AAE-69AE37E686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C09BDF3-CC10-4841-7D87-EE99E41C94BA}"/>
              </a:ext>
            </a:extLst>
          </p:cNvPr>
          <p:cNvCxnSpPr>
            <a:cxnSpLocks/>
          </p:cNvCxnSpPr>
          <p:nvPr/>
        </p:nvCxnSpPr>
        <p:spPr>
          <a:xfrm>
            <a:off x="435005" y="923068"/>
            <a:ext cx="11293445" cy="33161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7080E93-E208-410B-1648-5DD31F8F494C}"/>
              </a:ext>
            </a:extLst>
          </p:cNvPr>
          <p:cNvSpPr txBox="1"/>
          <p:nvPr/>
        </p:nvSpPr>
        <p:spPr>
          <a:xfrm>
            <a:off x="550276" y="364476"/>
            <a:ext cx="26084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Uniform noise</a:t>
            </a:r>
          </a:p>
        </p:txBody>
      </p:sp>
      <p:pic>
        <p:nvPicPr>
          <p:cNvPr id="56" name="Picture 55" descr="Logo&#10;&#10;Description automatically generated">
            <a:extLst>
              <a:ext uri="{FF2B5EF4-FFF2-40B4-BE49-F238E27FC236}">
                <a16:creationId xmlns:a16="http://schemas.microsoft.com/office/drawing/2014/main" id="{F7B228F2-1318-B7A9-8EBB-AAA664B7F0F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5" y="6487028"/>
            <a:ext cx="1747748" cy="331175"/>
          </a:xfrm>
          <a:prstGeom prst="rect">
            <a:avLst/>
          </a:prstGeom>
        </p:spPr>
      </p:pic>
      <p:pic>
        <p:nvPicPr>
          <p:cNvPr id="151" name="Picture 150">
            <a:extLst>
              <a:ext uri="{FF2B5EF4-FFF2-40B4-BE49-F238E27FC236}">
                <a16:creationId xmlns:a16="http://schemas.microsoft.com/office/drawing/2014/main" id="{C61FAD5B-DE90-730E-446B-061A4B2925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17328"/>
            <a:ext cx="578348" cy="578348"/>
          </a:xfrm>
          <a:prstGeom prst="rect">
            <a:avLst/>
          </a:prstGeom>
        </p:spPr>
      </p:pic>
      <p:sp>
        <p:nvSpPr>
          <p:cNvPr id="154" name="Parallelogram 41">
            <a:extLst>
              <a:ext uri="{FF2B5EF4-FFF2-40B4-BE49-F238E27FC236}">
                <a16:creationId xmlns:a16="http://schemas.microsoft.com/office/drawing/2014/main" id="{CE4C81EB-EB1A-27F1-4EE7-135C4049B4D2}"/>
              </a:ext>
            </a:extLst>
          </p:cNvPr>
          <p:cNvSpPr/>
          <p:nvPr/>
        </p:nvSpPr>
        <p:spPr>
          <a:xfrm>
            <a:off x="11427012" y="6490706"/>
            <a:ext cx="764988" cy="3709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31/34</a:t>
            </a:r>
          </a:p>
        </p:txBody>
      </p:sp>
      <p:pic>
        <p:nvPicPr>
          <p:cNvPr id="7" name="Image 5" descr="eq/updf.png">
            <a:extLst>
              <a:ext uri="{FF2B5EF4-FFF2-40B4-BE49-F238E27FC236}">
                <a16:creationId xmlns:a16="http://schemas.microsoft.com/office/drawing/2014/main" id="{9D29E465-230F-B76A-0EF9-DD5DFC0BB8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1188720"/>
            <a:ext cx="4050792" cy="425035"/>
          </a:xfrm>
          <a:prstGeom prst="rect">
            <a:avLst/>
          </a:prstGeom>
        </p:spPr>
      </p:pic>
      <p:pic>
        <p:nvPicPr>
          <p:cNvPr id="11" name="Image 6" descr="eq/ustats.png">
            <a:extLst>
              <a:ext uri="{FF2B5EF4-FFF2-40B4-BE49-F238E27FC236}">
                <a16:creationId xmlns:a16="http://schemas.microsoft.com/office/drawing/2014/main" id="{1E7197CE-7A1F-AFB6-22D0-6DE214A177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0" y="1796635"/>
            <a:ext cx="3104205" cy="645201"/>
          </a:xfrm>
          <a:prstGeom prst="rect">
            <a:avLst/>
          </a:prstGeom>
        </p:spPr>
      </p:pic>
      <p:sp>
        <p:nvSpPr>
          <p:cNvPr id="14" name="Text 4">
            <a:extLst>
              <a:ext uri="{FF2B5EF4-FFF2-40B4-BE49-F238E27FC236}">
                <a16:creationId xmlns:a16="http://schemas.microsoft.com/office/drawing/2014/main" id="{07EE4648-EBBA-AED8-6621-1E4725C96F1A}"/>
              </a:ext>
            </a:extLst>
          </p:cNvPr>
          <p:cNvSpPr txBox="1"/>
          <p:nvPr/>
        </p:nvSpPr>
        <p:spPr>
          <a:xfrm>
            <a:off x="7589520" y="2761876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value from a to b equally likely</a:t>
            </a:r>
            <a:endParaRPr lang="en-US" sz="1700" dirty="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1E4918E5-F8D3-0FDD-F908-C401C2501459}"/>
              </a:ext>
            </a:extLst>
          </p:cNvPr>
          <p:cNvSpPr txBox="1"/>
          <p:nvPr/>
        </p:nvSpPr>
        <p:spPr>
          <a:xfrm>
            <a:off x="7589520" y="3328804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 = −35, b = +35 → σ ≈ 20</a:t>
            </a:r>
            <a:endParaRPr lang="en-US" sz="1700" dirty="0"/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84A5FF82-2A8D-116E-5464-5E7AEEABC865}"/>
              </a:ext>
            </a:extLst>
          </p:cNvPr>
          <p:cNvSpPr/>
          <p:nvPr/>
        </p:nvSpPr>
        <p:spPr>
          <a:xfrm>
            <a:off x="548640" y="5596128"/>
            <a:ext cx="11091672" cy="566928"/>
          </a:xfrm>
          <a:prstGeom prst="rect">
            <a:avLst/>
          </a:prstGeom>
          <a:solidFill>
            <a:srgbClr val="E3F5F3"/>
          </a:solidFill>
          <a:ln w="12700">
            <a:solidFill>
              <a:srgbClr val="E3F5F3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flat pdf: </a:t>
            </a:r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error between a and b is equally likely, and nothing outside.</a:t>
            </a:r>
            <a:endParaRPr lang="en-US" dirty="0"/>
          </a:p>
        </p:txBody>
      </p:sp>
      <p:pic>
        <p:nvPicPr>
          <p:cNvPr id="3" name="Image 4" descr="fig3/pdf_u.png">
            <a:extLst>
              <a:ext uri="{FF2B5EF4-FFF2-40B4-BE49-F238E27FC236}">
                <a16:creationId xmlns:a16="http://schemas.microsoft.com/office/drawing/2014/main" id="{32BA1A0B-1205-1452-CF4E-B59DE8D017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1001561"/>
            <a:ext cx="5420751" cy="3108960"/>
          </a:xfrm>
          <a:prstGeom prst="rect">
            <a:avLst/>
          </a:prstGeom>
        </p:spPr>
      </p:pic>
      <p:sp>
        <p:nvSpPr>
          <p:cNvPr id="9" name="Shape 4">
            <a:extLst>
              <a:ext uri="{FF2B5EF4-FFF2-40B4-BE49-F238E27FC236}">
                <a16:creationId xmlns:a16="http://schemas.microsoft.com/office/drawing/2014/main" id="{3B59C547-9BE3-DF90-5625-CF335B67E2B4}"/>
              </a:ext>
            </a:extLst>
          </p:cNvPr>
          <p:cNvSpPr/>
          <p:nvPr/>
        </p:nvSpPr>
        <p:spPr>
          <a:xfrm>
            <a:off x="435005" y="4268366"/>
            <a:ext cx="6675120" cy="1051560"/>
          </a:xfrm>
          <a:prstGeom prst="rect">
            <a:avLst/>
          </a:prstGeom>
          <a:solidFill>
            <a:srgbClr val="E3F5F3"/>
          </a:solidFill>
          <a:ln w="12700">
            <a:solidFill>
              <a:srgbClr val="E3F5F3"/>
            </a:solidFill>
            <a:prstDash val="solid"/>
          </a:ln>
        </p:spPr>
        <p:txBody>
          <a:bodyPr anchor="ctr"/>
          <a:lstStyle/>
          <a:p>
            <a:pPr algn="just"/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−35, b = +35 → mean z̄ = (−35 + 35)/2 = 0; </a:t>
            </a:r>
          </a:p>
          <a:p>
            <a:pPr algn="just"/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σ² = (35 − (−35))²/12 = 70²/12 ≈ 408  →  σ ≈ 20.2.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799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D9D26-C32E-ED5D-69BC-52C60E6AB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BD49927-F685-BCED-011B-238A76B5D9A5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61720D0D-B663-B593-B2AA-8EDD9E2323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02BD237-7C65-9167-88C4-AEBACAA8464B}"/>
              </a:ext>
            </a:extLst>
          </p:cNvPr>
          <p:cNvCxnSpPr>
            <a:cxnSpLocks/>
          </p:cNvCxnSpPr>
          <p:nvPr/>
        </p:nvCxnSpPr>
        <p:spPr>
          <a:xfrm>
            <a:off x="435005" y="923068"/>
            <a:ext cx="11310152" cy="52366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560C4ED-387D-AC86-3DCB-09BA215E477D}"/>
              </a:ext>
            </a:extLst>
          </p:cNvPr>
          <p:cNvSpPr txBox="1"/>
          <p:nvPr/>
        </p:nvSpPr>
        <p:spPr>
          <a:xfrm>
            <a:off x="550276" y="364476"/>
            <a:ext cx="56108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Impulse (salt-and-pepper) noise</a:t>
            </a:r>
          </a:p>
        </p:txBody>
      </p:sp>
      <p:pic>
        <p:nvPicPr>
          <p:cNvPr id="56" name="Picture 55" descr="Logo&#10;&#10;Description automatically generated">
            <a:extLst>
              <a:ext uri="{FF2B5EF4-FFF2-40B4-BE49-F238E27FC236}">
                <a16:creationId xmlns:a16="http://schemas.microsoft.com/office/drawing/2014/main" id="{60F9A613-5264-66EB-AD47-5093BA26811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5" y="6487028"/>
            <a:ext cx="1747748" cy="331175"/>
          </a:xfrm>
          <a:prstGeom prst="rect">
            <a:avLst/>
          </a:prstGeom>
        </p:spPr>
      </p:pic>
      <p:pic>
        <p:nvPicPr>
          <p:cNvPr id="199" name="Picture 198">
            <a:extLst>
              <a:ext uri="{FF2B5EF4-FFF2-40B4-BE49-F238E27FC236}">
                <a16:creationId xmlns:a16="http://schemas.microsoft.com/office/drawing/2014/main" id="{F096F7DD-5CC0-7211-14FC-82E342E7E5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17328"/>
            <a:ext cx="578348" cy="578348"/>
          </a:xfrm>
          <a:prstGeom prst="rect">
            <a:avLst/>
          </a:prstGeom>
        </p:spPr>
      </p:pic>
      <p:sp>
        <p:nvSpPr>
          <p:cNvPr id="201" name="Parallelogram 41">
            <a:extLst>
              <a:ext uri="{FF2B5EF4-FFF2-40B4-BE49-F238E27FC236}">
                <a16:creationId xmlns:a16="http://schemas.microsoft.com/office/drawing/2014/main" id="{FD30AB63-66D0-998E-5BC7-614761CEBF32}"/>
              </a:ext>
            </a:extLst>
          </p:cNvPr>
          <p:cNvSpPr/>
          <p:nvPr/>
        </p:nvSpPr>
        <p:spPr>
          <a:xfrm>
            <a:off x="11427012" y="6490706"/>
            <a:ext cx="764988" cy="3709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32/34</a:t>
            </a:r>
          </a:p>
        </p:txBody>
      </p:sp>
      <p:pic>
        <p:nvPicPr>
          <p:cNvPr id="9" name="Image 5" descr="eq/ip1.png">
            <a:extLst>
              <a:ext uri="{FF2B5EF4-FFF2-40B4-BE49-F238E27FC236}">
                <a16:creationId xmlns:a16="http://schemas.microsoft.com/office/drawing/2014/main" id="{139E7C12-3EDA-4015-2E8B-BD6C849612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1188720"/>
            <a:ext cx="2269541" cy="341986"/>
          </a:xfrm>
          <a:prstGeom prst="rect">
            <a:avLst/>
          </a:prstGeom>
        </p:spPr>
      </p:pic>
      <p:pic>
        <p:nvPicPr>
          <p:cNvPr id="12" name="Image 6" descr="eq/ip2.png">
            <a:extLst>
              <a:ext uri="{FF2B5EF4-FFF2-40B4-BE49-F238E27FC236}">
                <a16:creationId xmlns:a16="http://schemas.microsoft.com/office/drawing/2014/main" id="{4757078B-8584-6769-2781-FD7B326D96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0" y="1713586"/>
            <a:ext cx="2163836" cy="332659"/>
          </a:xfrm>
          <a:prstGeom prst="rect">
            <a:avLst/>
          </a:prstGeom>
        </p:spPr>
      </p:pic>
      <p:pic>
        <p:nvPicPr>
          <p:cNvPr id="15" name="Image 7" descr="eq/ip3.png">
            <a:extLst>
              <a:ext uri="{FF2B5EF4-FFF2-40B4-BE49-F238E27FC236}">
                <a16:creationId xmlns:a16="http://schemas.microsoft.com/office/drawing/2014/main" id="{919C34B0-9383-8842-E312-19E930EC48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520" y="2229124"/>
            <a:ext cx="2944185" cy="341986"/>
          </a:xfrm>
          <a:prstGeom prst="rect">
            <a:avLst/>
          </a:prstGeom>
        </p:spPr>
      </p:pic>
      <p:sp>
        <p:nvSpPr>
          <p:cNvPr id="18" name="Text 4">
            <a:extLst>
              <a:ext uri="{FF2B5EF4-FFF2-40B4-BE49-F238E27FC236}">
                <a16:creationId xmlns:a16="http://schemas.microsoft.com/office/drawing/2014/main" id="{E74146B8-0132-4257-1040-BFBE42CBB3E9}"/>
              </a:ext>
            </a:extLst>
          </p:cNvPr>
          <p:cNvSpPr txBox="1"/>
          <p:nvPr/>
        </p:nvSpPr>
        <p:spPr>
          <a:xfrm>
            <a:off x="7589520" y="2891150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Pepper = 0 (black), salt = 255 (white)</a:t>
            </a:r>
            <a:endParaRPr lang="en-US" sz="170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43004422-0E61-702A-47DE-4E3F5B983977}"/>
              </a:ext>
            </a:extLst>
          </p:cNvPr>
          <p:cNvSpPr txBox="1"/>
          <p:nvPr/>
        </p:nvSpPr>
        <p:spPr>
          <a:xfrm>
            <a:off x="7589520" y="3458078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pixels are untouched</a:t>
            </a:r>
            <a:endParaRPr lang="en-US" sz="1700" dirty="0"/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3BD90AE9-3041-BECD-1ECB-C5DADB52B86F}"/>
              </a:ext>
            </a:extLst>
          </p:cNvPr>
          <p:cNvSpPr txBox="1"/>
          <p:nvPr/>
        </p:nvSpPr>
        <p:spPr>
          <a:xfrm>
            <a:off x="7589520" y="4025006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dead pixels, bit errors, dust</a:t>
            </a:r>
            <a:endParaRPr lang="en-US" sz="1700" dirty="0"/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4C8BA9E0-6E2D-B398-5E38-BC27E3C07147}"/>
              </a:ext>
            </a:extLst>
          </p:cNvPr>
          <p:cNvSpPr/>
          <p:nvPr/>
        </p:nvSpPr>
        <p:spPr>
          <a:xfrm>
            <a:off x="548640" y="5596128"/>
            <a:ext cx="11091672" cy="566928"/>
          </a:xfrm>
          <a:prstGeom prst="rect">
            <a:avLst/>
          </a:prstGeom>
          <a:solidFill>
            <a:srgbClr val="F9E4E2"/>
          </a:solidFill>
          <a:ln w="12700">
            <a:solidFill>
              <a:srgbClr val="F9E4E2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dirty="0">
                <a:solidFill>
                  <a:srgbClr val="1F2937"/>
                </a:solidFill>
                <a:latin typeface="Calibri" pitchFamily="34" charset="0"/>
                <a:cs typeface="Calibri" pitchFamily="34" charset="-120"/>
              </a:rPr>
              <a:t>A </a:t>
            </a:r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pixels jump to the extremes (0 or 255); all the others are perfect.</a:t>
            </a:r>
            <a:endParaRPr lang="en-US" dirty="0"/>
          </a:p>
        </p:txBody>
      </p:sp>
      <p:pic>
        <p:nvPicPr>
          <p:cNvPr id="4" name="Image 4" descr="fig3/pdf_i.png">
            <a:extLst>
              <a:ext uri="{FF2B5EF4-FFF2-40B4-BE49-F238E27FC236}">
                <a16:creationId xmlns:a16="http://schemas.microsoft.com/office/drawing/2014/main" id="{F1B6967C-B9B7-D223-7BED-E0F9A1498F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258" y="1560300"/>
            <a:ext cx="5420751" cy="310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8531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F63C3-4686-CFEE-63D1-E97D1B5A0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1B1023F-4A10-FAC1-9780-EBB6B8AFA074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CD58AC09-391C-76B2-9FFE-46E572AEF4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AC1217B-BF88-C9AC-F19C-113E4069EB91}"/>
              </a:ext>
            </a:extLst>
          </p:cNvPr>
          <p:cNvCxnSpPr>
            <a:cxnSpLocks/>
          </p:cNvCxnSpPr>
          <p:nvPr/>
        </p:nvCxnSpPr>
        <p:spPr>
          <a:xfrm>
            <a:off x="435005" y="923068"/>
            <a:ext cx="11310152" cy="52366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12C70F5-D97B-F250-2E6A-BB11B4F402A5}"/>
              </a:ext>
            </a:extLst>
          </p:cNvPr>
          <p:cNvSpPr txBox="1"/>
          <p:nvPr/>
        </p:nvSpPr>
        <p:spPr>
          <a:xfrm>
            <a:off x="550276" y="364476"/>
            <a:ext cx="39029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a real photo</a:t>
            </a:r>
            <a:endParaRPr lang="en-US" sz="3200" b="1" dirty="0">
              <a:solidFill>
                <a:srgbClr val="0070C0"/>
              </a:solidFill>
            </a:endParaRPr>
          </a:p>
        </p:txBody>
      </p:sp>
      <p:pic>
        <p:nvPicPr>
          <p:cNvPr id="56" name="Picture 55" descr="Logo&#10;&#10;Description automatically generated">
            <a:extLst>
              <a:ext uri="{FF2B5EF4-FFF2-40B4-BE49-F238E27FC236}">
                <a16:creationId xmlns:a16="http://schemas.microsoft.com/office/drawing/2014/main" id="{E0109CF1-F462-59A2-E4C5-22491789A86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5" y="6487028"/>
            <a:ext cx="1747748" cy="331175"/>
          </a:xfrm>
          <a:prstGeom prst="rect">
            <a:avLst/>
          </a:prstGeom>
        </p:spPr>
      </p:pic>
      <p:pic>
        <p:nvPicPr>
          <p:cNvPr id="199" name="Picture 198">
            <a:extLst>
              <a:ext uri="{FF2B5EF4-FFF2-40B4-BE49-F238E27FC236}">
                <a16:creationId xmlns:a16="http://schemas.microsoft.com/office/drawing/2014/main" id="{0C2D8BC0-A539-DD50-4DFE-BC3B3344DF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17328"/>
            <a:ext cx="578348" cy="578348"/>
          </a:xfrm>
          <a:prstGeom prst="rect">
            <a:avLst/>
          </a:prstGeom>
        </p:spPr>
      </p:pic>
      <p:sp>
        <p:nvSpPr>
          <p:cNvPr id="201" name="Parallelogram 41">
            <a:extLst>
              <a:ext uri="{FF2B5EF4-FFF2-40B4-BE49-F238E27FC236}">
                <a16:creationId xmlns:a16="http://schemas.microsoft.com/office/drawing/2014/main" id="{AE452521-097F-6A3F-BEB4-16C1EAB54E12}"/>
              </a:ext>
            </a:extLst>
          </p:cNvPr>
          <p:cNvSpPr/>
          <p:nvPr/>
        </p:nvSpPr>
        <p:spPr>
          <a:xfrm>
            <a:off x="11427012" y="6490706"/>
            <a:ext cx="764988" cy="3709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33/34</a:t>
            </a: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36C57B99-2B1F-A77D-6E26-B1F0396EC7ED}"/>
              </a:ext>
            </a:extLst>
          </p:cNvPr>
          <p:cNvSpPr txBox="1"/>
          <p:nvPr/>
        </p:nvSpPr>
        <p:spPr>
          <a:xfrm>
            <a:off x="548640" y="1143000"/>
            <a:ext cx="3514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</a:t>
            </a:r>
            <a:endParaRPr lang="en-US" sz="1800" dirty="0"/>
          </a:p>
        </p:txBody>
      </p:sp>
      <p:pic>
        <p:nvPicPr>
          <p:cNvPr id="7" name="Image 4" descr="fig3/rp_g.png">
            <a:extLst>
              <a:ext uri="{FF2B5EF4-FFF2-40B4-BE49-F238E27FC236}">
                <a16:creationId xmlns:a16="http://schemas.microsoft.com/office/drawing/2014/main" id="{2D812FFD-0E88-FE61-65A8-EE9759AC0C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554480"/>
            <a:ext cx="1642872" cy="1642872"/>
          </a:xfrm>
          <a:prstGeom prst="rect">
            <a:avLst/>
          </a:prstGeom>
        </p:spPr>
      </p:pic>
      <p:pic>
        <p:nvPicPr>
          <p:cNvPr id="11" name="Image 5" descr="fig3/rz_g.png">
            <a:extLst>
              <a:ext uri="{FF2B5EF4-FFF2-40B4-BE49-F238E27FC236}">
                <a16:creationId xmlns:a16="http://schemas.microsoft.com/office/drawing/2014/main" id="{9388773E-8482-7B59-47B4-EAD7F95284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0112" y="1554480"/>
            <a:ext cx="1642872" cy="1642872"/>
          </a:xfrm>
          <a:prstGeom prst="rect">
            <a:avLst/>
          </a:prstGeom>
        </p:spPr>
      </p:pic>
      <p:pic>
        <p:nvPicPr>
          <p:cNvPr id="14" name="Image 6" descr="fig3/rph_g.png">
            <a:extLst>
              <a:ext uri="{FF2B5EF4-FFF2-40B4-BE49-F238E27FC236}">
                <a16:creationId xmlns:a16="http://schemas.microsoft.com/office/drawing/2014/main" id="{55E52F5B-6123-5BA9-2EBE-F0E8D64B4B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6780" y="3334512"/>
            <a:ext cx="2798064" cy="1645920"/>
          </a:xfrm>
          <a:prstGeom prst="rect">
            <a:avLst/>
          </a:prstGeom>
        </p:spPr>
      </p:pic>
      <p:sp>
        <p:nvSpPr>
          <p:cNvPr id="17" name="Text 5">
            <a:extLst>
              <a:ext uri="{FF2B5EF4-FFF2-40B4-BE49-F238E27FC236}">
                <a16:creationId xmlns:a16="http://schemas.microsoft.com/office/drawing/2014/main" id="{6BAEB651-0C76-A290-BF1A-D46E836B5035}"/>
              </a:ext>
            </a:extLst>
          </p:cNvPr>
          <p:cNvSpPr txBox="1"/>
          <p:nvPr/>
        </p:nvSpPr>
        <p:spPr>
          <a:xfrm>
            <a:off x="548640" y="5074920"/>
            <a:ext cx="3514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box (sky) → zoom → histogram: bell shape</a:t>
            </a:r>
            <a:endParaRPr lang="en-US" sz="1400" dirty="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3DA2DA28-1244-5672-EC7C-7D89F057F37C}"/>
              </a:ext>
            </a:extLst>
          </p:cNvPr>
          <p:cNvSpPr txBox="1"/>
          <p:nvPr/>
        </p:nvSpPr>
        <p:spPr>
          <a:xfrm>
            <a:off x="4337304" y="1143000"/>
            <a:ext cx="3514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</a:t>
            </a:r>
            <a:endParaRPr lang="en-US" sz="1800" dirty="0"/>
          </a:p>
        </p:txBody>
      </p:sp>
      <p:pic>
        <p:nvPicPr>
          <p:cNvPr id="24" name="Image 7" descr="fig3/rp_u.png">
            <a:extLst>
              <a:ext uri="{FF2B5EF4-FFF2-40B4-BE49-F238E27FC236}">
                <a16:creationId xmlns:a16="http://schemas.microsoft.com/office/drawing/2014/main" id="{6C3FCFF1-983E-FF27-E36A-0A0037047EF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37304" y="1554480"/>
            <a:ext cx="1642872" cy="1642872"/>
          </a:xfrm>
          <a:prstGeom prst="rect">
            <a:avLst/>
          </a:prstGeom>
        </p:spPr>
      </p:pic>
      <p:pic>
        <p:nvPicPr>
          <p:cNvPr id="27" name="Image 8" descr="fig3/rz_u.png">
            <a:extLst>
              <a:ext uri="{FF2B5EF4-FFF2-40B4-BE49-F238E27FC236}">
                <a16:creationId xmlns:a16="http://schemas.microsoft.com/office/drawing/2014/main" id="{6ABB992D-92A0-54A9-6776-56FF3E44C97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08776" y="1554480"/>
            <a:ext cx="1642872" cy="1642872"/>
          </a:xfrm>
          <a:prstGeom prst="rect">
            <a:avLst/>
          </a:prstGeom>
        </p:spPr>
      </p:pic>
      <p:pic>
        <p:nvPicPr>
          <p:cNvPr id="31" name="Image 9" descr="fig3/rph_u.png">
            <a:extLst>
              <a:ext uri="{FF2B5EF4-FFF2-40B4-BE49-F238E27FC236}">
                <a16:creationId xmlns:a16="http://schemas.microsoft.com/office/drawing/2014/main" id="{55F43308-0D19-DDA9-8901-09020B530F7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95444" y="3334512"/>
            <a:ext cx="2798064" cy="1645920"/>
          </a:xfrm>
          <a:prstGeom prst="rect">
            <a:avLst/>
          </a:prstGeom>
        </p:spPr>
      </p:pic>
      <p:sp>
        <p:nvSpPr>
          <p:cNvPr id="33" name="Text 7">
            <a:extLst>
              <a:ext uri="{FF2B5EF4-FFF2-40B4-BE49-F238E27FC236}">
                <a16:creationId xmlns:a16="http://schemas.microsoft.com/office/drawing/2014/main" id="{FE12B358-B905-B9A1-C20B-0C8A0E2C49E2}"/>
              </a:ext>
            </a:extLst>
          </p:cNvPr>
          <p:cNvSpPr txBox="1"/>
          <p:nvPr/>
        </p:nvSpPr>
        <p:spPr>
          <a:xfrm>
            <a:off x="4337304" y="5074920"/>
            <a:ext cx="3514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box (sky) → zoom → histogram: flat block</a:t>
            </a:r>
            <a:endParaRPr lang="en-US" sz="1400" dirty="0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E9C5E72D-2D46-91C2-F401-32D8C8FB5D67}"/>
              </a:ext>
            </a:extLst>
          </p:cNvPr>
          <p:cNvSpPr txBox="1"/>
          <p:nvPr/>
        </p:nvSpPr>
        <p:spPr>
          <a:xfrm>
            <a:off x="8125968" y="1143000"/>
            <a:ext cx="3514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Impulse</a:t>
            </a:r>
            <a:endParaRPr lang="en-US" sz="1800" dirty="0"/>
          </a:p>
        </p:txBody>
      </p:sp>
      <p:pic>
        <p:nvPicPr>
          <p:cNvPr id="37" name="Image 10" descr="fig3/rp_i.png">
            <a:extLst>
              <a:ext uri="{FF2B5EF4-FFF2-40B4-BE49-F238E27FC236}">
                <a16:creationId xmlns:a16="http://schemas.microsoft.com/office/drawing/2014/main" id="{2948588A-0C5E-E5A0-4BCE-CE7877DB66D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25968" y="1554480"/>
            <a:ext cx="1642872" cy="1642872"/>
          </a:xfrm>
          <a:prstGeom prst="rect">
            <a:avLst/>
          </a:prstGeom>
        </p:spPr>
      </p:pic>
      <p:pic>
        <p:nvPicPr>
          <p:cNvPr id="39" name="Image 11" descr="fig3/rz_i.png">
            <a:extLst>
              <a:ext uri="{FF2B5EF4-FFF2-40B4-BE49-F238E27FC236}">
                <a16:creationId xmlns:a16="http://schemas.microsoft.com/office/drawing/2014/main" id="{7B6EA4F3-2D92-E0C2-6D54-9AA4608586F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97440" y="1554480"/>
            <a:ext cx="1642872" cy="1642872"/>
          </a:xfrm>
          <a:prstGeom prst="rect">
            <a:avLst/>
          </a:prstGeom>
        </p:spPr>
      </p:pic>
      <p:pic>
        <p:nvPicPr>
          <p:cNvPr id="41" name="Image 12" descr="fig3/rph_i.png">
            <a:extLst>
              <a:ext uri="{FF2B5EF4-FFF2-40B4-BE49-F238E27FC236}">
                <a16:creationId xmlns:a16="http://schemas.microsoft.com/office/drawing/2014/main" id="{48CF2B46-CFB5-D36E-A8B7-370B4A09F41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84108" y="3334512"/>
            <a:ext cx="2798064" cy="1645920"/>
          </a:xfrm>
          <a:prstGeom prst="rect">
            <a:avLst/>
          </a:prstGeom>
        </p:spPr>
      </p:pic>
      <p:sp>
        <p:nvSpPr>
          <p:cNvPr id="43" name="Text 9">
            <a:extLst>
              <a:ext uri="{FF2B5EF4-FFF2-40B4-BE49-F238E27FC236}">
                <a16:creationId xmlns:a16="http://schemas.microsoft.com/office/drawing/2014/main" id="{4D57ABB8-8D6C-4219-2C06-2A6905820B7A}"/>
              </a:ext>
            </a:extLst>
          </p:cNvPr>
          <p:cNvSpPr txBox="1"/>
          <p:nvPr/>
        </p:nvSpPr>
        <p:spPr>
          <a:xfrm>
            <a:off x="8125968" y="5074920"/>
            <a:ext cx="3514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box (sky) → zoom → histogram: spikes at the ends</a:t>
            </a:r>
            <a:endParaRPr lang="en-US" sz="1400" dirty="0"/>
          </a:p>
        </p:txBody>
      </p:sp>
      <p:sp>
        <p:nvSpPr>
          <p:cNvPr id="45" name="Shape 10">
            <a:extLst>
              <a:ext uri="{FF2B5EF4-FFF2-40B4-BE49-F238E27FC236}">
                <a16:creationId xmlns:a16="http://schemas.microsoft.com/office/drawing/2014/main" id="{A141FF0F-5C36-30B5-C4E7-7F4FB75575A2}"/>
              </a:ext>
            </a:extLst>
          </p:cNvPr>
          <p:cNvSpPr/>
          <p:nvPr/>
        </p:nvSpPr>
        <p:spPr>
          <a:xfrm>
            <a:off x="548640" y="5596128"/>
            <a:ext cx="11091672" cy="566928"/>
          </a:xfrm>
          <a:prstGeom prst="rect">
            <a:avLst/>
          </a:prstGeom>
          <a:solidFill>
            <a:srgbClr val="E6EBF4"/>
          </a:solidFill>
          <a:ln w="12700">
            <a:solidFill>
              <a:srgbClr val="E6EBF4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dirty="0">
                <a:solidFill>
                  <a:srgbClr val="1F2937"/>
                </a:solidFill>
                <a:latin typeface="Calibri" pitchFamily="34" charset="0"/>
                <a:cs typeface="Calibri" pitchFamily="34" charset="-120"/>
              </a:rPr>
              <a:t>Pic</a:t>
            </a:r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an area that should be flat (the sky). Its histogram shows the noise type: bell, block or spikes.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3961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963ED43-EC5A-4DF5-8E70-EDB8EBF595DF}"/>
              </a:ext>
            </a:extLst>
          </p:cNvPr>
          <p:cNvSpPr/>
          <p:nvPr/>
        </p:nvSpPr>
        <p:spPr>
          <a:xfrm>
            <a:off x="2083293" y="2999405"/>
            <a:ext cx="8025414" cy="81008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Thank You</a:t>
            </a:r>
            <a:endParaRPr lang="en-GB" sz="2800" b="1" dirty="0">
              <a:solidFill>
                <a:srgbClr val="FF0000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3F54049-5DC2-40F1-9351-0A66984A74B0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9AEBC0AC-F6CF-44A3-9366-36E52F140C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A1FBE1A-A977-480F-BE99-68E6D1108374}"/>
              </a:ext>
            </a:extLst>
          </p:cNvPr>
          <p:cNvSpPr txBox="1"/>
          <p:nvPr/>
        </p:nvSpPr>
        <p:spPr>
          <a:xfrm>
            <a:off x="3214455" y="3938762"/>
            <a:ext cx="5689107" cy="338554"/>
          </a:xfrm>
          <a:prstGeom prst="rect">
            <a:avLst/>
          </a:prstGeom>
          <a:noFill/>
          <a:ln w="19050"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/>
              <a:t>For queries, please contact: </a:t>
            </a:r>
            <a:r>
              <a:rPr lang="en-US" sz="1600" b="1" dirty="0">
                <a:solidFill>
                  <a:schemeClr val="accent2"/>
                </a:solidFill>
              </a:rPr>
              <a:t>muhammadumar@mail.ulsan.ac.kr</a:t>
            </a:r>
            <a:endParaRPr lang="en-GB" sz="1600" b="1" dirty="0">
              <a:solidFill>
                <a:schemeClr val="accent2"/>
              </a:solidFill>
            </a:endParaRPr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29533FC2-6FCC-408E-920B-A6144E796F7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5" y="6487028"/>
            <a:ext cx="1747748" cy="3311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6D72BE-9EB3-E10F-4D4C-19BF62099D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17328"/>
            <a:ext cx="578348" cy="578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496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32612</TotalTime>
  <Words>2765</Words>
  <Application>Microsoft Office PowerPoint</Application>
  <PresentationFormat>Widescreen</PresentationFormat>
  <Paragraphs>716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Arial</vt:lpstr>
      <vt:lpstr>Calibri</vt:lpstr>
      <vt:lpstr>Calibri Light</vt:lpstr>
      <vt:lpstr>Cambria Math</vt:lpstr>
      <vt:lpstr>Courier New</vt:lpstr>
      <vt:lpstr>Office Theme</vt:lpstr>
      <vt:lpstr>Edge Detection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아흐마드 자후르</dc:creator>
  <cp:lastModifiedBy>Muhammad Umar</cp:lastModifiedBy>
  <cp:revision>1256</cp:revision>
  <cp:lastPrinted>2026-07-15T07:37:02Z</cp:lastPrinted>
  <dcterms:created xsi:type="dcterms:W3CDTF">2021-07-05T12:43:45Z</dcterms:created>
  <dcterms:modified xsi:type="dcterms:W3CDTF">2026-10-05T06:46:43Z</dcterms:modified>
</cp:coreProperties>
</file>